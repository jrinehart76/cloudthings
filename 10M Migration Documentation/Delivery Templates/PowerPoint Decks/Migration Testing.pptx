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13376" r:id="rId5"/>
    <p:sldId id="1337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5B0F95-CC4E-4890-A029-6FB9E9E09F2C}" v="2" dt="2021-02-12T22:11:09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849F64B2-F974-4AD6-9FC2-40F5DA7A903D}"/>
    <pc:docChg chg="undo custSel addSld modSld">
      <pc:chgData name="Russ Henderson" userId="1a9b2c94-14ea-443c-90c9-9fd3fcb66448" providerId="ADAL" clId="{849F64B2-F974-4AD6-9FC2-40F5DA7A903D}" dt="2020-06-17T20:18:35.979" v="182" actId="1076"/>
      <pc:docMkLst>
        <pc:docMk/>
      </pc:docMkLst>
      <pc:sldChg chg="addSp delSp modSp add mod">
        <pc:chgData name="Russ Henderson" userId="1a9b2c94-14ea-443c-90c9-9fd3fcb66448" providerId="ADAL" clId="{849F64B2-F974-4AD6-9FC2-40F5DA7A903D}" dt="2020-06-17T20:18:35.979" v="182" actId="1076"/>
        <pc:sldMkLst>
          <pc:docMk/>
          <pc:sldMk cId="3617309748" sldId="13377"/>
        </pc:sldMkLst>
        <pc:spChg chg="add mod">
          <ac:chgData name="Russ Henderson" userId="1a9b2c94-14ea-443c-90c9-9fd3fcb66448" providerId="ADAL" clId="{849F64B2-F974-4AD6-9FC2-40F5DA7A903D}" dt="2020-06-17T20:18:35.979" v="182" actId="1076"/>
          <ac:spMkLst>
            <pc:docMk/>
            <pc:sldMk cId="3617309748" sldId="13377"/>
            <ac:spMk id="2" creationId="{BBF0C985-8E25-4E05-B11D-38DFE378C9D5}"/>
          </ac:spMkLst>
        </pc:spChg>
        <pc:spChg chg="mod">
          <ac:chgData name="Russ Henderson" userId="1a9b2c94-14ea-443c-90c9-9fd3fcb66448" providerId="ADAL" clId="{849F64B2-F974-4AD6-9FC2-40F5DA7A903D}" dt="2020-06-17T20:08:55.607" v="4" actId="20577"/>
          <ac:spMkLst>
            <pc:docMk/>
            <pc:sldMk cId="3617309748" sldId="13377"/>
            <ac:spMk id="5" creationId="{B127D3A5-C464-4BAC-9E99-A58F4D5F216A}"/>
          </ac:spMkLst>
        </pc:spChg>
        <pc:spChg chg="mod">
          <ac:chgData name="Russ Henderson" userId="1a9b2c94-14ea-443c-90c9-9fd3fcb66448" providerId="ADAL" clId="{849F64B2-F974-4AD6-9FC2-40F5DA7A903D}" dt="2020-06-17T20:09:40.648" v="62" actId="20577"/>
          <ac:spMkLst>
            <pc:docMk/>
            <pc:sldMk cId="3617309748" sldId="13377"/>
            <ac:spMk id="13" creationId="{A254F4A8-3A3D-4C0A-88A9-5916724D663A}"/>
          </ac:spMkLst>
        </pc:spChg>
        <pc:spChg chg="mod">
          <ac:chgData name="Russ Henderson" userId="1a9b2c94-14ea-443c-90c9-9fd3fcb66448" providerId="ADAL" clId="{849F64B2-F974-4AD6-9FC2-40F5DA7A903D}" dt="2020-06-17T20:10:21.265" v="122" actId="20577"/>
          <ac:spMkLst>
            <pc:docMk/>
            <pc:sldMk cId="3617309748" sldId="13377"/>
            <ac:spMk id="14" creationId="{79FC6974-1E8D-4D44-B409-4C48782D4D3E}"/>
          </ac:spMkLst>
        </pc:spChg>
        <pc:spChg chg="mod">
          <ac:chgData name="Russ Henderson" userId="1a9b2c94-14ea-443c-90c9-9fd3fcb66448" providerId="ADAL" clId="{849F64B2-F974-4AD6-9FC2-40F5DA7A903D}" dt="2020-06-17T20:10:58.353" v="125" actId="1076"/>
          <ac:spMkLst>
            <pc:docMk/>
            <pc:sldMk cId="3617309748" sldId="13377"/>
            <ac:spMk id="19" creationId="{0A03B950-10CA-45A4-BAA9-4953DC0A1DF8}"/>
          </ac:spMkLst>
        </pc:spChg>
        <pc:spChg chg="del mod">
          <ac:chgData name="Russ Henderson" userId="1a9b2c94-14ea-443c-90c9-9fd3fcb66448" providerId="ADAL" clId="{849F64B2-F974-4AD6-9FC2-40F5DA7A903D}" dt="2020-06-17T20:10:52.777" v="124" actId="478"/>
          <ac:spMkLst>
            <pc:docMk/>
            <pc:sldMk cId="3617309748" sldId="13377"/>
            <ac:spMk id="21" creationId="{BFD78018-FA75-40EF-BEF9-E274126A5A4D}"/>
          </ac:spMkLst>
        </pc:spChg>
      </pc:sldChg>
    </pc:docChg>
  </pc:docChgLst>
  <pc:docChgLst>
    <pc:chgData name="Russ Henderson" userId="1a9b2c94-14ea-443c-90c9-9fd3fcb66448" providerId="ADAL" clId="{E74D8042-6140-4394-AB2A-C7EFF2CF804C}"/>
    <pc:docChg chg="undo custSel addSld delSld modSld delMainMaster">
      <pc:chgData name="Russ Henderson" userId="1a9b2c94-14ea-443c-90c9-9fd3fcb66448" providerId="ADAL" clId="{E74D8042-6140-4394-AB2A-C7EFF2CF804C}" dt="2019-12-02T22:40:48.250" v="339" actId="20577"/>
      <pc:docMkLst>
        <pc:docMk/>
      </pc:docMkLst>
      <pc:sldChg chg="del">
        <pc:chgData name="Russ Henderson" userId="1a9b2c94-14ea-443c-90c9-9fd3fcb66448" providerId="ADAL" clId="{E74D8042-6140-4394-AB2A-C7EFF2CF804C}" dt="2019-12-02T22:31:26.697" v="6" actId="2696"/>
        <pc:sldMkLst>
          <pc:docMk/>
          <pc:sldMk cId="3813974374" sldId="256"/>
        </pc:sldMkLst>
      </pc:sldChg>
      <pc:sldChg chg="del">
        <pc:chgData name="Russ Henderson" userId="1a9b2c94-14ea-443c-90c9-9fd3fcb66448" providerId="ADAL" clId="{E74D8042-6140-4394-AB2A-C7EFF2CF804C}" dt="2019-12-02T22:31:26.708" v="7" actId="2696"/>
        <pc:sldMkLst>
          <pc:docMk/>
          <pc:sldMk cId="988529260" sldId="4531"/>
        </pc:sldMkLst>
      </pc:sldChg>
      <pc:sldChg chg="del">
        <pc:chgData name="Russ Henderson" userId="1a9b2c94-14ea-443c-90c9-9fd3fcb66448" providerId="ADAL" clId="{E74D8042-6140-4394-AB2A-C7EFF2CF804C}" dt="2019-12-02T22:31:26.738" v="9" actId="2696"/>
        <pc:sldMkLst>
          <pc:docMk/>
          <pc:sldMk cId="2933063731" sldId="4539"/>
        </pc:sldMkLst>
      </pc:sldChg>
      <pc:sldChg chg="del">
        <pc:chgData name="Russ Henderson" userId="1a9b2c94-14ea-443c-90c9-9fd3fcb66448" providerId="ADAL" clId="{E74D8042-6140-4394-AB2A-C7EFF2CF804C}" dt="2019-12-02T22:31:26.772" v="10" actId="2696"/>
        <pc:sldMkLst>
          <pc:docMk/>
          <pc:sldMk cId="2604195027" sldId="13370"/>
        </pc:sldMkLst>
      </pc:sldChg>
      <pc:sldChg chg="del">
        <pc:chgData name="Russ Henderson" userId="1a9b2c94-14ea-443c-90c9-9fd3fcb66448" providerId="ADAL" clId="{E74D8042-6140-4394-AB2A-C7EFF2CF804C}" dt="2019-12-02T22:31:26.797" v="11" actId="2696"/>
        <pc:sldMkLst>
          <pc:docMk/>
          <pc:sldMk cId="848205673" sldId="13374"/>
        </pc:sldMkLst>
      </pc:sldChg>
      <pc:sldChg chg="del">
        <pc:chgData name="Russ Henderson" userId="1a9b2c94-14ea-443c-90c9-9fd3fcb66448" providerId="ADAL" clId="{E74D8042-6140-4394-AB2A-C7EFF2CF804C}" dt="2019-12-02T22:31:26.827" v="12" actId="2696"/>
        <pc:sldMkLst>
          <pc:docMk/>
          <pc:sldMk cId="787433089" sldId="13375"/>
        </pc:sldMkLst>
      </pc:sldChg>
      <pc:sldChg chg="addSp delSp modSp add">
        <pc:chgData name="Russ Henderson" userId="1a9b2c94-14ea-443c-90c9-9fd3fcb66448" providerId="ADAL" clId="{E74D8042-6140-4394-AB2A-C7EFF2CF804C}" dt="2019-12-02T22:40:48.250" v="339" actId="20577"/>
        <pc:sldMkLst>
          <pc:docMk/>
          <pc:sldMk cId="2507164303" sldId="13376"/>
        </pc:sldMkLst>
        <pc:spChg chg="del">
          <ac:chgData name="Russ Henderson" userId="1a9b2c94-14ea-443c-90c9-9fd3fcb66448" providerId="ADAL" clId="{E74D8042-6140-4394-AB2A-C7EFF2CF804C}" dt="2019-12-02T22:28:51.976" v="1"/>
          <ac:spMkLst>
            <pc:docMk/>
            <pc:sldMk cId="2507164303" sldId="13376"/>
            <ac:spMk id="2" creationId="{6D9171D1-EA68-45D4-9FA5-D2381E0EEC50}"/>
          </ac:spMkLst>
        </pc:spChg>
        <pc:spChg chg="del">
          <ac:chgData name="Russ Henderson" userId="1a9b2c94-14ea-443c-90c9-9fd3fcb66448" providerId="ADAL" clId="{E74D8042-6140-4394-AB2A-C7EFF2CF804C}" dt="2019-12-02T22:28:51.976" v="1"/>
          <ac:spMkLst>
            <pc:docMk/>
            <pc:sldMk cId="2507164303" sldId="13376"/>
            <ac:spMk id="3" creationId="{8D2EAD63-DF5B-4D2D-A4E8-A2B6D4E582FC}"/>
          </ac:spMkLst>
        </pc:spChg>
        <pc:spChg chg="add">
          <ac:chgData name="Russ Henderson" userId="1a9b2c94-14ea-443c-90c9-9fd3fcb66448" providerId="ADAL" clId="{E74D8042-6140-4394-AB2A-C7EFF2CF804C}" dt="2019-12-02T22:29:02.140" v="2"/>
          <ac:spMkLst>
            <pc:docMk/>
            <pc:sldMk cId="2507164303" sldId="13376"/>
            <ac:spMk id="4" creationId="{A7FB0BD2-FEA4-4D7B-81BC-78795ECC5AFB}"/>
          </ac:spMkLst>
        </pc:spChg>
        <pc:spChg chg="add mod">
          <ac:chgData name="Russ Henderson" userId="1a9b2c94-14ea-443c-90c9-9fd3fcb66448" providerId="ADAL" clId="{E74D8042-6140-4394-AB2A-C7EFF2CF804C}" dt="2019-12-02T22:39:17.345" v="329" actId="207"/>
          <ac:spMkLst>
            <pc:docMk/>
            <pc:sldMk cId="2507164303" sldId="13376"/>
            <ac:spMk id="5" creationId="{B127D3A5-C464-4BAC-9E99-A58F4D5F216A}"/>
          </ac:spMkLst>
        </pc:spChg>
        <pc:spChg chg="add mod">
          <ac:chgData name="Russ Henderson" userId="1a9b2c94-14ea-443c-90c9-9fd3fcb66448" providerId="ADAL" clId="{E74D8042-6140-4394-AB2A-C7EFF2CF804C}" dt="2019-12-02T22:39:17.345" v="329" actId="207"/>
          <ac:spMkLst>
            <pc:docMk/>
            <pc:sldMk cId="2507164303" sldId="13376"/>
            <ac:spMk id="6" creationId="{6C7501CC-293A-46E1-B7E3-CB3F920FA6DD}"/>
          </ac:spMkLst>
        </pc:spChg>
        <pc:spChg chg="add mod">
          <ac:chgData name="Russ Henderson" userId="1a9b2c94-14ea-443c-90c9-9fd3fcb66448" providerId="ADAL" clId="{E74D8042-6140-4394-AB2A-C7EFF2CF804C}" dt="2019-12-02T22:39:17.345" v="329" actId="207"/>
          <ac:spMkLst>
            <pc:docMk/>
            <pc:sldMk cId="2507164303" sldId="13376"/>
            <ac:spMk id="7" creationId="{46AC7917-9752-4E7F-B9E9-318AC66CC708}"/>
          </ac:spMkLst>
        </pc:spChg>
        <pc:spChg chg="add mod">
          <ac:chgData name="Russ Henderson" userId="1a9b2c94-14ea-443c-90c9-9fd3fcb66448" providerId="ADAL" clId="{E74D8042-6140-4394-AB2A-C7EFF2CF804C}" dt="2019-12-02T22:37:18.854" v="264" actId="14100"/>
          <ac:spMkLst>
            <pc:docMk/>
            <pc:sldMk cId="2507164303" sldId="13376"/>
            <ac:spMk id="8" creationId="{7213113B-6510-4341-85CD-BF82F71F8081}"/>
          </ac:spMkLst>
        </pc:spChg>
        <pc:spChg chg="add mod">
          <ac:chgData name="Russ Henderson" userId="1a9b2c94-14ea-443c-90c9-9fd3fcb66448" providerId="ADAL" clId="{E74D8042-6140-4394-AB2A-C7EFF2CF804C}" dt="2019-12-02T22:29:27.857" v="4" actId="208"/>
          <ac:spMkLst>
            <pc:docMk/>
            <pc:sldMk cId="2507164303" sldId="13376"/>
            <ac:spMk id="9" creationId="{58CB09BA-AE02-4B12-8CDF-6BFF8A903819}"/>
          </ac:spMkLst>
        </pc:spChg>
        <pc:spChg chg="add">
          <ac:chgData name="Russ Henderson" userId="1a9b2c94-14ea-443c-90c9-9fd3fcb66448" providerId="ADAL" clId="{E74D8042-6140-4394-AB2A-C7EFF2CF804C}" dt="2019-12-02T22:29:02.140" v="2"/>
          <ac:spMkLst>
            <pc:docMk/>
            <pc:sldMk cId="2507164303" sldId="13376"/>
            <ac:spMk id="13" creationId="{A254F4A8-3A3D-4C0A-88A9-5916724D663A}"/>
          </ac:spMkLst>
        </pc:spChg>
        <pc:spChg chg="add mod">
          <ac:chgData name="Russ Henderson" userId="1a9b2c94-14ea-443c-90c9-9fd3fcb66448" providerId="ADAL" clId="{E74D8042-6140-4394-AB2A-C7EFF2CF804C}" dt="2019-12-02T22:40:48.250" v="339" actId="20577"/>
          <ac:spMkLst>
            <pc:docMk/>
            <pc:sldMk cId="2507164303" sldId="13376"/>
            <ac:spMk id="14" creationId="{79FC6974-1E8D-4D44-B409-4C48782D4D3E}"/>
          </ac:spMkLst>
        </pc:spChg>
        <pc:spChg chg="add mod">
          <ac:chgData name="Russ Henderson" userId="1a9b2c94-14ea-443c-90c9-9fd3fcb66448" providerId="ADAL" clId="{E74D8042-6140-4394-AB2A-C7EFF2CF804C}" dt="2019-12-02T22:38:15.797" v="318" actId="14100"/>
          <ac:spMkLst>
            <pc:docMk/>
            <pc:sldMk cId="2507164303" sldId="13376"/>
            <ac:spMk id="15" creationId="{4406AB8D-D5F7-4723-BD03-09D95B2FF265}"/>
          </ac:spMkLst>
        </pc:spChg>
        <pc:spChg chg="add mod">
          <ac:chgData name="Russ Henderson" userId="1a9b2c94-14ea-443c-90c9-9fd3fcb66448" providerId="ADAL" clId="{E74D8042-6140-4394-AB2A-C7EFF2CF804C}" dt="2019-12-02T22:37:38.492" v="279" actId="1038"/>
          <ac:spMkLst>
            <pc:docMk/>
            <pc:sldMk cId="2507164303" sldId="13376"/>
            <ac:spMk id="16" creationId="{2228B9D6-A62A-46A8-9391-3610F4D642C7}"/>
          </ac:spMkLst>
        </pc:spChg>
        <pc:spChg chg="add mod">
          <ac:chgData name="Russ Henderson" userId="1a9b2c94-14ea-443c-90c9-9fd3fcb66448" providerId="ADAL" clId="{E74D8042-6140-4394-AB2A-C7EFF2CF804C}" dt="2019-12-02T22:37:50.081" v="297" actId="1037"/>
          <ac:spMkLst>
            <pc:docMk/>
            <pc:sldMk cId="2507164303" sldId="13376"/>
            <ac:spMk id="17" creationId="{26876918-16B0-49FE-BD59-6149936EF1E3}"/>
          </ac:spMkLst>
        </pc:spChg>
        <pc:spChg chg="add mod">
          <ac:chgData name="Russ Henderson" userId="1a9b2c94-14ea-443c-90c9-9fd3fcb66448" providerId="ADAL" clId="{E74D8042-6140-4394-AB2A-C7EFF2CF804C}" dt="2019-12-02T22:39:30.777" v="332" actId="1037"/>
          <ac:spMkLst>
            <pc:docMk/>
            <pc:sldMk cId="2507164303" sldId="13376"/>
            <ac:spMk id="19" creationId="{0A03B950-10CA-45A4-BAA9-4953DC0A1DF8}"/>
          </ac:spMkLst>
        </pc:spChg>
        <pc:spChg chg="add mod">
          <ac:chgData name="Russ Henderson" userId="1a9b2c94-14ea-443c-90c9-9fd3fcb66448" providerId="ADAL" clId="{E74D8042-6140-4394-AB2A-C7EFF2CF804C}" dt="2019-12-02T22:39:30.777" v="332" actId="1037"/>
          <ac:spMkLst>
            <pc:docMk/>
            <pc:sldMk cId="2507164303" sldId="13376"/>
            <ac:spMk id="21" creationId="{BFD78018-FA75-40EF-BEF9-E274126A5A4D}"/>
          </ac:spMkLst>
        </pc:spChg>
        <pc:spChg chg="add del">
          <ac:chgData name="Russ Henderson" userId="1a9b2c94-14ea-443c-90c9-9fd3fcb66448" providerId="ADAL" clId="{E74D8042-6140-4394-AB2A-C7EFF2CF804C}" dt="2019-12-02T22:34:02.552" v="91"/>
          <ac:spMkLst>
            <pc:docMk/>
            <pc:sldMk cId="2507164303" sldId="13376"/>
            <ac:spMk id="22" creationId="{1BE7BF58-E3A1-4E4A-81A7-B952ABF3BDB6}"/>
          </ac:spMkLst>
        </pc:spChg>
        <pc:spChg chg="add del">
          <ac:chgData name="Russ Henderson" userId="1a9b2c94-14ea-443c-90c9-9fd3fcb66448" providerId="ADAL" clId="{E74D8042-6140-4394-AB2A-C7EFF2CF804C}" dt="2019-12-02T22:34:02.552" v="91"/>
          <ac:spMkLst>
            <pc:docMk/>
            <pc:sldMk cId="2507164303" sldId="13376"/>
            <ac:spMk id="23" creationId="{2736FC9C-0240-4FFD-BAB8-391D33596873}"/>
          </ac:spMkLst>
        </pc:spChg>
        <pc:spChg chg="add mod">
          <ac:chgData name="Russ Henderson" userId="1a9b2c94-14ea-443c-90c9-9fd3fcb66448" providerId="ADAL" clId="{E74D8042-6140-4394-AB2A-C7EFF2CF804C}" dt="2019-12-02T22:34:15.746" v="144" actId="1035"/>
          <ac:spMkLst>
            <pc:docMk/>
            <pc:sldMk cId="2507164303" sldId="13376"/>
            <ac:spMk id="24" creationId="{085F26F0-8268-437F-BB7D-B60F12998611}"/>
          </ac:spMkLst>
        </pc:spChg>
        <pc:spChg chg="add mod">
          <ac:chgData name="Russ Henderson" userId="1a9b2c94-14ea-443c-90c9-9fd3fcb66448" providerId="ADAL" clId="{E74D8042-6140-4394-AB2A-C7EFF2CF804C}" dt="2019-12-02T22:38:25.840" v="320" actId="1037"/>
          <ac:spMkLst>
            <pc:docMk/>
            <pc:sldMk cId="2507164303" sldId="13376"/>
            <ac:spMk id="25" creationId="{DE792F70-7C49-4737-B429-2E50713F65EC}"/>
          </ac:spMkLst>
        </pc:spChg>
        <pc:spChg chg="add mod">
          <ac:chgData name="Russ Henderson" userId="1a9b2c94-14ea-443c-90c9-9fd3fcb66448" providerId="ADAL" clId="{E74D8042-6140-4394-AB2A-C7EFF2CF804C}" dt="2019-12-02T22:38:25.840" v="320" actId="1037"/>
          <ac:spMkLst>
            <pc:docMk/>
            <pc:sldMk cId="2507164303" sldId="13376"/>
            <ac:spMk id="26" creationId="{36394BFC-F5A7-467F-AF56-79A7429C77A9}"/>
          </ac:spMkLst>
        </pc:spChg>
        <pc:spChg chg="add del">
          <ac:chgData name="Russ Henderson" userId="1a9b2c94-14ea-443c-90c9-9fd3fcb66448" providerId="ADAL" clId="{E74D8042-6140-4394-AB2A-C7EFF2CF804C}" dt="2019-12-02T22:34:30.887" v="148"/>
          <ac:spMkLst>
            <pc:docMk/>
            <pc:sldMk cId="2507164303" sldId="13376"/>
            <ac:spMk id="27" creationId="{FCC73490-6C75-45C7-AEC8-915F8AFB0617}"/>
          </ac:spMkLst>
        </pc:spChg>
        <pc:spChg chg="add del">
          <ac:chgData name="Russ Henderson" userId="1a9b2c94-14ea-443c-90c9-9fd3fcb66448" providerId="ADAL" clId="{E74D8042-6140-4394-AB2A-C7EFF2CF804C}" dt="2019-12-02T22:34:30.887" v="148"/>
          <ac:spMkLst>
            <pc:docMk/>
            <pc:sldMk cId="2507164303" sldId="13376"/>
            <ac:spMk id="28" creationId="{B7E39C8A-26C9-46FA-B074-D1BC1DAD8480}"/>
          </ac:spMkLst>
        </pc:spChg>
        <pc:spChg chg="add del">
          <ac:chgData name="Russ Henderson" userId="1a9b2c94-14ea-443c-90c9-9fd3fcb66448" providerId="ADAL" clId="{E74D8042-6140-4394-AB2A-C7EFF2CF804C}" dt="2019-12-02T22:34:33.272" v="150"/>
          <ac:spMkLst>
            <pc:docMk/>
            <pc:sldMk cId="2507164303" sldId="13376"/>
            <ac:spMk id="29" creationId="{D283DBE1-E8E8-471F-9CF3-274013365535}"/>
          </ac:spMkLst>
        </pc:spChg>
        <pc:spChg chg="add del">
          <ac:chgData name="Russ Henderson" userId="1a9b2c94-14ea-443c-90c9-9fd3fcb66448" providerId="ADAL" clId="{E74D8042-6140-4394-AB2A-C7EFF2CF804C}" dt="2019-12-02T22:34:33.272" v="150"/>
          <ac:spMkLst>
            <pc:docMk/>
            <pc:sldMk cId="2507164303" sldId="13376"/>
            <ac:spMk id="30" creationId="{967C9FD5-A614-4CBF-B438-CEA8B97478AF}"/>
          </ac:spMkLst>
        </pc:spChg>
        <pc:spChg chg="add del">
          <ac:chgData name="Russ Henderson" userId="1a9b2c94-14ea-443c-90c9-9fd3fcb66448" providerId="ADAL" clId="{E74D8042-6140-4394-AB2A-C7EFF2CF804C}" dt="2019-12-02T22:34:39.233" v="152" actId="478"/>
          <ac:spMkLst>
            <pc:docMk/>
            <pc:sldMk cId="2507164303" sldId="13376"/>
            <ac:spMk id="31" creationId="{BCFD08B3-7DC1-4EF4-9CFC-C9CCDD69DA54}"/>
          </ac:spMkLst>
        </pc:spChg>
        <pc:spChg chg="add mod">
          <ac:chgData name="Russ Henderson" userId="1a9b2c94-14ea-443c-90c9-9fd3fcb66448" providerId="ADAL" clId="{E74D8042-6140-4394-AB2A-C7EFF2CF804C}" dt="2019-12-02T22:40:10.779" v="333" actId="1076"/>
          <ac:spMkLst>
            <pc:docMk/>
            <pc:sldMk cId="2507164303" sldId="13376"/>
            <ac:spMk id="32" creationId="{99A950A7-B8C8-47A3-A7F8-1A9392265D82}"/>
          </ac:spMkLst>
        </pc:spChg>
        <pc:spChg chg="add del mod">
          <ac:chgData name="Russ Henderson" userId="1a9b2c94-14ea-443c-90c9-9fd3fcb66448" providerId="ADAL" clId="{E74D8042-6140-4394-AB2A-C7EFF2CF804C}" dt="2019-12-02T22:34:56.941" v="158" actId="478"/>
          <ac:spMkLst>
            <pc:docMk/>
            <pc:sldMk cId="2507164303" sldId="13376"/>
            <ac:spMk id="33" creationId="{97F5DA63-F718-4D4F-8204-CDF9622AE73E}"/>
          </ac:spMkLst>
        </pc:spChg>
        <pc:spChg chg="add mod">
          <ac:chgData name="Russ Henderson" userId="1a9b2c94-14ea-443c-90c9-9fd3fcb66448" providerId="ADAL" clId="{E74D8042-6140-4394-AB2A-C7EFF2CF804C}" dt="2019-12-02T22:37:50.081" v="297" actId="1037"/>
          <ac:spMkLst>
            <pc:docMk/>
            <pc:sldMk cId="2507164303" sldId="13376"/>
            <ac:spMk id="34" creationId="{4A39F762-EF94-478C-89AE-B507E77FC2C3}"/>
          </ac:spMkLst>
        </pc:spChg>
        <pc:picChg chg="add del">
          <ac:chgData name="Russ Henderson" userId="1a9b2c94-14ea-443c-90c9-9fd3fcb66448" providerId="ADAL" clId="{E74D8042-6140-4394-AB2A-C7EFF2CF804C}" dt="2019-12-02T22:33:24.045" v="71"/>
          <ac:picMkLst>
            <pc:docMk/>
            <pc:sldMk cId="2507164303" sldId="13376"/>
            <ac:picMk id="20" creationId="{740835BF-0D91-49A6-875D-6BC284D18FB8}"/>
          </ac:picMkLst>
        </pc:picChg>
        <pc:cxnChg chg="add mod">
          <ac:chgData name="Russ Henderson" userId="1a9b2c94-14ea-443c-90c9-9fd3fcb66448" providerId="ADAL" clId="{E74D8042-6140-4394-AB2A-C7EFF2CF804C}" dt="2019-12-02T22:29:54.281" v="5" actId="208"/>
          <ac:cxnSpMkLst>
            <pc:docMk/>
            <pc:sldMk cId="2507164303" sldId="13376"/>
            <ac:cxnSpMk id="10" creationId="{6D80547E-928B-4F89-B354-9AAE5058E0F3}"/>
          </ac:cxnSpMkLst>
        </pc:cxnChg>
        <pc:cxnChg chg="add mod">
          <ac:chgData name="Russ Henderson" userId="1a9b2c94-14ea-443c-90c9-9fd3fcb66448" providerId="ADAL" clId="{E74D8042-6140-4394-AB2A-C7EFF2CF804C}" dt="2019-12-02T22:29:54.281" v="5" actId="208"/>
          <ac:cxnSpMkLst>
            <pc:docMk/>
            <pc:sldMk cId="2507164303" sldId="13376"/>
            <ac:cxnSpMk id="11" creationId="{24355858-3B6D-4B0C-84BC-18270FC65B09}"/>
          </ac:cxnSpMkLst>
        </pc:cxnChg>
        <pc:cxnChg chg="add mod">
          <ac:chgData name="Russ Henderson" userId="1a9b2c94-14ea-443c-90c9-9fd3fcb66448" providerId="ADAL" clId="{E74D8042-6140-4394-AB2A-C7EFF2CF804C}" dt="2019-12-02T22:38:00.175" v="309" actId="1037"/>
          <ac:cxnSpMkLst>
            <pc:docMk/>
            <pc:sldMk cId="2507164303" sldId="13376"/>
            <ac:cxnSpMk id="12" creationId="{30230773-CE31-40F7-8486-B46F46EC56F8}"/>
          </ac:cxnSpMkLst>
        </pc:cxnChg>
        <pc:cxnChg chg="add mod">
          <ac:chgData name="Russ Henderson" userId="1a9b2c94-14ea-443c-90c9-9fd3fcb66448" providerId="ADAL" clId="{E74D8042-6140-4394-AB2A-C7EFF2CF804C}" dt="2019-12-02T22:37:54.714" v="305" actId="1038"/>
          <ac:cxnSpMkLst>
            <pc:docMk/>
            <pc:sldMk cId="2507164303" sldId="13376"/>
            <ac:cxnSpMk id="18" creationId="{7DE12893-61A4-4C3A-940B-1AD37B4CE06C}"/>
          </ac:cxnSpMkLst>
        </pc:cxnChg>
      </pc:sldChg>
      <pc:sldMasterChg chg="delSldLayout">
        <pc:chgData name="Russ Henderson" userId="1a9b2c94-14ea-443c-90c9-9fd3fcb66448" providerId="ADAL" clId="{E74D8042-6140-4394-AB2A-C7EFF2CF804C}" dt="2019-12-02T22:31:26.709" v="8" actId="2696"/>
        <pc:sldMasterMkLst>
          <pc:docMk/>
          <pc:sldMasterMk cId="1088421483" sldId="2147483648"/>
        </pc:sldMasterMkLst>
        <pc:sldLayoutChg chg="del">
          <pc:chgData name="Russ Henderson" userId="1a9b2c94-14ea-443c-90c9-9fd3fcb66448" providerId="ADAL" clId="{E74D8042-6140-4394-AB2A-C7EFF2CF804C}" dt="2019-12-02T22:31:26.709" v="8" actId="2696"/>
          <pc:sldLayoutMkLst>
            <pc:docMk/>
            <pc:sldMasterMk cId="1088421483" sldId="2147483648"/>
            <pc:sldLayoutMk cId="42211930" sldId="2147483660"/>
          </pc:sldLayoutMkLst>
        </pc:sldLayoutChg>
      </pc:sldMasterChg>
      <pc:sldMasterChg chg="del delSldLayout">
        <pc:chgData name="Russ Henderson" userId="1a9b2c94-14ea-443c-90c9-9fd3fcb66448" providerId="ADAL" clId="{E74D8042-6140-4394-AB2A-C7EFF2CF804C}" dt="2019-12-02T22:31:26.886" v="64" actId="2696"/>
        <pc:sldMasterMkLst>
          <pc:docMk/>
          <pc:sldMasterMk cId="175525551" sldId="2147483661"/>
        </pc:sldMasterMkLst>
        <pc:sldLayoutChg chg="del">
          <pc:chgData name="Russ Henderson" userId="1a9b2c94-14ea-443c-90c9-9fd3fcb66448" providerId="ADAL" clId="{E74D8042-6140-4394-AB2A-C7EFF2CF804C}" dt="2019-12-02T22:31:26.828" v="13" actId="2696"/>
          <pc:sldLayoutMkLst>
            <pc:docMk/>
            <pc:sldMasterMk cId="175525551" sldId="2147483661"/>
            <pc:sldLayoutMk cId="342850535" sldId="2147483662"/>
          </pc:sldLayoutMkLst>
        </pc:sldLayoutChg>
        <pc:sldLayoutChg chg="del">
          <pc:chgData name="Russ Henderson" userId="1a9b2c94-14ea-443c-90c9-9fd3fcb66448" providerId="ADAL" clId="{E74D8042-6140-4394-AB2A-C7EFF2CF804C}" dt="2019-12-02T22:31:26.829" v="14" actId="2696"/>
          <pc:sldLayoutMkLst>
            <pc:docMk/>
            <pc:sldMasterMk cId="175525551" sldId="2147483661"/>
            <pc:sldLayoutMk cId="3177878720" sldId="2147483663"/>
          </pc:sldLayoutMkLst>
        </pc:sldLayoutChg>
        <pc:sldLayoutChg chg="del">
          <pc:chgData name="Russ Henderson" userId="1a9b2c94-14ea-443c-90c9-9fd3fcb66448" providerId="ADAL" clId="{E74D8042-6140-4394-AB2A-C7EFF2CF804C}" dt="2019-12-02T22:31:26.830" v="15" actId="2696"/>
          <pc:sldLayoutMkLst>
            <pc:docMk/>
            <pc:sldMasterMk cId="175525551" sldId="2147483661"/>
            <pc:sldLayoutMk cId="3780190582" sldId="2147483664"/>
          </pc:sldLayoutMkLst>
        </pc:sldLayoutChg>
        <pc:sldLayoutChg chg="del">
          <pc:chgData name="Russ Henderson" userId="1a9b2c94-14ea-443c-90c9-9fd3fcb66448" providerId="ADAL" clId="{E74D8042-6140-4394-AB2A-C7EFF2CF804C}" dt="2019-12-02T22:31:26.831" v="16" actId="2696"/>
          <pc:sldLayoutMkLst>
            <pc:docMk/>
            <pc:sldMasterMk cId="175525551" sldId="2147483661"/>
            <pc:sldLayoutMk cId="1494940640" sldId="2147483665"/>
          </pc:sldLayoutMkLst>
        </pc:sldLayoutChg>
        <pc:sldLayoutChg chg="del">
          <pc:chgData name="Russ Henderson" userId="1a9b2c94-14ea-443c-90c9-9fd3fcb66448" providerId="ADAL" clId="{E74D8042-6140-4394-AB2A-C7EFF2CF804C}" dt="2019-12-02T22:31:26.832" v="17" actId="2696"/>
          <pc:sldLayoutMkLst>
            <pc:docMk/>
            <pc:sldMasterMk cId="175525551" sldId="2147483661"/>
            <pc:sldLayoutMk cId="2272925975" sldId="2147483666"/>
          </pc:sldLayoutMkLst>
        </pc:sldLayoutChg>
        <pc:sldLayoutChg chg="del">
          <pc:chgData name="Russ Henderson" userId="1a9b2c94-14ea-443c-90c9-9fd3fcb66448" providerId="ADAL" clId="{E74D8042-6140-4394-AB2A-C7EFF2CF804C}" dt="2019-12-02T22:31:26.833" v="18" actId="2696"/>
          <pc:sldLayoutMkLst>
            <pc:docMk/>
            <pc:sldMasterMk cId="175525551" sldId="2147483661"/>
            <pc:sldLayoutMk cId="1308415524" sldId="2147483667"/>
          </pc:sldLayoutMkLst>
        </pc:sldLayoutChg>
        <pc:sldLayoutChg chg="del">
          <pc:chgData name="Russ Henderson" userId="1a9b2c94-14ea-443c-90c9-9fd3fcb66448" providerId="ADAL" clId="{E74D8042-6140-4394-AB2A-C7EFF2CF804C}" dt="2019-12-02T22:31:26.834" v="19" actId="2696"/>
          <pc:sldLayoutMkLst>
            <pc:docMk/>
            <pc:sldMasterMk cId="175525551" sldId="2147483661"/>
            <pc:sldLayoutMk cId="2273371444" sldId="2147483668"/>
          </pc:sldLayoutMkLst>
        </pc:sldLayoutChg>
        <pc:sldLayoutChg chg="del">
          <pc:chgData name="Russ Henderson" userId="1a9b2c94-14ea-443c-90c9-9fd3fcb66448" providerId="ADAL" clId="{E74D8042-6140-4394-AB2A-C7EFF2CF804C}" dt="2019-12-02T22:31:26.837" v="20" actId="2696"/>
          <pc:sldLayoutMkLst>
            <pc:docMk/>
            <pc:sldMasterMk cId="175525551" sldId="2147483661"/>
            <pc:sldLayoutMk cId="3757118538" sldId="2147483669"/>
          </pc:sldLayoutMkLst>
        </pc:sldLayoutChg>
        <pc:sldLayoutChg chg="del">
          <pc:chgData name="Russ Henderson" userId="1a9b2c94-14ea-443c-90c9-9fd3fcb66448" providerId="ADAL" clId="{E74D8042-6140-4394-AB2A-C7EFF2CF804C}" dt="2019-12-02T22:31:26.838" v="21" actId="2696"/>
          <pc:sldLayoutMkLst>
            <pc:docMk/>
            <pc:sldMasterMk cId="175525551" sldId="2147483661"/>
            <pc:sldLayoutMk cId="2091533672" sldId="2147483670"/>
          </pc:sldLayoutMkLst>
        </pc:sldLayoutChg>
        <pc:sldLayoutChg chg="del">
          <pc:chgData name="Russ Henderson" userId="1a9b2c94-14ea-443c-90c9-9fd3fcb66448" providerId="ADAL" clId="{E74D8042-6140-4394-AB2A-C7EFF2CF804C}" dt="2019-12-02T22:31:26.840" v="22" actId="2696"/>
          <pc:sldLayoutMkLst>
            <pc:docMk/>
            <pc:sldMasterMk cId="175525551" sldId="2147483661"/>
            <pc:sldLayoutMk cId="2296566779" sldId="2147483671"/>
          </pc:sldLayoutMkLst>
        </pc:sldLayoutChg>
        <pc:sldLayoutChg chg="del">
          <pc:chgData name="Russ Henderson" userId="1a9b2c94-14ea-443c-90c9-9fd3fcb66448" providerId="ADAL" clId="{E74D8042-6140-4394-AB2A-C7EFF2CF804C}" dt="2019-12-02T22:31:26.841" v="23" actId="2696"/>
          <pc:sldLayoutMkLst>
            <pc:docMk/>
            <pc:sldMasterMk cId="175525551" sldId="2147483661"/>
            <pc:sldLayoutMk cId="668207338" sldId="2147483672"/>
          </pc:sldLayoutMkLst>
        </pc:sldLayoutChg>
        <pc:sldLayoutChg chg="del">
          <pc:chgData name="Russ Henderson" userId="1a9b2c94-14ea-443c-90c9-9fd3fcb66448" providerId="ADAL" clId="{E74D8042-6140-4394-AB2A-C7EFF2CF804C}" dt="2019-12-02T22:31:26.842" v="24" actId="2696"/>
          <pc:sldLayoutMkLst>
            <pc:docMk/>
            <pc:sldMasterMk cId="175525551" sldId="2147483661"/>
            <pc:sldLayoutMk cId="1858203760" sldId="2147483673"/>
          </pc:sldLayoutMkLst>
        </pc:sldLayoutChg>
        <pc:sldLayoutChg chg="del">
          <pc:chgData name="Russ Henderson" userId="1a9b2c94-14ea-443c-90c9-9fd3fcb66448" providerId="ADAL" clId="{E74D8042-6140-4394-AB2A-C7EFF2CF804C}" dt="2019-12-02T22:31:26.843" v="25" actId="2696"/>
          <pc:sldLayoutMkLst>
            <pc:docMk/>
            <pc:sldMasterMk cId="175525551" sldId="2147483661"/>
            <pc:sldLayoutMk cId="993962217" sldId="2147483674"/>
          </pc:sldLayoutMkLst>
        </pc:sldLayoutChg>
        <pc:sldLayoutChg chg="del">
          <pc:chgData name="Russ Henderson" userId="1a9b2c94-14ea-443c-90c9-9fd3fcb66448" providerId="ADAL" clId="{E74D8042-6140-4394-AB2A-C7EFF2CF804C}" dt="2019-12-02T22:31:26.844" v="26" actId="2696"/>
          <pc:sldLayoutMkLst>
            <pc:docMk/>
            <pc:sldMasterMk cId="175525551" sldId="2147483661"/>
            <pc:sldLayoutMk cId="25741142" sldId="2147483675"/>
          </pc:sldLayoutMkLst>
        </pc:sldLayoutChg>
        <pc:sldLayoutChg chg="del">
          <pc:chgData name="Russ Henderson" userId="1a9b2c94-14ea-443c-90c9-9fd3fcb66448" providerId="ADAL" clId="{E74D8042-6140-4394-AB2A-C7EFF2CF804C}" dt="2019-12-02T22:31:26.845" v="27" actId="2696"/>
          <pc:sldLayoutMkLst>
            <pc:docMk/>
            <pc:sldMasterMk cId="175525551" sldId="2147483661"/>
            <pc:sldLayoutMk cId="2490102702" sldId="2147483676"/>
          </pc:sldLayoutMkLst>
        </pc:sldLayoutChg>
        <pc:sldLayoutChg chg="del">
          <pc:chgData name="Russ Henderson" userId="1a9b2c94-14ea-443c-90c9-9fd3fcb66448" providerId="ADAL" clId="{E74D8042-6140-4394-AB2A-C7EFF2CF804C}" dt="2019-12-02T22:31:26.846" v="28" actId="2696"/>
          <pc:sldLayoutMkLst>
            <pc:docMk/>
            <pc:sldMasterMk cId="175525551" sldId="2147483661"/>
            <pc:sldLayoutMk cId="3198986396" sldId="2147483677"/>
          </pc:sldLayoutMkLst>
        </pc:sldLayoutChg>
        <pc:sldLayoutChg chg="del">
          <pc:chgData name="Russ Henderson" userId="1a9b2c94-14ea-443c-90c9-9fd3fcb66448" providerId="ADAL" clId="{E74D8042-6140-4394-AB2A-C7EFF2CF804C}" dt="2019-12-02T22:31:26.847" v="29" actId="2696"/>
          <pc:sldLayoutMkLst>
            <pc:docMk/>
            <pc:sldMasterMk cId="175525551" sldId="2147483661"/>
            <pc:sldLayoutMk cId="405006128" sldId="2147483678"/>
          </pc:sldLayoutMkLst>
        </pc:sldLayoutChg>
        <pc:sldLayoutChg chg="del">
          <pc:chgData name="Russ Henderson" userId="1a9b2c94-14ea-443c-90c9-9fd3fcb66448" providerId="ADAL" clId="{E74D8042-6140-4394-AB2A-C7EFF2CF804C}" dt="2019-12-02T22:31:26.848" v="30" actId="2696"/>
          <pc:sldLayoutMkLst>
            <pc:docMk/>
            <pc:sldMasterMk cId="175525551" sldId="2147483661"/>
            <pc:sldLayoutMk cId="2582871230" sldId="2147483679"/>
          </pc:sldLayoutMkLst>
        </pc:sldLayoutChg>
        <pc:sldLayoutChg chg="del">
          <pc:chgData name="Russ Henderson" userId="1a9b2c94-14ea-443c-90c9-9fd3fcb66448" providerId="ADAL" clId="{E74D8042-6140-4394-AB2A-C7EFF2CF804C}" dt="2019-12-02T22:31:26.848" v="31" actId="2696"/>
          <pc:sldLayoutMkLst>
            <pc:docMk/>
            <pc:sldMasterMk cId="175525551" sldId="2147483661"/>
            <pc:sldLayoutMk cId="3108765022" sldId="2147483680"/>
          </pc:sldLayoutMkLst>
        </pc:sldLayoutChg>
        <pc:sldLayoutChg chg="del">
          <pc:chgData name="Russ Henderson" userId="1a9b2c94-14ea-443c-90c9-9fd3fcb66448" providerId="ADAL" clId="{E74D8042-6140-4394-AB2A-C7EFF2CF804C}" dt="2019-12-02T22:31:26.849" v="32" actId="2696"/>
          <pc:sldLayoutMkLst>
            <pc:docMk/>
            <pc:sldMasterMk cId="175525551" sldId="2147483661"/>
            <pc:sldLayoutMk cId="2920613345" sldId="2147483681"/>
          </pc:sldLayoutMkLst>
        </pc:sldLayoutChg>
        <pc:sldLayoutChg chg="del">
          <pc:chgData name="Russ Henderson" userId="1a9b2c94-14ea-443c-90c9-9fd3fcb66448" providerId="ADAL" clId="{E74D8042-6140-4394-AB2A-C7EFF2CF804C}" dt="2019-12-02T22:31:26.850" v="33" actId="2696"/>
          <pc:sldLayoutMkLst>
            <pc:docMk/>
            <pc:sldMasterMk cId="175525551" sldId="2147483661"/>
            <pc:sldLayoutMk cId="1308047677" sldId="2147483682"/>
          </pc:sldLayoutMkLst>
        </pc:sldLayoutChg>
        <pc:sldLayoutChg chg="del">
          <pc:chgData name="Russ Henderson" userId="1a9b2c94-14ea-443c-90c9-9fd3fcb66448" providerId="ADAL" clId="{E74D8042-6140-4394-AB2A-C7EFF2CF804C}" dt="2019-12-02T22:31:26.852" v="34" actId="2696"/>
          <pc:sldLayoutMkLst>
            <pc:docMk/>
            <pc:sldMasterMk cId="175525551" sldId="2147483661"/>
            <pc:sldLayoutMk cId="2423339707" sldId="2147483683"/>
          </pc:sldLayoutMkLst>
        </pc:sldLayoutChg>
        <pc:sldLayoutChg chg="del">
          <pc:chgData name="Russ Henderson" userId="1a9b2c94-14ea-443c-90c9-9fd3fcb66448" providerId="ADAL" clId="{E74D8042-6140-4394-AB2A-C7EFF2CF804C}" dt="2019-12-02T22:31:26.854" v="35" actId="2696"/>
          <pc:sldLayoutMkLst>
            <pc:docMk/>
            <pc:sldMasterMk cId="175525551" sldId="2147483661"/>
            <pc:sldLayoutMk cId="4086407803" sldId="2147483684"/>
          </pc:sldLayoutMkLst>
        </pc:sldLayoutChg>
        <pc:sldLayoutChg chg="del">
          <pc:chgData name="Russ Henderson" userId="1a9b2c94-14ea-443c-90c9-9fd3fcb66448" providerId="ADAL" clId="{E74D8042-6140-4394-AB2A-C7EFF2CF804C}" dt="2019-12-02T22:31:26.855" v="36" actId="2696"/>
          <pc:sldLayoutMkLst>
            <pc:docMk/>
            <pc:sldMasterMk cId="175525551" sldId="2147483661"/>
            <pc:sldLayoutMk cId="584700594" sldId="2147483685"/>
          </pc:sldLayoutMkLst>
        </pc:sldLayoutChg>
        <pc:sldLayoutChg chg="del">
          <pc:chgData name="Russ Henderson" userId="1a9b2c94-14ea-443c-90c9-9fd3fcb66448" providerId="ADAL" clId="{E74D8042-6140-4394-AB2A-C7EFF2CF804C}" dt="2019-12-02T22:31:26.857" v="37" actId="2696"/>
          <pc:sldLayoutMkLst>
            <pc:docMk/>
            <pc:sldMasterMk cId="175525551" sldId="2147483661"/>
            <pc:sldLayoutMk cId="3248331245" sldId="2147483686"/>
          </pc:sldLayoutMkLst>
        </pc:sldLayoutChg>
        <pc:sldLayoutChg chg="del">
          <pc:chgData name="Russ Henderson" userId="1a9b2c94-14ea-443c-90c9-9fd3fcb66448" providerId="ADAL" clId="{E74D8042-6140-4394-AB2A-C7EFF2CF804C}" dt="2019-12-02T22:31:26.858" v="38" actId="2696"/>
          <pc:sldLayoutMkLst>
            <pc:docMk/>
            <pc:sldMasterMk cId="175525551" sldId="2147483661"/>
            <pc:sldLayoutMk cId="3474297819" sldId="2147483687"/>
          </pc:sldLayoutMkLst>
        </pc:sldLayoutChg>
        <pc:sldLayoutChg chg="del">
          <pc:chgData name="Russ Henderson" userId="1a9b2c94-14ea-443c-90c9-9fd3fcb66448" providerId="ADAL" clId="{E74D8042-6140-4394-AB2A-C7EFF2CF804C}" dt="2019-12-02T22:31:26.859" v="39" actId="2696"/>
          <pc:sldLayoutMkLst>
            <pc:docMk/>
            <pc:sldMasterMk cId="175525551" sldId="2147483661"/>
            <pc:sldLayoutMk cId="1230227266" sldId="2147483688"/>
          </pc:sldLayoutMkLst>
        </pc:sldLayoutChg>
        <pc:sldLayoutChg chg="del">
          <pc:chgData name="Russ Henderson" userId="1a9b2c94-14ea-443c-90c9-9fd3fcb66448" providerId="ADAL" clId="{E74D8042-6140-4394-AB2A-C7EFF2CF804C}" dt="2019-12-02T22:31:26.860" v="40" actId="2696"/>
          <pc:sldLayoutMkLst>
            <pc:docMk/>
            <pc:sldMasterMk cId="175525551" sldId="2147483661"/>
            <pc:sldLayoutMk cId="232204249" sldId="2147483689"/>
          </pc:sldLayoutMkLst>
        </pc:sldLayoutChg>
        <pc:sldLayoutChg chg="del">
          <pc:chgData name="Russ Henderson" userId="1a9b2c94-14ea-443c-90c9-9fd3fcb66448" providerId="ADAL" clId="{E74D8042-6140-4394-AB2A-C7EFF2CF804C}" dt="2019-12-02T22:31:26.861" v="41" actId="2696"/>
          <pc:sldLayoutMkLst>
            <pc:docMk/>
            <pc:sldMasterMk cId="175525551" sldId="2147483661"/>
            <pc:sldLayoutMk cId="251326232" sldId="2147483690"/>
          </pc:sldLayoutMkLst>
        </pc:sldLayoutChg>
        <pc:sldLayoutChg chg="del">
          <pc:chgData name="Russ Henderson" userId="1a9b2c94-14ea-443c-90c9-9fd3fcb66448" providerId="ADAL" clId="{E74D8042-6140-4394-AB2A-C7EFF2CF804C}" dt="2019-12-02T22:31:26.862" v="42" actId="2696"/>
          <pc:sldLayoutMkLst>
            <pc:docMk/>
            <pc:sldMasterMk cId="175525551" sldId="2147483661"/>
            <pc:sldLayoutMk cId="641734739" sldId="2147483691"/>
          </pc:sldLayoutMkLst>
        </pc:sldLayoutChg>
        <pc:sldLayoutChg chg="del">
          <pc:chgData name="Russ Henderson" userId="1a9b2c94-14ea-443c-90c9-9fd3fcb66448" providerId="ADAL" clId="{E74D8042-6140-4394-AB2A-C7EFF2CF804C}" dt="2019-12-02T22:31:26.863" v="43" actId="2696"/>
          <pc:sldLayoutMkLst>
            <pc:docMk/>
            <pc:sldMasterMk cId="175525551" sldId="2147483661"/>
            <pc:sldLayoutMk cId="134245030" sldId="2147483692"/>
          </pc:sldLayoutMkLst>
        </pc:sldLayoutChg>
        <pc:sldLayoutChg chg="del">
          <pc:chgData name="Russ Henderson" userId="1a9b2c94-14ea-443c-90c9-9fd3fcb66448" providerId="ADAL" clId="{E74D8042-6140-4394-AB2A-C7EFF2CF804C}" dt="2019-12-02T22:31:26.863" v="44" actId="2696"/>
          <pc:sldLayoutMkLst>
            <pc:docMk/>
            <pc:sldMasterMk cId="175525551" sldId="2147483661"/>
            <pc:sldLayoutMk cId="1286942226" sldId="2147483693"/>
          </pc:sldLayoutMkLst>
        </pc:sldLayoutChg>
        <pc:sldLayoutChg chg="del">
          <pc:chgData name="Russ Henderson" userId="1a9b2c94-14ea-443c-90c9-9fd3fcb66448" providerId="ADAL" clId="{E74D8042-6140-4394-AB2A-C7EFF2CF804C}" dt="2019-12-02T22:31:26.864" v="45" actId="2696"/>
          <pc:sldLayoutMkLst>
            <pc:docMk/>
            <pc:sldMasterMk cId="175525551" sldId="2147483661"/>
            <pc:sldLayoutMk cId="1037004202" sldId="2147483694"/>
          </pc:sldLayoutMkLst>
        </pc:sldLayoutChg>
        <pc:sldLayoutChg chg="del">
          <pc:chgData name="Russ Henderson" userId="1a9b2c94-14ea-443c-90c9-9fd3fcb66448" providerId="ADAL" clId="{E74D8042-6140-4394-AB2A-C7EFF2CF804C}" dt="2019-12-02T22:31:26.865" v="46" actId="2696"/>
          <pc:sldLayoutMkLst>
            <pc:docMk/>
            <pc:sldMasterMk cId="175525551" sldId="2147483661"/>
            <pc:sldLayoutMk cId="2143530133" sldId="2147483695"/>
          </pc:sldLayoutMkLst>
        </pc:sldLayoutChg>
        <pc:sldLayoutChg chg="del">
          <pc:chgData name="Russ Henderson" userId="1a9b2c94-14ea-443c-90c9-9fd3fcb66448" providerId="ADAL" clId="{E74D8042-6140-4394-AB2A-C7EFF2CF804C}" dt="2019-12-02T22:31:26.866" v="47" actId="2696"/>
          <pc:sldLayoutMkLst>
            <pc:docMk/>
            <pc:sldMasterMk cId="175525551" sldId="2147483661"/>
            <pc:sldLayoutMk cId="2093635428" sldId="2147483696"/>
          </pc:sldLayoutMkLst>
        </pc:sldLayoutChg>
        <pc:sldLayoutChg chg="del">
          <pc:chgData name="Russ Henderson" userId="1a9b2c94-14ea-443c-90c9-9fd3fcb66448" providerId="ADAL" clId="{E74D8042-6140-4394-AB2A-C7EFF2CF804C}" dt="2019-12-02T22:31:26.867" v="48" actId="2696"/>
          <pc:sldLayoutMkLst>
            <pc:docMk/>
            <pc:sldMasterMk cId="175525551" sldId="2147483661"/>
            <pc:sldLayoutMk cId="3885449359" sldId="2147483697"/>
          </pc:sldLayoutMkLst>
        </pc:sldLayoutChg>
        <pc:sldLayoutChg chg="del">
          <pc:chgData name="Russ Henderson" userId="1a9b2c94-14ea-443c-90c9-9fd3fcb66448" providerId="ADAL" clId="{E74D8042-6140-4394-AB2A-C7EFF2CF804C}" dt="2019-12-02T22:31:26.869" v="49" actId="2696"/>
          <pc:sldLayoutMkLst>
            <pc:docMk/>
            <pc:sldMasterMk cId="175525551" sldId="2147483661"/>
            <pc:sldLayoutMk cId="798048145" sldId="2147483698"/>
          </pc:sldLayoutMkLst>
        </pc:sldLayoutChg>
        <pc:sldLayoutChg chg="del">
          <pc:chgData name="Russ Henderson" userId="1a9b2c94-14ea-443c-90c9-9fd3fcb66448" providerId="ADAL" clId="{E74D8042-6140-4394-AB2A-C7EFF2CF804C}" dt="2019-12-02T22:31:26.871" v="50" actId="2696"/>
          <pc:sldLayoutMkLst>
            <pc:docMk/>
            <pc:sldMasterMk cId="175525551" sldId="2147483661"/>
            <pc:sldLayoutMk cId="2934291364" sldId="2147483699"/>
          </pc:sldLayoutMkLst>
        </pc:sldLayoutChg>
        <pc:sldLayoutChg chg="del">
          <pc:chgData name="Russ Henderson" userId="1a9b2c94-14ea-443c-90c9-9fd3fcb66448" providerId="ADAL" clId="{E74D8042-6140-4394-AB2A-C7EFF2CF804C}" dt="2019-12-02T22:31:26.872" v="51" actId="2696"/>
          <pc:sldLayoutMkLst>
            <pc:docMk/>
            <pc:sldMasterMk cId="175525551" sldId="2147483661"/>
            <pc:sldLayoutMk cId="13426667" sldId="2147483700"/>
          </pc:sldLayoutMkLst>
        </pc:sldLayoutChg>
        <pc:sldLayoutChg chg="del">
          <pc:chgData name="Russ Henderson" userId="1a9b2c94-14ea-443c-90c9-9fd3fcb66448" providerId="ADAL" clId="{E74D8042-6140-4394-AB2A-C7EFF2CF804C}" dt="2019-12-02T22:31:26.873" v="52" actId="2696"/>
          <pc:sldLayoutMkLst>
            <pc:docMk/>
            <pc:sldMasterMk cId="175525551" sldId="2147483661"/>
            <pc:sldLayoutMk cId="3977462118" sldId="2147483701"/>
          </pc:sldLayoutMkLst>
        </pc:sldLayoutChg>
        <pc:sldLayoutChg chg="del">
          <pc:chgData name="Russ Henderson" userId="1a9b2c94-14ea-443c-90c9-9fd3fcb66448" providerId="ADAL" clId="{E74D8042-6140-4394-AB2A-C7EFF2CF804C}" dt="2019-12-02T22:31:26.874" v="53" actId="2696"/>
          <pc:sldLayoutMkLst>
            <pc:docMk/>
            <pc:sldMasterMk cId="175525551" sldId="2147483661"/>
            <pc:sldLayoutMk cId="4102221288" sldId="2147483702"/>
          </pc:sldLayoutMkLst>
        </pc:sldLayoutChg>
        <pc:sldLayoutChg chg="del">
          <pc:chgData name="Russ Henderson" userId="1a9b2c94-14ea-443c-90c9-9fd3fcb66448" providerId="ADAL" clId="{E74D8042-6140-4394-AB2A-C7EFF2CF804C}" dt="2019-12-02T22:31:26.875" v="54" actId="2696"/>
          <pc:sldLayoutMkLst>
            <pc:docMk/>
            <pc:sldMasterMk cId="175525551" sldId="2147483661"/>
            <pc:sldLayoutMk cId="2086914223" sldId="2147483703"/>
          </pc:sldLayoutMkLst>
        </pc:sldLayoutChg>
        <pc:sldLayoutChg chg="del">
          <pc:chgData name="Russ Henderson" userId="1a9b2c94-14ea-443c-90c9-9fd3fcb66448" providerId="ADAL" clId="{E74D8042-6140-4394-AB2A-C7EFF2CF804C}" dt="2019-12-02T22:31:26.876" v="55" actId="2696"/>
          <pc:sldLayoutMkLst>
            <pc:docMk/>
            <pc:sldMasterMk cId="175525551" sldId="2147483661"/>
            <pc:sldLayoutMk cId="746577656" sldId="2147483704"/>
          </pc:sldLayoutMkLst>
        </pc:sldLayoutChg>
        <pc:sldLayoutChg chg="del">
          <pc:chgData name="Russ Henderson" userId="1a9b2c94-14ea-443c-90c9-9fd3fcb66448" providerId="ADAL" clId="{E74D8042-6140-4394-AB2A-C7EFF2CF804C}" dt="2019-12-02T22:31:26.877" v="56" actId="2696"/>
          <pc:sldLayoutMkLst>
            <pc:docMk/>
            <pc:sldMasterMk cId="175525551" sldId="2147483661"/>
            <pc:sldLayoutMk cId="1673278592" sldId="2147483705"/>
          </pc:sldLayoutMkLst>
        </pc:sldLayoutChg>
        <pc:sldLayoutChg chg="del">
          <pc:chgData name="Russ Henderson" userId="1a9b2c94-14ea-443c-90c9-9fd3fcb66448" providerId="ADAL" clId="{E74D8042-6140-4394-AB2A-C7EFF2CF804C}" dt="2019-12-02T22:31:26.878" v="57" actId="2696"/>
          <pc:sldLayoutMkLst>
            <pc:docMk/>
            <pc:sldMasterMk cId="175525551" sldId="2147483661"/>
            <pc:sldLayoutMk cId="1956574673" sldId="2147483706"/>
          </pc:sldLayoutMkLst>
        </pc:sldLayoutChg>
        <pc:sldLayoutChg chg="del">
          <pc:chgData name="Russ Henderson" userId="1a9b2c94-14ea-443c-90c9-9fd3fcb66448" providerId="ADAL" clId="{E74D8042-6140-4394-AB2A-C7EFF2CF804C}" dt="2019-12-02T22:31:26.879" v="58" actId="2696"/>
          <pc:sldLayoutMkLst>
            <pc:docMk/>
            <pc:sldMasterMk cId="175525551" sldId="2147483661"/>
            <pc:sldLayoutMk cId="1109042628" sldId="2147483707"/>
          </pc:sldLayoutMkLst>
        </pc:sldLayoutChg>
        <pc:sldLayoutChg chg="del">
          <pc:chgData name="Russ Henderson" userId="1a9b2c94-14ea-443c-90c9-9fd3fcb66448" providerId="ADAL" clId="{E74D8042-6140-4394-AB2A-C7EFF2CF804C}" dt="2019-12-02T22:31:26.880" v="59" actId="2696"/>
          <pc:sldLayoutMkLst>
            <pc:docMk/>
            <pc:sldMasterMk cId="175525551" sldId="2147483661"/>
            <pc:sldLayoutMk cId="3299755605" sldId="2147483708"/>
          </pc:sldLayoutMkLst>
        </pc:sldLayoutChg>
        <pc:sldLayoutChg chg="del">
          <pc:chgData name="Russ Henderson" userId="1a9b2c94-14ea-443c-90c9-9fd3fcb66448" providerId="ADAL" clId="{E74D8042-6140-4394-AB2A-C7EFF2CF804C}" dt="2019-12-02T22:31:26.881" v="60" actId="2696"/>
          <pc:sldLayoutMkLst>
            <pc:docMk/>
            <pc:sldMasterMk cId="175525551" sldId="2147483661"/>
            <pc:sldLayoutMk cId="3275374335" sldId="2147483709"/>
          </pc:sldLayoutMkLst>
        </pc:sldLayoutChg>
        <pc:sldLayoutChg chg="del">
          <pc:chgData name="Russ Henderson" userId="1a9b2c94-14ea-443c-90c9-9fd3fcb66448" providerId="ADAL" clId="{E74D8042-6140-4394-AB2A-C7EFF2CF804C}" dt="2019-12-02T22:31:26.882" v="61" actId="2696"/>
          <pc:sldLayoutMkLst>
            <pc:docMk/>
            <pc:sldMasterMk cId="175525551" sldId="2147483661"/>
            <pc:sldLayoutMk cId="4283605695" sldId="2147483710"/>
          </pc:sldLayoutMkLst>
        </pc:sldLayoutChg>
        <pc:sldLayoutChg chg="del">
          <pc:chgData name="Russ Henderson" userId="1a9b2c94-14ea-443c-90c9-9fd3fcb66448" providerId="ADAL" clId="{E74D8042-6140-4394-AB2A-C7EFF2CF804C}" dt="2019-12-02T22:31:26.883" v="62" actId="2696"/>
          <pc:sldLayoutMkLst>
            <pc:docMk/>
            <pc:sldMasterMk cId="175525551" sldId="2147483661"/>
            <pc:sldLayoutMk cId="625380948" sldId="2147483711"/>
          </pc:sldLayoutMkLst>
        </pc:sldLayoutChg>
        <pc:sldLayoutChg chg="del">
          <pc:chgData name="Russ Henderson" userId="1a9b2c94-14ea-443c-90c9-9fd3fcb66448" providerId="ADAL" clId="{E74D8042-6140-4394-AB2A-C7EFF2CF804C}" dt="2019-12-02T22:31:26.884" v="63" actId="2696"/>
          <pc:sldLayoutMkLst>
            <pc:docMk/>
            <pc:sldMasterMk cId="175525551" sldId="2147483661"/>
            <pc:sldLayoutMk cId="105665680" sldId="2147483712"/>
          </pc:sldLayoutMkLst>
        </pc:sldLayoutChg>
      </pc:sldMasterChg>
    </pc:docChg>
  </pc:docChgLst>
  <pc:docChgLst>
    <pc:chgData name="Russ Henderson" userId="1a9b2c94-14ea-443c-90c9-9fd3fcb66448" providerId="ADAL" clId="{0FAA29FB-F360-4252-8473-65DD34CA29EB}"/>
    <pc:docChg chg="custSel modSld">
      <pc:chgData name="Russ Henderson" userId="1a9b2c94-14ea-443c-90c9-9fd3fcb66448" providerId="ADAL" clId="{0FAA29FB-F360-4252-8473-65DD34CA29EB}" dt="2019-12-17T14:54:55.606" v="73" actId="207"/>
      <pc:docMkLst>
        <pc:docMk/>
      </pc:docMkLst>
      <pc:sldChg chg="modSp">
        <pc:chgData name="Russ Henderson" userId="1a9b2c94-14ea-443c-90c9-9fd3fcb66448" providerId="ADAL" clId="{0FAA29FB-F360-4252-8473-65DD34CA29EB}" dt="2019-12-17T14:54:55.606" v="73" actId="207"/>
        <pc:sldMkLst>
          <pc:docMk/>
          <pc:sldMk cId="2507164303" sldId="13376"/>
        </pc:sldMkLst>
        <pc:spChg chg="mod">
          <ac:chgData name="Russ Henderson" userId="1a9b2c94-14ea-443c-90c9-9fd3fcb66448" providerId="ADAL" clId="{0FAA29FB-F360-4252-8473-65DD34CA29EB}" dt="2019-12-17T14:54:52.304" v="72" actId="207"/>
          <ac:spMkLst>
            <pc:docMk/>
            <pc:sldMk cId="2507164303" sldId="13376"/>
            <ac:spMk id="15" creationId="{4406AB8D-D5F7-4723-BD03-09D95B2FF265}"/>
          </ac:spMkLst>
        </pc:spChg>
        <pc:spChg chg="mod">
          <ac:chgData name="Russ Henderson" userId="1a9b2c94-14ea-443c-90c9-9fd3fcb66448" providerId="ADAL" clId="{0FAA29FB-F360-4252-8473-65DD34CA29EB}" dt="2019-12-17T14:54:55.606" v="73" actId="207"/>
          <ac:spMkLst>
            <pc:docMk/>
            <pc:sldMk cId="2507164303" sldId="13376"/>
            <ac:spMk id="16" creationId="{2228B9D6-A62A-46A8-9391-3610F4D642C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811C3-A487-4ADB-84E5-FE7D8A59929E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4926A-9134-44B4-90D5-C2A0AD32B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4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48732-23CC-4BC7-BF60-CEB0BE1E2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EA4AD-6B3C-4435-82D1-0DA6D7063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EC4F2-BD66-4B78-8DC7-E431E5E4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0FA7-D0DD-469B-AB5B-22925E8D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FC05C-EA7A-4DC4-82A0-15E35A2B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2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1CE5-2103-44E2-B349-1C7641B1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990F-331E-4D61-B4E7-5F04656F2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9B46E-8219-4A67-8F8D-69BC5F1B4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F26C-229E-4372-AED4-4BF6F2CE9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F9BE2-7186-4C57-B1EC-09E16E00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51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810A2-5A18-4521-AFCE-3CF359EFA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CC80E-61FF-49C3-BF04-7A2F54DD5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2C0C3-D132-4553-B192-89F036102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464D5-EB23-40C0-AC31-B51E98D4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80C7-4D60-4CD9-9552-0E1F5ABB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49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BBF9-F63D-408C-97C8-8F209602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BB306-74F9-4D1E-AD64-F5EA61CD6B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60B3E-ED39-4353-A5BB-9C23A124E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64A4F-D09B-4274-A37F-A7F3C78B9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0D3FF-CF61-4F9F-8A64-CD313A06C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A6260-D15C-43AC-B9D7-3C318697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99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547FA-AE29-4267-BBE7-0EA882E56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913A2-B6E3-45B1-8D37-C1111B640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E6086-6947-402D-BF22-5CF59D63B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47C84-49C9-490C-85AD-01D0D0324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AA9DE-0F74-4E52-BBF7-28808EF75A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5E69D-93D8-43F4-9C6C-0138F1C5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B1C92-5F5B-4F3C-BC93-F96E6D38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C8B4D-D76D-4F80-94AC-B2B1872FA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921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F372-BAF1-4F1E-B5E1-C0FC4877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FA6F82-4B2D-4FEB-B776-1308C4042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69F5B-E7F3-4CC3-B1D2-884F12F5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778DE-C9BE-4223-B4AA-B25B41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80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97A66-8960-42B4-AB37-1276E237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E563F1-C274-49D3-80A8-1268A2E07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2A090-9541-4B69-A7AC-0B0F63557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963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E0C99-02C4-4264-AD8D-18D87FCF4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7181C-7F8C-4A54-A38A-B671B31F3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5EA002-7765-4E8A-AD85-6E5553F12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61E69-A9D1-4B20-B371-B8E69DC4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68695-0BCB-4177-9EB1-C7847F98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6F4C8-9DF2-4764-9E02-C8D80C94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47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A453-2F27-4A2A-A463-936A25F89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9264C5-7B2E-4CFF-8430-0B4120342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D1F4A3-8B81-42CC-B5CB-FE78BAC5B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68674-F897-4DB9-B331-662A02723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65A7E-3876-40E7-B823-A39C9BDF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E2166-B550-4D34-8708-72F380D7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30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62CA-E3AC-44DA-8134-87DCE891F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D733E3-F5D5-4AA9-BD47-1F2A33119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CE074-BEF8-4A4A-B780-E595D2AEF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DA99C-0396-47AA-9ED4-B1BDBAFE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D57F8-40D5-4AA1-A05F-26812433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79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386C70-FA3F-46B9-8B12-990D9F940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87043-36D9-4A65-967B-5D9E934B37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A088A-F1A0-497A-B5E3-7C131614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F6DF9-E961-4E62-9F7B-AA45C3E0B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665A8-8E0E-437D-9825-4FE2A10C9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097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958C6-FB2C-4861-8FE3-7F302C8A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6957C-643A-42F1-9ACF-1F507B07C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14F21-1253-455F-A99A-8E60363406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D64C2-B4BD-4CF0-BF75-AAC722BCC874}" type="datetimeFigureOut">
              <a:rPr lang="en-US" smtClean="0"/>
              <a:t>2/12/2021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D9872-1C61-4618-AA94-B07A1EFE2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DBCBF-CC27-4706-A3BB-698E4FBA8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FF985-C3F3-4F8D-9163-4AEC52318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42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FB0BD2-FEA4-4D7B-81BC-78795ECC5AFB}"/>
              </a:ext>
            </a:extLst>
          </p:cNvPr>
          <p:cNvSpPr txBox="1"/>
          <p:nvPr/>
        </p:nvSpPr>
        <p:spPr>
          <a:xfrm>
            <a:off x="838200" y="1177495"/>
            <a:ext cx="10598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B127D3A5-C464-4BAC-9E99-A58F4D5F216A}"/>
              </a:ext>
            </a:extLst>
          </p:cNvPr>
          <p:cNvSpPr/>
          <p:nvPr/>
        </p:nvSpPr>
        <p:spPr>
          <a:xfrm>
            <a:off x="941472" y="1556084"/>
            <a:ext cx="2297028" cy="484632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FFFFFF"/>
                </a:solidFill>
                <a:latin typeface="Montserrat"/>
              </a:rPr>
              <a:t>Failover Testing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6C7501CC-293A-46E1-B7E3-CB3F920FA6DD}"/>
              </a:ext>
            </a:extLst>
          </p:cNvPr>
          <p:cNvSpPr/>
          <p:nvPr/>
        </p:nvSpPr>
        <p:spPr>
          <a:xfrm>
            <a:off x="4966337" y="1556085"/>
            <a:ext cx="2466552" cy="484631"/>
          </a:xfrm>
          <a:prstGeom prst="chevron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Infrastructure Testing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46AC7917-9752-4E7F-B9E9-318AC66CC708}"/>
              </a:ext>
            </a:extLst>
          </p:cNvPr>
          <p:cNvSpPr/>
          <p:nvPr/>
        </p:nvSpPr>
        <p:spPr>
          <a:xfrm>
            <a:off x="7360475" y="1556084"/>
            <a:ext cx="2272406" cy="484632"/>
          </a:xfrm>
          <a:prstGeom prst="chevron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Application Testing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7213113B-6510-4341-85CD-BF82F71F8081}"/>
              </a:ext>
            </a:extLst>
          </p:cNvPr>
          <p:cNvSpPr/>
          <p:nvPr/>
        </p:nvSpPr>
        <p:spPr>
          <a:xfrm>
            <a:off x="9542352" y="1556084"/>
            <a:ext cx="2036541" cy="484632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Signoff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58CB09BA-AE02-4B12-8CDF-6BFF8A903819}"/>
              </a:ext>
            </a:extLst>
          </p:cNvPr>
          <p:cNvSpPr/>
          <p:nvPr/>
        </p:nvSpPr>
        <p:spPr>
          <a:xfrm>
            <a:off x="3143252" y="1556084"/>
            <a:ext cx="1915528" cy="484632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Failover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80547E-928B-4F89-B354-9AAE5058E0F3}"/>
              </a:ext>
            </a:extLst>
          </p:cNvPr>
          <p:cNvCxnSpPr>
            <a:cxnSpLocks/>
          </p:cNvCxnSpPr>
          <p:nvPr/>
        </p:nvCxnSpPr>
        <p:spPr>
          <a:xfrm>
            <a:off x="3209925" y="2126441"/>
            <a:ext cx="22162" cy="3803579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355858-3B6D-4B0C-84BC-18270FC65B09}"/>
              </a:ext>
            </a:extLst>
          </p:cNvPr>
          <p:cNvCxnSpPr>
            <a:cxnSpLocks/>
          </p:cNvCxnSpPr>
          <p:nvPr/>
        </p:nvCxnSpPr>
        <p:spPr>
          <a:xfrm>
            <a:off x="5077828" y="2126441"/>
            <a:ext cx="0" cy="3836169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230773-CE31-40F7-8486-B46F46EC56F8}"/>
              </a:ext>
            </a:extLst>
          </p:cNvPr>
          <p:cNvCxnSpPr>
            <a:cxnSpLocks/>
          </p:cNvCxnSpPr>
          <p:nvPr/>
        </p:nvCxnSpPr>
        <p:spPr>
          <a:xfrm>
            <a:off x="7367281" y="2126440"/>
            <a:ext cx="0" cy="3836169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254F4A8-3A3D-4C0A-88A9-5916724D663A}"/>
              </a:ext>
            </a:extLst>
          </p:cNvPr>
          <p:cNvSpPr txBox="1"/>
          <p:nvPr/>
        </p:nvSpPr>
        <p:spPr>
          <a:xfrm>
            <a:off x="941472" y="2269379"/>
            <a:ext cx="22017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Perform test failover into an isolated or semi-isolated environment.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252126"/>
                </a:solidFill>
                <a:latin typeface="Montserrat"/>
              </a:rPr>
              <a:t>Verify the servers boot successfully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Verify </a:t>
            </a:r>
            <a:r>
              <a:rPr lang="en-US" sz="1200" dirty="0">
                <a:solidFill>
                  <a:srgbClr val="252126"/>
                </a:solidFill>
                <a:latin typeface="Montserrat"/>
              </a:rPr>
              <a:t>disks are mounted accessible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Verify basic server </a:t>
            </a:r>
            <a:r>
              <a:rPr lang="en-US" sz="1200" dirty="0">
                <a:solidFill>
                  <a:srgbClr val="252126"/>
                </a:solidFill>
                <a:latin typeface="Montserrat"/>
              </a:rPr>
              <a:t>and app functionality, if possible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FC6974-1E8D-4D44-B409-4C48782D4D3E}"/>
              </a:ext>
            </a:extLst>
          </p:cNvPr>
          <p:cNvSpPr txBox="1"/>
          <p:nvPr/>
        </p:nvSpPr>
        <p:spPr>
          <a:xfrm>
            <a:off x="3272689" y="2282187"/>
            <a:ext cx="1763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Initiate failover into the live Azure environment.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252126"/>
                </a:solidFill>
                <a:latin typeface="Montserrat"/>
              </a:rPr>
              <a:t>Shut down the on-premises servers.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06AB8D-D5F7-4723-BD03-09D95B2FF265}"/>
              </a:ext>
            </a:extLst>
          </p:cNvPr>
          <p:cNvSpPr txBox="1"/>
          <p:nvPr/>
        </p:nvSpPr>
        <p:spPr>
          <a:xfrm>
            <a:off x="5201689" y="2269379"/>
            <a:ext cx="20235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Verify the machine boots as expected.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252126"/>
                </a:solidFill>
              </a:rPr>
              <a:t>Verify network connectivity and DNS resolution.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252126"/>
                </a:solidFill>
                <a:latin typeface="Montserrat"/>
              </a:rPr>
              <a:t>Verify disks are mounted and accessible.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F0000"/>
                </a:solidFill>
              </a:rPr>
              <a:t>If problems are discovered that can’t be resolved, impact is evaluated, and  rollback will be initiated if desired.</a:t>
            </a:r>
            <a:endParaRPr lang="en-US" sz="1200" dirty="0">
              <a:solidFill>
                <a:srgbClr val="FF0000"/>
              </a:solidFill>
              <a:latin typeface="Montserra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28B9D6-A62A-46A8-9391-3610F4D642C7}"/>
              </a:ext>
            </a:extLst>
          </p:cNvPr>
          <p:cNvSpPr txBox="1"/>
          <p:nvPr/>
        </p:nvSpPr>
        <p:spPr>
          <a:xfrm>
            <a:off x="7443347" y="2275529"/>
            <a:ext cx="20628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Client team to test application functionality and performance.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F0000"/>
                </a:solidFill>
              </a:rPr>
              <a:t>If problems are discovered that can’t be resolved, impact is evaluated, and  rollback will be initiated if desired.</a:t>
            </a:r>
            <a:endParaRPr lang="en-US" sz="1200" dirty="0">
              <a:solidFill>
                <a:srgbClr val="FF0000"/>
              </a:solidFill>
              <a:latin typeface="Montserra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876918-16B0-49FE-BD59-6149936EF1E3}"/>
              </a:ext>
            </a:extLst>
          </p:cNvPr>
          <p:cNvSpPr txBox="1"/>
          <p:nvPr/>
        </p:nvSpPr>
        <p:spPr>
          <a:xfrm>
            <a:off x="9581943" y="2265566"/>
            <a:ext cx="1813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Provide acceptance of migrated servers.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DE12893-61A4-4C3A-940B-1AD37B4CE06C}"/>
              </a:ext>
            </a:extLst>
          </p:cNvPr>
          <p:cNvCxnSpPr>
            <a:cxnSpLocks/>
          </p:cNvCxnSpPr>
          <p:nvPr/>
        </p:nvCxnSpPr>
        <p:spPr>
          <a:xfrm>
            <a:off x="9543344" y="2135965"/>
            <a:ext cx="0" cy="3836169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A03B950-10CA-45A4-BAA9-4953DC0A1DF8}"/>
              </a:ext>
            </a:extLst>
          </p:cNvPr>
          <p:cNvSpPr/>
          <p:nvPr/>
        </p:nvSpPr>
        <p:spPr>
          <a:xfrm>
            <a:off x="1091553" y="4844514"/>
            <a:ext cx="968721" cy="371736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D78018-FA75-40EF-BEF9-E274126A5A4D}"/>
              </a:ext>
            </a:extLst>
          </p:cNvPr>
          <p:cNvSpPr/>
          <p:nvPr/>
        </p:nvSpPr>
        <p:spPr>
          <a:xfrm>
            <a:off x="2123853" y="4844514"/>
            <a:ext cx="968721" cy="3717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 Team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5F26F0-8268-437F-BB7D-B60F12998611}"/>
              </a:ext>
            </a:extLst>
          </p:cNvPr>
          <p:cNvSpPr/>
          <p:nvPr/>
        </p:nvSpPr>
        <p:spPr>
          <a:xfrm>
            <a:off x="3616655" y="4844514"/>
            <a:ext cx="968721" cy="371736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792F70-7C49-4737-B429-2E50713F65EC}"/>
              </a:ext>
            </a:extLst>
          </p:cNvPr>
          <p:cNvSpPr/>
          <p:nvPr/>
        </p:nvSpPr>
        <p:spPr>
          <a:xfrm>
            <a:off x="5223101" y="4844514"/>
            <a:ext cx="968721" cy="371736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394BFC-F5A7-467F-AF56-79A7429C77A9}"/>
              </a:ext>
            </a:extLst>
          </p:cNvPr>
          <p:cNvSpPr/>
          <p:nvPr/>
        </p:nvSpPr>
        <p:spPr>
          <a:xfrm>
            <a:off x="6255401" y="4844514"/>
            <a:ext cx="968721" cy="3717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 Team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A950A7-B8C8-47A3-A7F8-1A9392265D82}"/>
              </a:ext>
            </a:extLst>
          </p:cNvPr>
          <p:cNvSpPr/>
          <p:nvPr/>
        </p:nvSpPr>
        <p:spPr>
          <a:xfrm>
            <a:off x="7990394" y="4844514"/>
            <a:ext cx="968721" cy="3717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 Team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39F762-EF94-478C-89AE-B507E77FC2C3}"/>
              </a:ext>
            </a:extLst>
          </p:cNvPr>
          <p:cNvSpPr/>
          <p:nvPr/>
        </p:nvSpPr>
        <p:spPr>
          <a:xfrm>
            <a:off x="10004262" y="4844514"/>
            <a:ext cx="968721" cy="3717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 Team</a:t>
            </a:r>
          </a:p>
        </p:txBody>
      </p:sp>
    </p:spTree>
    <p:extLst>
      <p:ext uri="{BB962C8B-B14F-4D97-AF65-F5344CB8AC3E}">
        <p14:creationId xmlns:p14="http://schemas.microsoft.com/office/powerpoint/2010/main" val="2507164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FB0BD2-FEA4-4D7B-81BC-78795ECC5AFB}"/>
              </a:ext>
            </a:extLst>
          </p:cNvPr>
          <p:cNvSpPr txBox="1"/>
          <p:nvPr/>
        </p:nvSpPr>
        <p:spPr>
          <a:xfrm>
            <a:off x="838200" y="1177495"/>
            <a:ext cx="10598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B127D3A5-C464-4BAC-9E99-A58F4D5F216A}"/>
              </a:ext>
            </a:extLst>
          </p:cNvPr>
          <p:cNvSpPr/>
          <p:nvPr/>
        </p:nvSpPr>
        <p:spPr>
          <a:xfrm>
            <a:off x="941472" y="1556084"/>
            <a:ext cx="2297028" cy="484632"/>
          </a:xfrm>
          <a:prstGeom prst="homePlate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FFFFFF"/>
                </a:solidFill>
                <a:latin typeface="Montserrat"/>
              </a:rPr>
              <a:t>Prep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6C7501CC-293A-46E1-B7E3-CB3F920FA6DD}"/>
              </a:ext>
            </a:extLst>
          </p:cNvPr>
          <p:cNvSpPr/>
          <p:nvPr/>
        </p:nvSpPr>
        <p:spPr>
          <a:xfrm>
            <a:off x="4966337" y="1556085"/>
            <a:ext cx="2466552" cy="484631"/>
          </a:xfrm>
          <a:prstGeom prst="chevron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Infrastructure Testing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46AC7917-9752-4E7F-B9E9-318AC66CC708}"/>
              </a:ext>
            </a:extLst>
          </p:cNvPr>
          <p:cNvSpPr/>
          <p:nvPr/>
        </p:nvSpPr>
        <p:spPr>
          <a:xfrm>
            <a:off x="7360475" y="1556084"/>
            <a:ext cx="2272406" cy="484632"/>
          </a:xfrm>
          <a:prstGeom prst="chevron">
            <a:avLst/>
          </a:prstGeom>
          <a:solidFill>
            <a:schemeClr val="accent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Application Testing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7213113B-6510-4341-85CD-BF82F71F8081}"/>
              </a:ext>
            </a:extLst>
          </p:cNvPr>
          <p:cNvSpPr/>
          <p:nvPr/>
        </p:nvSpPr>
        <p:spPr>
          <a:xfrm>
            <a:off x="9542352" y="1556084"/>
            <a:ext cx="2036541" cy="484632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Signoff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58CB09BA-AE02-4B12-8CDF-6BFF8A903819}"/>
              </a:ext>
            </a:extLst>
          </p:cNvPr>
          <p:cNvSpPr/>
          <p:nvPr/>
        </p:nvSpPr>
        <p:spPr>
          <a:xfrm>
            <a:off x="3143252" y="1556084"/>
            <a:ext cx="1915528" cy="484632"/>
          </a:xfrm>
          <a:prstGeom prst="chevron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Failover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D80547E-928B-4F89-B354-9AAE5058E0F3}"/>
              </a:ext>
            </a:extLst>
          </p:cNvPr>
          <p:cNvCxnSpPr>
            <a:cxnSpLocks/>
          </p:cNvCxnSpPr>
          <p:nvPr/>
        </p:nvCxnSpPr>
        <p:spPr>
          <a:xfrm>
            <a:off x="3209925" y="2126441"/>
            <a:ext cx="22162" cy="3803579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355858-3B6D-4B0C-84BC-18270FC65B09}"/>
              </a:ext>
            </a:extLst>
          </p:cNvPr>
          <p:cNvCxnSpPr>
            <a:cxnSpLocks/>
          </p:cNvCxnSpPr>
          <p:nvPr/>
        </p:nvCxnSpPr>
        <p:spPr>
          <a:xfrm>
            <a:off x="5077828" y="2126441"/>
            <a:ext cx="0" cy="3836169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230773-CE31-40F7-8486-B46F46EC56F8}"/>
              </a:ext>
            </a:extLst>
          </p:cNvPr>
          <p:cNvCxnSpPr>
            <a:cxnSpLocks/>
          </p:cNvCxnSpPr>
          <p:nvPr/>
        </p:nvCxnSpPr>
        <p:spPr>
          <a:xfrm>
            <a:off x="7367281" y="2126440"/>
            <a:ext cx="0" cy="3836169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254F4A8-3A3D-4C0A-88A9-5916724D663A}"/>
              </a:ext>
            </a:extLst>
          </p:cNvPr>
          <p:cNvSpPr txBox="1"/>
          <p:nvPr/>
        </p:nvSpPr>
        <p:spPr>
          <a:xfrm>
            <a:off x="941472" y="2269379"/>
            <a:ext cx="22017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Setup HCX migration groups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252126"/>
                </a:solidFill>
                <a:latin typeface="Montserrat"/>
              </a:rPr>
              <a:t>Start RAV replication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FC6974-1E8D-4D44-B409-4C48782D4D3E}"/>
              </a:ext>
            </a:extLst>
          </p:cNvPr>
          <p:cNvSpPr txBox="1"/>
          <p:nvPr/>
        </p:nvSpPr>
        <p:spPr>
          <a:xfrm>
            <a:off x="3272689" y="2282187"/>
            <a:ext cx="17636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Initiate failover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252126"/>
                </a:solidFill>
                <a:latin typeface="Montserrat"/>
              </a:rPr>
              <a:t>Verify on-prem machines are shut down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06AB8D-D5F7-4723-BD03-09D95B2FF265}"/>
              </a:ext>
            </a:extLst>
          </p:cNvPr>
          <p:cNvSpPr txBox="1"/>
          <p:nvPr/>
        </p:nvSpPr>
        <p:spPr>
          <a:xfrm>
            <a:off x="5201689" y="2269379"/>
            <a:ext cx="202352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Verify the machine boots as expected.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252126"/>
                </a:solidFill>
              </a:rPr>
              <a:t>Verify network connectivity and DNS resolution.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252126"/>
                </a:solidFill>
                <a:latin typeface="Montserrat"/>
              </a:rPr>
              <a:t>Verify disks are mounted and accessible.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F0000"/>
                </a:solidFill>
              </a:rPr>
              <a:t>If problems are discovered that can’t be resolved, impact is evaluated, and  rollback will be initiated if desired.</a:t>
            </a:r>
            <a:endParaRPr lang="en-US" sz="1200" dirty="0">
              <a:solidFill>
                <a:srgbClr val="FF0000"/>
              </a:solidFill>
              <a:latin typeface="Montserra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28B9D6-A62A-46A8-9391-3610F4D642C7}"/>
              </a:ext>
            </a:extLst>
          </p:cNvPr>
          <p:cNvSpPr txBox="1"/>
          <p:nvPr/>
        </p:nvSpPr>
        <p:spPr>
          <a:xfrm>
            <a:off x="7443347" y="2275529"/>
            <a:ext cx="20628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Client team to test application functionality and performance.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FF0000"/>
                </a:solidFill>
              </a:rPr>
              <a:t>If problems are discovered that can’t be resolved, impact is evaluated, and  rollback will be initiated if desired.</a:t>
            </a:r>
            <a:endParaRPr lang="en-US" sz="1200" dirty="0">
              <a:solidFill>
                <a:srgbClr val="FF0000"/>
              </a:solidFill>
              <a:latin typeface="Montserra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876918-16B0-49FE-BD59-6149936EF1E3}"/>
              </a:ext>
            </a:extLst>
          </p:cNvPr>
          <p:cNvSpPr txBox="1"/>
          <p:nvPr/>
        </p:nvSpPr>
        <p:spPr>
          <a:xfrm>
            <a:off x="9581943" y="2265566"/>
            <a:ext cx="1813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Provide acceptance of migrated servers.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DE12893-61A4-4C3A-940B-1AD37B4CE06C}"/>
              </a:ext>
            </a:extLst>
          </p:cNvPr>
          <p:cNvCxnSpPr>
            <a:cxnSpLocks/>
          </p:cNvCxnSpPr>
          <p:nvPr/>
        </p:nvCxnSpPr>
        <p:spPr>
          <a:xfrm>
            <a:off x="9543344" y="2135965"/>
            <a:ext cx="0" cy="3836169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0A03B950-10CA-45A4-BAA9-4953DC0A1DF8}"/>
              </a:ext>
            </a:extLst>
          </p:cNvPr>
          <p:cNvSpPr/>
          <p:nvPr/>
        </p:nvSpPr>
        <p:spPr>
          <a:xfrm>
            <a:off x="1557150" y="4844514"/>
            <a:ext cx="968721" cy="371736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5F26F0-8268-437F-BB7D-B60F12998611}"/>
              </a:ext>
            </a:extLst>
          </p:cNvPr>
          <p:cNvSpPr/>
          <p:nvPr/>
        </p:nvSpPr>
        <p:spPr>
          <a:xfrm>
            <a:off x="3616655" y="4844514"/>
            <a:ext cx="968721" cy="371736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792F70-7C49-4737-B429-2E50713F65EC}"/>
              </a:ext>
            </a:extLst>
          </p:cNvPr>
          <p:cNvSpPr/>
          <p:nvPr/>
        </p:nvSpPr>
        <p:spPr>
          <a:xfrm>
            <a:off x="5223101" y="4844514"/>
            <a:ext cx="968721" cy="371736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10M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394BFC-F5A7-467F-AF56-79A7429C77A9}"/>
              </a:ext>
            </a:extLst>
          </p:cNvPr>
          <p:cNvSpPr/>
          <p:nvPr/>
        </p:nvSpPr>
        <p:spPr>
          <a:xfrm>
            <a:off x="6255401" y="4844514"/>
            <a:ext cx="968721" cy="3717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 Team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A950A7-B8C8-47A3-A7F8-1A9392265D82}"/>
              </a:ext>
            </a:extLst>
          </p:cNvPr>
          <p:cNvSpPr/>
          <p:nvPr/>
        </p:nvSpPr>
        <p:spPr>
          <a:xfrm>
            <a:off x="7990394" y="4844514"/>
            <a:ext cx="968721" cy="3717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 Team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A39F762-EF94-478C-89AE-B507E77FC2C3}"/>
              </a:ext>
            </a:extLst>
          </p:cNvPr>
          <p:cNvSpPr/>
          <p:nvPr/>
        </p:nvSpPr>
        <p:spPr>
          <a:xfrm>
            <a:off x="10004262" y="4844514"/>
            <a:ext cx="968721" cy="3717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Client Team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0C985-8E25-4E05-B11D-38DFE378C9D5}"/>
              </a:ext>
            </a:extLst>
          </p:cNvPr>
          <p:cNvSpPr txBox="1"/>
          <p:nvPr/>
        </p:nvSpPr>
        <p:spPr>
          <a:xfrm>
            <a:off x="3307538" y="441317"/>
            <a:ext cx="5784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Azure </a:t>
            </a:r>
            <a:r>
              <a:rPr lang="en-US" sz="2800" b="1" dirty="0" err="1"/>
              <a:t>Vmware</a:t>
            </a:r>
            <a:r>
              <a:rPr lang="en-US" sz="2800" b="1" dirty="0"/>
              <a:t> Solution (AVS) Specific</a:t>
            </a:r>
          </a:p>
        </p:txBody>
      </p:sp>
    </p:spTree>
    <p:extLst>
      <p:ext uri="{BB962C8B-B14F-4D97-AF65-F5344CB8AC3E}">
        <p14:creationId xmlns:p14="http://schemas.microsoft.com/office/powerpoint/2010/main" val="3617309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CA2FBB-35BD-4447-AE59-6539C2BE1BB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4E2769-79B1-4538-ACD1-601DD6881BF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ABDAC14-C81F-4774-AF82-576FBDF005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bbc0f3e1-63d8-48db-92f9-b9c2323a3b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1577</TotalTime>
  <Words>256</Words>
  <Application>Microsoft Office PowerPoint</Application>
  <PresentationFormat>Widescreen</PresentationFormat>
  <Paragraphs>58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 Henderson</dc:creator>
  <cp:lastModifiedBy>Kyle Blouin</cp:lastModifiedBy>
  <cp:revision>7</cp:revision>
  <dcterms:created xsi:type="dcterms:W3CDTF">2019-09-22T16:25:56Z</dcterms:created>
  <dcterms:modified xsi:type="dcterms:W3CDTF">2021-02-12T22:11:12Z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