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4"/>
  </p:sldMasterIdLst>
  <p:notesMasterIdLst>
    <p:notesMasterId r:id="rId27"/>
  </p:notesMasterIdLst>
  <p:sldIdLst>
    <p:sldId id="4539" r:id="rId5"/>
    <p:sldId id="13377" r:id="rId6"/>
    <p:sldId id="13378" r:id="rId7"/>
    <p:sldId id="13394" r:id="rId8"/>
    <p:sldId id="13395" r:id="rId9"/>
    <p:sldId id="13385" r:id="rId10"/>
    <p:sldId id="13393" r:id="rId11"/>
    <p:sldId id="13379" r:id="rId12"/>
    <p:sldId id="13374" r:id="rId13"/>
    <p:sldId id="13380" r:id="rId14"/>
    <p:sldId id="13382" r:id="rId15"/>
    <p:sldId id="13387" r:id="rId16"/>
    <p:sldId id="13376" r:id="rId17"/>
    <p:sldId id="13383" r:id="rId18"/>
    <p:sldId id="13384" r:id="rId19"/>
    <p:sldId id="13386" r:id="rId20"/>
    <p:sldId id="13389" r:id="rId21"/>
    <p:sldId id="13391" r:id="rId22"/>
    <p:sldId id="13388" r:id="rId23"/>
    <p:sldId id="13392" r:id="rId24"/>
    <p:sldId id="13390" r:id="rId25"/>
    <p:sldId id="13375"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26A2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16DD79A-054E-4C5E-864F-2716FFDE0D8F}" v="6" dt="2020-06-23T15:09:42.51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828" autoAdjust="0"/>
    <p:restoredTop sz="94660"/>
  </p:normalViewPr>
  <p:slideViewPr>
    <p:cSldViewPr snapToGrid="0">
      <p:cViewPr varScale="1">
        <p:scale>
          <a:sx n="130" d="100"/>
          <a:sy n="130" d="100"/>
        </p:scale>
        <p:origin x="168" y="12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17811C3-A487-4ADB-84E5-FE7D8A59929E}" type="datetimeFigureOut">
              <a:rPr lang="en-US" smtClean="0"/>
              <a:t>6/24/2020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BC4926A-9134-44B4-90D5-C2A0AD32BE2D}" type="slidenum">
              <a:rPr lang="en-US" smtClean="0"/>
              <a:t>‹#›</a:t>
            </a:fld>
            <a:endParaRPr lang="en-US"/>
          </a:p>
        </p:txBody>
      </p:sp>
    </p:spTree>
    <p:extLst>
      <p:ext uri="{BB962C8B-B14F-4D97-AF65-F5344CB8AC3E}">
        <p14:creationId xmlns:p14="http://schemas.microsoft.com/office/powerpoint/2010/main" val="29122437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F3523D5-5A31-4143-B714-D0EB42C577E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084542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G"/>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7201AB1-CA0A-614A-919B-04C2597CF91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213998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G"/>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7201AB1-CA0A-614A-919B-04C2597CF91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017645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G"/>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7201AB1-CA0A-614A-919B-04C2597CF91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294404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G"/>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7201AB1-CA0A-614A-919B-04C2597CF91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606216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G"/>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7201AB1-CA0A-614A-919B-04C2597CF91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34000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G"/>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7201AB1-CA0A-614A-919B-04C2597CF91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49761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G"/>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7201AB1-CA0A-614A-919B-04C2597CF91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185273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G"/>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7201AB1-CA0A-614A-919B-04C2597CF91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845719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G"/>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7201AB1-CA0A-614A-919B-04C2597CF91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332669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G"/>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7201AB1-CA0A-614A-919B-04C2597CF91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202827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G"/>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7201AB1-CA0A-614A-919B-04C2597CF91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773405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G"/>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7201AB1-CA0A-614A-919B-04C2597CF91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1121240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G"/>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7201AB1-CA0A-614A-919B-04C2597CF91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8743944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G"/>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7201AB1-CA0A-614A-919B-04C2597CF91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9379222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G"/>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7201AB1-CA0A-614A-919B-04C2597CF91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0931735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G"/>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7201AB1-CA0A-614A-919B-04C2597CF91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5397102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G"/>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7201AB1-CA0A-614A-919B-04C2597CF91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1607962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G"/>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7201AB1-CA0A-614A-919B-04C2597CF91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4312863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7_Title and Content">
    <p:bg>
      <p:bgPr>
        <a:solidFill>
          <a:srgbClr val="F1F1E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E96BAE-F822-E34A-990A-9C2771C072A9}"/>
              </a:ext>
            </a:extLst>
          </p:cNvPr>
          <p:cNvSpPr>
            <a:spLocks noGrp="1"/>
          </p:cNvSpPr>
          <p:nvPr>
            <p:ph type="title" hasCustomPrompt="1"/>
          </p:nvPr>
        </p:nvSpPr>
        <p:spPr>
          <a:xfrm>
            <a:off x="838200" y="365126"/>
            <a:ext cx="10515600" cy="968240"/>
          </a:xfrm>
        </p:spPr>
        <p:txBody>
          <a:bodyPr>
            <a:normAutofit/>
          </a:bodyPr>
          <a:lstStyle>
            <a:lvl1pPr>
              <a:defRPr sz="3600">
                <a:solidFill>
                  <a:schemeClr val="accent1"/>
                </a:solidFill>
                <a:latin typeface="Arial Black" panose="020B0A04020102020204" pitchFamily="34" charset="0"/>
              </a:defRPr>
            </a:lvl1pPr>
          </a:lstStyle>
          <a:p>
            <a:r>
              <a:rPr lang="en-US"/>
              <a:t>CLICK TO EDIT TITLE</a:t>
            </a:r>
          </a:p>
        </p:txBody>
      </p:sp>
      <p:sp>
        <p:nvSpPr>
          <p:cNvPr id="3" name="Content Placeholder 2">
            <a:extLst>
              <a:ext uri="{FF2B5EF4-FFF2-40B4-BE49-F238E27FC236}">
                <a16:creationId xmlns:a16="http://schemas.microsoft.com/office/drawing/2014/main" id="{EDAB2EFE-DD9F-E146-A0F0-1CC9263E135A}"/>
              </a:ext>
            </a:extLst>
          </p:cNvPr>
          <p:cNvSpPr>
            <a:spLocks noGrp="1"/>
          </p:cNvSpPr>
          <p:nvPr>
            <p:ph idx="1" hasCustomPrompt="1"/>
          </p:nvPr>
        </p:nvSpPr>
        <p:spPr>
          <a:xfrm>
            <a:off x="838200" y="1516699"/>
            <a:ext cx="10515600" cy="4660264"/>
          </a:xfrm>
        </p:spPr>
        <p:txBody>
          <a:bodyPr/>
          <a:lstStyle>
            <a:lvl1pPr>
              <a:defRPr sz="2400">
                <a:solidFill>
                  <a:schemeClr val="tx1"/>
                </a:solidFill>
                <a:latin typeface="Montserrat Light" panose="00000400000000000000" pitchFamily="50" charset="0"/>
              </a:defRPr>
            </a:lvl1pPr>
            <a:lvl2pPr>
              <a:defRPr sz="2000">
                <a:solidFill>
                  <a:schemeClr val="tx1"/>
                </a:solidFill>
                <a:latin typeface="Montserrat Light" panose="00000400000000000000" pitchFamily="50" charset="0"/>
              </a:defRPr>
            </a:lvl2pPr>
            <a:lvl3pPr>
              <a:defRPr sz="1800">
                <a:solidFill>
                  <a:schemeClr val="tx1"/>
                </a:solidFill>
                <a:latin typeface="Montserrat Light" panose="00000400000000000000" pitchFamily="50" charset="0"/>
              </a:defRPr>
            </a:lvl3pPr>
            <a:lvl4pPr>
              <a:defRPr sz="1600">
                <a:solidFill>
                  <a:schemeClr val="tx1"/>
                </a:solidFill>
                <a:latin typeface="Montserrat Light" panose="00000400000000000000" pitchFamily="50" charset="0"/>
              </a:defRPr>
            </a:lvl4pPr>
            <a:lvl5pPr>
              <a:defRPr sz="1400">
                <a:solidFill>
                  <a:schemeClr val="tx1"/>
                </a:solidFill>
                <a:latin typeface="Montserrat Light" panose="00000400000000000000" pitchFamily="50" charset="0"/>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pic>
        <p:nvPicPr>
          <p:cNvPr id="8" name="Picture 7">
            <a:extLst>
              <a:ext uri="{FF2B5EF4-FFF2-40B4-BE49-F238E27FC236}">
                <a16:creationId xmlns:a16="http://schemas.microsoft.com/office/drawing/2014/main" id="{9DB85484-F698-6E44-9BC7-625676C81206}"/>
              </a:ext>
            </a:extLst>
          </p:cNvPr>
          <p:cNvPicPr>
            <a:picLocks noChangeAspect="1"/>
          </p:cNvPicPr>
          <p:nvPr userDrawn="1"/>
        </p:nvPicPr>
        <p:blipFill>
          <a:blip r:embed="rId2"/>
          <a:stretch>
            <a:fillRect/>
          </a:stretch>
        </p:blipFill>
        <p:spPr>
          <a:xfrm>
            <a:off x="11353799" y="6102302"/>
            <a:ext cx="630283" cy="566921"/>
          </a:xfrm>
          <a:prstGeom prst="rect">
            <a:avLst/>
          </a:prstGeom>
        </p:spPr>
      </p:pic>
      <p:pic>
        <p:nvPicPr>
          <p:cNvPr id="6" name="Picture 5">
            <a:extLst>
              <a:ext uri="{FF2B5EF4-FFF2-40B4-BE49-F238E27FC236}">
                <a16:creationId xmlns:a16="http://schemas.microsoft.com/office/drawing/2014/main" id="{A053AD66-5A39-4DAC-BD67-EB47A61CA2CE}"/>
              </a:ext>
            </a:extLst>
          </p:cNvPr>
          <p:cNvPicPr>
            <a:picLocks noChangeAspect="1"/>
          </p:cNvPicPr>
          <p:nvPr userDrawn="1"/>
        </p:nvPicPr>
        <p:blipFill rotWithShape="1">
          <a:blip r:embed="rId3"/>
          <a:srcRect r="96679"/>
          <a:stretch/>
        </p:blipFill>
        <p:spPr>
          <a:xfrm>
            <a:off x="0" y="0"/>
            <a:ext cx="404949" cy="6858000"/>
          </a:xfrm>
          <a:prstGeom prst="rect">
            <a:avLst/>
          </a:prstGeom>
        </p:spPr>
      </p:pic>
    </p:spTree>
    <p:extLst>
      <p:ext uri="{BB962C8B-B14F-4D97-AF65-F5344CB8AC3E}">
        <p14:creationId xmlns:p14="http://schemas.microsoft.com/office/powerpoint/2010/main" val="3428505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B1C352-727C-F047-994A-B707A0F71EA0}"/>
              </a:ext>
            </a:extLst>
          </p:cNvPr>
          <p:cNvSpPr>
            <a:spLocks noGrp="1"/>
          </p:cNvSpPr>
          <p:nvPr>
            <p:ph type="ctrTitle" hasCustomPrompt="1"/>
          </p:nvPr>
        </p:nvSpPr>
        <p:spPr>
          <a:xfrm>
            <a:off x="1524000" y="2661557"/>
            <a:ext cx="5347855" cy="2007736"/>
          </a:xfrm>
        </p:spPr>
        <p:txBody>
          <a:bodyPr anchor="b"/>
          <a:lstStyle>
            <a:lvl1pPr algn="ctr">
              <a:defRPr sz="6000">
                <a:solidFill>
                  <a:srgbClr val="F1F1EF"/>
                </a:solidFill>
                <a:latin typeface="Montserrat" pitchFamily="2" charset="77"/>
              </a:defRPr>
            </a:lvl1pPr>
          </a:lstStyle>
          <a:p>
            <a:r>
              <a:rPr lang="en-US"/>
              <a:t>CLICK TO EDIT TITLE</a:t>
            </a:r>
          </a:p>
        </p:txBody>
      </p:sp>
      <p:sp>
        <p:nvSpPr>
          <p:cNvPr id="3" name="Subtitle 2">
            <a:extLst>
              <a:ext uri="{FF2B5EF4-FFF2-40B4-BE49-F238E27FC236}">
                <a16:creationId xmlns:a16="http://schemas.microsoft.com/office/drawing/2014/main" id="{05C87025-B3A2-C443-B755-ED8340E03CF2}"/>
              </a:ext>
            </a:extLst>
          </p:cNvPr>
          <p:cNvSpPr>
            <a:spLocks noGrp="1"/>
          </p:cNvSpPr>
          <p:nvPr>
            <p:ph type="subTitle" idx="1" hasCustomPrompt="1"/>
          </p:nvPr>
        </p:nvSpPr>
        <p:spPr>
          <a:xfrm>
            <a:off x="1524000" y="4816928"/>
            <a:ext cx="5347855" cy="440871"/>
          </a:xfrm>
        </p:spPr>
        <p:txBody>
          <a:bodyPr>
            <a:normAutofit/>
          </a:bodyPr>
          <a:lstStyle>
            <a:lvl1pPr marL="0" indent="0" algn="ctr">
              <a:buNone/>
              <a:defRPr sz="2000" b="0" i="0">
                <a:solidFill>
                  <a:srgbClr val="F1F1EF"/>
                </a:solidFill>
                <a:latin typeface="Montserrat ExtraLight" pitchFamily="2" charset="77"/>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subtitle</a:t>
            </a:r>
          </a:p>
        </p:txBody>
      </p:sp>
      <p:sp>
        <p:nvSpPr>
          <p:cNvPr id="9" name="Rectangle 8">
            <a:extLst>
              <a:ext uri="{FF2B5EF4-FFF2-40B4-BE49-F238E27FC236}">
                <a16:creationId xmlns:a16="http://schemas.microsoft.com/office/drawing/2014/main" id="{B808616C-A89B-7D48-B8A4-DBAE1546858A}"/>
              </a:ext>
            </a:extLst>
          </p:cNvPr>
          <p:cNvSpPr/>
          <p:nvPr userDrawn="1"/>
        </p:nvSpPr>
        <p:spPr>
          <a:xfrm>
            <a:off x="7998690" y="0"/>
            <a:ext cx="4193309"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778787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5_Section Header">
    <p:bg>
      <p:bgRef idx="1001">
        <a:schemeClr val="bg1"/>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5642752D-0D8E-45C3-9249-5CEDBE11F912}"/>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FA12A0A7-4CF2-4743-858C-719C761D6A76}"/>
              </a:ext>
            </a:extLst>
          </p:cNvPr>
          <p:cNvSpPr>
            <a:spLocks noGrp="1"/>
          </p:cNvSpPr>
          <p:nvPr>
            <p:ph type="title" hasCustomPrompt="1"/>
          </p:nvPr>
        </p:nvSpPr>
        <p:spPr>
          <a:xfrm>
            <a:off x="831850" y="1709738"/>
            <a:ext cx="10515600" cy="2852737"/>
          </a:xfrm>
        </p:spPr>
        <p:txBody>
          <a:bodyPr anchor="b">
            <a:normAutofit/>
          </a:bodyPr>
          <a:lstStyle>
            <a:lvl1pPr>
              <a:defRPr sz="4400">
                <a:solidFill>
                  <a:srgbClr val="F1F1EF"/>
                </a:solidFill>
                <a:latin typeface="Montserrat" pitchFamily="2" charset="77"/>
              </a:defRPr>
            </a:lvl1pPr>
          </a:lstStyle>
          <a:p>
            <a:r>
              <a:rPr lang="en-US"/>
              <a:t>CLICK TO EDIT TITLE</a:t>
            </a:r>
          </a:p>
        </p:txBody>
      </p:sp>
      <p:sp>
        <p:nvSpPr>
          <p:cNvPr id="3" name="Text Placeholder 2">
            <a:extLst>
              <a:ext uri="{FF2B5EF4-FFF2-40B4-BE49-F238E27FC236}">
                <a16:creationId xmlns:a16="http://schemas.microsoft.com/office/drawing/2014/main" id="{94AB00D5-0002-EB43-B596-CD3FCE26D7FF}"/>
              </a:ext>
            </a:extLst>
          </p:cNvPr>
          <p:cNvSpPr>
            <a:spLocks noGrp="1"/>
          </p:cNvSpPr>
          <p:nvPr>
            <p:ph type="body" idx="1" hasCustomPrompt="1"/>
          </p:nvPr>
        </p:nvSpPr>
        <p:spPr>
          <a:xfrm>
            <a:off x="831850" y="4589463"/>
            <a:ext cx="10515600" cy="1500187"/>
          </a:xfrm>
        </p:spPr>
        <p:txBody>
          <a:bodyPr/>
          <a:lstStyle>
            <a:lvl1pPr marL="0" indent="0">
              <a:buNone/>
              <a:defRPr sz="2400">
                <a:solidFill>
                  <a:srgbClr val="F1F1EF"/>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subtitle</a:t>
            </a:r>
          </a:p>
        </p:txBody>
      </p:sp>
      <p:pic>
        <p:nvPicPr>
          <p:cNvPr id="11" name="Picture 10">
            <a:extLst>
              <a:ext uri="{FF2B5EF4-FFF2-40B4-BE49-F238E27FC236}">
                <a16:creationId xmlns:a16="http://schemas.microsoft.com/office/drawing/2014/main" id="{87B315BF-030E-704F-AC88-072335552124}"/>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941667" y="5725249"/>
            <a:ext cx="1042416" cy="937623"/>
          </a:xfrm>
          <a:prstGeom prst="rect">
            <a:avLst/>
          </a:prstGeom>
        </p:spPr>
      </p:pic>
    </p:spTree>
    <p:extLst>
      <p:ext uri="{BB962C8B-B14F-4D97-AF65-F5344CB8AC3E}">
        <p14:creationId xmlns:p14="http://schemas.microsoft.com/office/powerpoint/2010/main" val="3780190582"/>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rgbClr val="F1F1E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E96BAE-F822-E34A-990A-9C2771C072A9}"/>
              </a:ext>
            </a:extLst>
          </p:cNvPr>
          <p:cNvSpPr>
            <a:spLocks noGrp="1"/>
          </p:cNvSpPr>
          <p:nvPr>
            <p:ph type="title" hasCustomPrompt="1"/>
          </p:nvPr>
        </p:nvSpPr>
        <p:spPr/>
        <p:txBody>
          <a:bodyPr>
            <a:normAutofit/>
          </a:bodyPr>
          <a:lstStyle>
            <a:lvl1pPr>
              <a:defRPr sz="4000">
                <a:solidFill>
                  <a:schemeClr val="accent2"/>
                </a:solidFill>
                <a:latin typeface="Montserrat" pitchFamily="2" charset="77"/>
              </a:defRPr>
            </a:lvl1pPr>
          </a:lstStyle>
          <a:p>
            <a:r>
              <a:rPr lang="en-US"/>
              <a:t>CLICK TO EDIT TITLE</a:t>
            </a:r>
          </a:p>
        </p:txBody>
      </p:sp>
      <p:sp>
        <p:nvSpPr>
          <p:cNvPr id="3" name="Content Placeholder 2">
            <a:extLst>
              <a:ext uri="{FF2B5EF4-FFF2-40B4-BE49-F238E27FC236}">
                <a16:creationId xmlns:a16="http://schemas.microsoft.com/office/drawing/2014/main" id="{EDAB2EFE-DD9F-E146-A0F0-1CC9263E135A}"/>
              </a:ext>
            </a:extLst>
          </p:cNvPr>
          <p:cNvSpPr>
            <a:spLocks noGrp="1"/>
          </p:cNvSpPr>
          <p:nvPr>
            <p:ph idx="1" hasCustomPrompt="1"/>
          </p:nvPr>
        </p:nvSpPr>
        <p:spPr>
          <a:xfrm>
            <a:off x="838200" y="1825625"/>
            <a:ext cx="10515600" cy="4351338"/>
          </a:xfrm>
        </p:spPr>
        <p:txBody>
          <a:bodyPr/>
          <a:lstStyle>
            <a:lvl1pPr>
              <a:lnSpc>
                <a:spcPct val="114000"/>
              </a:lnSpc>
              <a:spcAft>
                <a:spcPts val="0"/>
              </a:spcAft>
              <a:defRPr sz="2400">
                <a:solidFill>
                  <a:schemeClr val="tx1"/>
                </a:solidFill>
                <a:latin typeface="Montserrat Light" panose="00000400000000000000" pitchFamily="50" charset="0"/>
              </a:defRPr>
            </a:lvl1pPr>
            <a:lvl2pPr>
              <a:lnSpc>
                <a:spcPct val="114000"/>
              </a:lnSpc>
              <a:spcAft>
                <a:spcPts val="0"/>
              </a:spcAft>
              <a:defRPr sz="2000">
                <a:solidFill>
                  <a:schemeClr val="tx1"/>
                </a:solidFill>
                <a:latin typeface="Montserrat Light" panose="00000400000000000000" pitchFamily="50" charset="0"/>
              </a:defRPr>
            </a:lvl2pPr>
            <a:lvl3pPr>
              <a:lnSpc>
                <a:spcPct val="114000"/>
              </a:lnSpc>
              <a:spcAft>
                <a:spcPts val="0"/>
              </a:spcAft>
              <a:defRPr sz="1800">
                <a:solidFill>
                  <a:schemeClr val="tx1"/>
                </a:solidFill>
                <a:latin typeface="Montserrat Light" panose="00000400000000000000" pitchFamily="50" charset="0"/>
              </a:defRPr>
            </a:lvl3pPr>
            <a:lvl4pPr>
              <a:lnSpc>
                <a:spcPct val="114000"/>
              </a:lnSpc>
              <a:spcAft>
                <a:spcPts val="0"/>
              </a:spcAft>
              <a:defRPr sz="1600">
                <a:solidFill>
                  <a:schemeClr val="tx1"/>
                </a:solidFill>
                <a:latin typeface="Montserrat Light" panose="00000400000000000000" pitchFamily="50" charset="0"/>
              </a:defRPr>
            </a:lvl4pPr>
            <a:lvl5pPr>
              <a:lnSpc>
                <a:spcPct val="114000"/>
              </a:lnSpc>
              <a:spcAft>
                <a:spcPts val="0"/>
              </a:spcAft>
              <a:defRPr sz="1400">
                <a:solidFill>
                  <a:schemeClr val="tx1"/>
                </a:solidFill>
                <a:latin typeface="Montserrat Light" panose="00000400000000000000" pitchFamily="50" charset="0"/>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pic>
        <p:nvPicPr>
          <p:cNvPr id="8" name="Picture 7">
            <a:extLst>
              <a:ext uri="{FF2B5EF4-FFF2-40B4-BE49-F238E27FC236}">
                <a16:creationId xmlns:a16="http://schemas.microsoft.com/office/drawing/2014/main" id="{9DB85484-F698-6E44-9BC7-625676C8120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53799" y="6102302"/>
            <a:ext cx="630283" cy="566921"/>
          </a:xfrm>
          <a:prstGeom prst="rect">
            <a:avLst/>
          </a:prstGeom>
        </p:spPr>
      </p:pic>
      <p:pic>
        <p:nvPicPr>
          <p:cNvPr id="12" name="Picture 11">
            <a:extLst>
              <a:ext uri="{FF2B5EF4-FFF2-40B4-BE49-F238E27FC236}">
                <a16:creationId xmlns:a16="http://schemas.microsoft.com/office/drawing/2014/main" id="{88134E87-7756-A448-85CF-70F97B3E0E16}"/>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5442" y="0"/>
            <a:ext cx="404949" cy="6858000"/>
          </a:xfrm>
          <a:prstGeom prst="rect">
            <a:avLst/>
          </a:prstGeom>
        </p:spPr>
      </p:pic>
    </p:spTree>
    <p:extLst>
      <p:ext uri="{BB962C8B-B14F-4D97-AF65-F5344CB8AC3E}">
        <p14:creationId xmlns:p14="http://schemas.microsoft.com/office/powerpoint/2010/main" val="14949406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1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E54D9B-8987-0D4C-A48D-AC224E43243C}"/>
              </a:ext>
            </a:extLst>
          </p:cNvPr>
          <p:cNvSpPr>
            <a:spLocks noGrp="1"/>
          </p:cNvSpPr>
          <p:nvPr>
            <p:ph type="title" hasCustomPrompt="1"/>
          </p:nvPr>
        </p:nvSpPr>
        <p:spPr/>
        <p:txBody>
          <a:bodyPr>
            <a:normAutofit/>
          </a:bodyPr>
          <a:lstStyle>
            <a:lvl1pPr>
              <a:defRPr sz="4000">
                <a:solidFill>
                  <a:schemeClr val="accent2"/>
                </a:solidFill>
                <a:latin typeface="Montserrat" pitchFamily="2" charset="77"/>
              </a:defRPr>
            </a:lvl1pPr>
          </a:lstStyle>
          <a:p>
            <a:r>
              <a:rPr lang="en-US"/>
              <a:t>CLICK TO EDIT TITLE</a:t>
            </a:r>
          </a:p>
        </p:txBody>
      </p:sp>
      <p:sp>
        <p:nvSpPr>
          <p:cNvPr id="3" name="Content Placeholder 2">
            <a:extLst>
              <a:ext uri="{FF2B5EF4-FFF2-40B4-BE49-F238E27FC236}">
                <a16:creationId xmlns:a16="http://schemas.microsoft.com/office/drawing/2014/main" id="{F830977D-D50B-F34A-A72B-3B2E6C9B12F6}"/>
              </a:ext>
            </a:extLst>
          </p:cNvPr>
          <p:cNvSpPr>
            <a:spLocks noGrp="1"/>
          </p:cNvSpPr>
          <p:nvPr>
            <p:ph sz="half" idx="1" hasCustomPrompt="1"/>
          </p:nvPr>
        </p:nvSpPr>
        <p:spPr>
          <a:xfrm>
            <a:off x="838200" y="1825625"/>
            <a:ext cx="5181600" cy="4351338"/>
          </a:xfrm>
        </p:spPr>
        <p:txBody>
          <a:bodyPr/>
          <a:lstStyle>
            <a:lvl1pPr>
              <a:defRPr sz="2400">
                <a:solidFill>
                  <a:schemeClr val="tx1"/>
                </a:solidFill>
                <a:latin typeface="Montserrat Light" panose="00000400000000000000" pitchFamily="50" charset="0"/>
              </a:defRPr>
            </a:lvl1pPr>
            <a:lvl2pPr>
              <a:defRPr sz="2000">
                <a:solidFill>
                  <a:schemeClr val="tx1"/>
                </a:solidFill>
                <a:latin typeface="Montserrat Light" panose="00000400000000000000" pitchFamily="50" charset="0"/>
              </a:defRPr>
            </a:lvl2pPr>
            <a:lvl3pPr>
              <a:defRPr sz="1800">
                <a:solidFill>
                  <a:schemeClr val="tx1"/>
                </a:solidFill>
                <a:latin typeface="Montserrat Light" panose="00000400000000000000" pitchFamily="50" charset="0"/>
              </a:defRPr>
            </a:lvl3pPr>
            <a:lvl4pPr>
              <a:defRPr sz="1600">
                <a:solidFill>
                  <a:schemeClr val="tx1"/>
                </a:solidFill>
                <a:latin typeface="Montserrat Light" panose="00000400000000000000" pitchFamily="50" charset="0"/>
              </a:defRPr>
            </a:lvl4pPr>
            <a:lvl5pPr>
              <a:defRPr sz="1400">
                <a:solidFill>
                  <a:schemeClr val="tx1"/>
                </a:solidFill>
                <a:latin typeface="Montserrat Light" panose="00000400000000000000" pitchFamily="50" charset="0"/>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66A8F47-B8E2-2147-BF7A-36D46A6796E7}"/>
              </a:ext>
            </a:extLst>
          </p:cNvPr>
          <p:cNvSpPr>
            <a:spLocks noGrp="1"/>
          </p:cNvSpPr>
          <p:nvPr>
            <p:ph sz="half" idx="2" hasCustomPrompt="1"/>
          </p:nvPr>
        </p:nvSpPr>
        <p:spPr>
          <a:xfrm>
            <a:off x="6172200" y="1825625"/>
            <a:ext cx="5181600" cy="4351338"/>
          </a:xfrm>
        </p:spPr>
        <p:txBody>
          <a:bodyPr/>
          <a:lstStyle>
            <a:lvl1pPr>
              <a:defRPr sz="2400">
                <a:solidFill>
                  <a:schemeClr val="tx1"/>
                </a:solidFill>
                <a:latin typeface="Montserrat Light" panose="00000400000000000000" pitchFamily="50" charset="0"/>
              </a:defRPr>
            </a:lvl1pPr>
            <a:lvl2pPr>
              <a:defRPr sz="2000">
                <a:solidFill>
                  <a:schemeClr val="tx1"/>
                </a:solidFill>
                <a:latin typeface="Montserrat Light" panose="00000400000000000000" pitchFamily="50" charset="0"/>
              </a:defRPr>
            </a:lvl2pPr>
            <a:lvl3pPr>
              <a:defRPr sz="1800">
                <a:solidFill>
                  <a:schemeClr val="tx1"/>
                </a:solidFill>
                <a:latin typeface="Montserrat Light" panose="00000400000000000000" pitchFamily="50" charset="0"/>
              </a:defRPr>
            </a:lvl3pPr>
            <a:lvl4pPr>
              <a:defRPr sz="1600">
                <a:solidFill>
                  <a:schemeClr val="tx1"/>
                </a:solidFill>
                <a:latin typeface="Montserrat Light" panose="00000400000000000000" pitchFamily="50" charset="0"/>
              </a:defRPr>
            </a:lvl4pPr>
            <a:lvl5pPr>
              <a:defRPr sz="1400">
                <a:solidFill>
                  <a:schemeClr val="tx1"/>
                </a:solidFill>
                <a:latin typeface="Montserrat Light" panose="00000400000000000000" pitchFamily="50" charset="0"/>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pic>
        <p:nvPicPr>
          <p:cNvPr id="6" name="Picture 5">
            <a:extLst>
              <a:ext uri="{FF2B5EF4-FFF2-40B4-BE49-F238E27FC236}">
                <a16:creationId xmlns:a16="http://schemas.microsoft.com/office/drawing/2014/main" id="{5A07F695-7E0C-034D-9F2B-547AAABC08B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442" y="0"/>
            <a:ext cx="404949" cy="6858000"/>
          </a:xfrm>
          <a:prstGeom prst="rect">
            <a:avLst/>
          </a:prstGeom>
        </p:spPr>
      </p:pic>
      <p:pic>
        <p:nvPicPr>
          <p:cNvPr id="7" name="Picture 6">
            <a:extLst>
              <a:ext uri="{FF2B5EF4-FFF2-40B4-BE49-F238E27FC236}">
                <a16:creationId xmlns:a16="http://schemas.microsoft.com/office/drawing/2014/main" id="{503078E9-8E80-4049-845B-55B7433C13D9}"/>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1353799" y="6102302"/>
            <a:ext cx="630283" cy="566921"/>
          </a:xfrm>
          <a:prstGeom prst="rect">
            <a:avLst/>
          </a:prstGeom>
        </p:spPr>
      </p:pic>
    </p:spTree>
    <p:extLst>
      <p:ext uri="{BB962C8B-B14F-4D97-AF65-F5344CB8AC3E}">
        <p14:creationId xmlns:p14="http://schemas.microsoft.com/office/powerpoint/2010/main" val="22729259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1_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320160-DB07-FA41-A195-10DBA0F84C6A}"/>
              </a:ext>
            </a:extLst>
          </p:cNvPr>
          <p:cNvSpPr>
            <a:spLocks noGrp="1"/>
          </p:cNvSpPr>
          <p:nvPr>
            <p:ph type="title" hasCustomPrompt="1"/>
          </p:nvPr>
        </p:nvSpPr>
        <p:spPr>
          <a:xfrm>
            <a:off x="839788" y="365125"/>
            <a:ext cx="10515600" cy="1325563"/>
          </a:xfrm>
        </p:spPr>
        <p:txBody>
          <a:bodyPr>
            <a:normAutofit/>
          </a:bodyPr>
          <a:lstStyle>
            <a:lvl1pPr>
              <a:defRPr sz="4000">
                <a:solidFill>
                  <a:schemeClr val="accent2"/>
                </a:solidFill>
                <a:latin typeface="Montserrat" pitchFamily="2" charset="77"/>
              </a:defRPr>
            </a:lvl1pPr>
          </a:lstStyle>
          <a:p>
            <a:r>
              <a:rPr lang="en-US"/>
              <a:t>CLICK TO EDIT TITLE</a:t>
            </a:r>
          </a:p>
        </p:txBody>
      </p:sp>
      <p:sp>
        <p:nvSpPr>
          <p:cNvPr id="3" name="Text Placeholder 2">
            <a:extLst>
              <a:ext uri="{FF2B5EF4-FFF2-40B4-BE49-F238E27FC236}">
                <a16:creationId xmlns:a16="http://schemas.microsoft.com/office/drawing/2014/main" id="{E8265D98-7F86-E241-96F3-5AE4DBD2D062}"/>
              </a:ext>
            </a:extLst>
          </p:cNvPr>
          <p:cNvSpPr>
            <a:spLocks noGrp="1"/>
          </p:cNvSpPr>
          <p:nvPr>
            <p:ph type="body" idx="1" hasCustomPrompt="1"/>
          </p:nvPr>
        </p:nvSpPr>
        <p:spPr>
          <a:xfrm>
            <a:off x="839788" y="1681163"/>
            <a:ext cx="5157787" cy="823912"/>
          </a:xfrm>
        </p:spPr>
        <p:txBody>
          <a:bodyPr anchor="b">
            <a:normAutofit/>
          </a:bodyPr>
          <a:lstStyle>
            <a:lvl1pPr marL="0" indent="0">
              <a:buNone/>
              <a:defRPr sz="2800" b="0">
                <a:solidFill>
                  <a:schemeClr val="tx1"/>
                </a:solidFill>
                <a:latin typeface="Montserrat"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text</a:t>
            </a:r>
          </a:p>
        </p:txBody>
      </p:sp>
      <p:sp>
        <p:nvSpPr>
          <p:cNvPr id="4" name="Content Placeholder 3">
            <a:extLst>
              <a:ext uri="{FF2B5EF4-FFF2-40B4-BE49-F238E27FC236}">
                <a16:creationId xmlns:a16="http://schemas.microsoft.com/office/drawing/2014/main" id="{57326700-521D-4B43-A2D4-FACEAE7B527F}"/>
              </a:ext>
            </a:extLst>
          </p:cNvPr>
          <p:cNvSpPr>
            <a:spLocks noGrp="1"/>
          </p:cNvSpPr>
          <p:nvPr>
            <p:ph sz="half" idx="2" hasCustomPrompt="1"/>
          </p:nvPr>
        </p:nvSpPr>
        <p:spPr>
          <a:xfrm>
            <a:off x="839788" y="2505075"/>
            <a:ext cx="5157787" cy="3684588"/>
          </a:xfrm>
        </p:spPr>
        <p:txBody>
          <a:bodyPr/>
          <a:lstStyle>
            <a:lvl1pPr>
              <a:defRPr sz="2400">
                <a:solidFill>
                  <a:schemeClr val="tx1"/>
                </a:solidFill>
                <a:latin typeface="Montserrat Light" panose="00000400000000000000" pitchFamily="50" charset="0"/>
              </a:defRPr>
            </a:lvl1pPr>
            <a:lvl2pPr>
              <a:defRPr sz="2000">
                <a:solidFill>
                  <a:schemeClr val="tx1"/>
                </a:solidFill>
                <a:latin typeface="Montserrat Light" panose="00000400000000000000" pitchFamily="50" charset="0"/>
              </a:defRPr>
            </a:lvl2pPr>
            <a:lvl3pPr>
              <a:defRPr sz="1800">
                <a:solidFill>
                  <a:schemeClr val="tx1"/>
                </a:solidFill>
                <a:latin typeface="Montserrat Light" panose="00000400000000000000" pitchFamily="50" charset="0"/>
              </a:defRPr>
            </a:lvl3pPr>
            <a:lvl4pPr>
              <a:defRPr sz="1600">
                <a:solidFill>
                  <a:schemeClr val="tx1"/>
                </a:solidFill>
                <a:latin typeface="Montserrat Light" panose="00000400000000000000" pitchFamily="50" charset="0"/>
              </a:defRPr>
            </a:lvl4pPr>
            <a:lvl5pPr>
              <a:defRPr sz="1400">
                <a:solidFill>
                  <a:schemeClr val="tx1"/>
                </a:solidFill>
                <a:latin typeface="Montserrat Light" panose="00000400000000000000" pitchFamily="50" charset="0"/>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FE9CCF1-FBF1-9743-BC0F-7FF24538351E}"/>
              </a:ext>
            </a:extLst>
          </p:cNvPr>
          <p:cNvSpPr>
            <a:spLocks noGrp="1"/>
          </p:cNvSpPr>
          <p:nvPr>
            <p:ph type="body" sz="quarter" idx="3" hasCustomPrompt="1"/>
          </p:nvPr>
        </p:nvSpPr>
        <p:spPr>
          <a:xfrm>
            <a:off x="6172200" y="1681163"/>
            <a:ext cx="5183188" cy="823912"/>
          </a:xfrm>
        </p:spPr>
        <p:txBody>
          <a:bodyPr anchor="b">
            <a:normAutofit/>
          </a:bodyPr>
          <a:lstStyle>
            <a:lvl1pPr marL="0" indent="0">
              <a:buNone/>
              <a:defRPr sz="2800" b="0">
                <a:solidFill>
                  <a:schemeClr val="tx1"/>
                </a:solidFill>
                <a:latin typeface="Montserrat"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text</a:t>
            </a:r>
          </a:p>
        </p:txBody>
      </p:sp>
      <p:sp>
        <p:nvSpPr>
          <p:cNvPr id="6" name="Content Placeholder 5">
            <a:extLst>
              <a:ext uri="{FF2B5EF4-FFF2-40B4-BE49-F238E27FC236}">
                <a16:creationId xmlns:a16="http://schemas.microsoft.com/office/drawing/2014/main" id="{73BE9C37-AAE6-9046-8B66-3BF2E4EFD234}"/>
              </a:ext>
            </a:extLst>
          </p:cNvPr>
          <p:cNvSpPr>
            <a:spLocks noGrp="1"/>
          </p:cNvSpPr>
          <p:nvPr>
            <p:ph sz="quarter" idx="4" hasCustomPrompt="1"/>
          </p:nvPr>
        </p:nvSpPr>
        <p:spPr>
          <a:xfrm>
            <a:off x="6172200" y="2505075"/>
            <a:ext cx="5183188" cy="3684588"/>
          </a:xfrm>
        </p:spPr>
        <p:txBody>
          <a:bodyPr/>
          <a:lstStyle>
            <a:lvl1pPr>
              <a:defRPr sz="2400">
                <a:solidFill>
                  <a:schemeClr val="tx1"/>
                </a:solidFill>
                <a:latin typeface="Montserrat Light" panose="00000400000000000000" pitchFamily="50" charset="0"/>
              </a:defRPr>
            </a:lvl1pPr>
            <a:lvl2pPr>
              <a:defRPr sz="2000">
                <a:solidFill>
                  <a:schemeClr val="tx1"/>
                </a:solidFill>
                <a:latin typeface="Montserrat Light" panose="00000400000000000000" pitchFamily="50" charset="0"/>
              </a:defRPr>
            </a:lvl2pPr>
            <a:lvl3pPr>
              <a:defRPr sz="1800">
                <a:solidFill>
                  <a:schemeClr val="tx1"/>
                </a:solidFill>
                <a:latin typeface="Montserrat Light" panose="00000400000000000000" pitchFamily="50" charset="0"/>
              </a:defRPr>
            </a:lvl3pPr>
            <a:lvl4pPr>
              <a:defRPr sz="1600">
                <a:solidFill>
                  <a:schemeClr val="tx1"/>
                </a:solidFill>
                <a:latin typeface="Montserrat Light" panose="00000400000000000000" pitchFamily="50" charset="0"/>
              </a:defRPr>
            </a:lvl4pPr>
            <a:lvl5pPr>
              <a:defRPr sz="1400">
                <a:solidFill>
                  <a:schemeClr val="tx1"/>
                </a:solidFill>
                <a:latin typeface="Montserrat Light" panose="00000400000000000000" pitchFamily="50" charset="0"/>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pic>
        <p:nvPicPr>
          <p:cNvPr id="8" name="Picture 7">
            <a:extLst>
              <a:ext uri="{FF2B5EF4-FFF2-40B4-BE49-F238E27FC236}">
                <a16:creationId xmlns:a16="http://schemas.microsoft.com/office/drawing/2014/main" id="{2E2BE504-908F-6148-95A8-E45954D7CD48}"/>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442" y="0"/>
            <a:ext cx="404949" cy="6858000"/>
          </a:xfrm>
          <a:prstGeom prst="rect">
            <a:avLst/>
          </a:prstGeom>
        </p:spPr>
      </p:pic>
      <p:pic>
        <p:nvPicPr>
          <p:cNvPr id="9" name="Picture 8">
            <a:extLst>
              <a:ext uri="{FF2B5EF4-FFF2-40B4-BE49-F238E27FC236}">
                <a16:creationId xmlns:a16="http://schemas.microsoft.com/office/drawing/2014/main" id="{4C59A07E-FD69-E045-B8A5-321D99AEB88C}"/>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1353799" y="6102302"/>
            <a:ext cx="630283" cy="566921"/>
          </a:xfrm>
          <a:prstGeom prst="rect">
            <a:avLst/>
          </a:prstGeom>
        </p:spPr>
      </p:pic>
    </p:spTree>
    <p:extLst>
      <p:ext uri="{BB962C8B-B14F-4D97-AF65-F5344CB8AC3E}">
        <p14:creationId xmlns:p14="http://schemas.microsoft.com/office/powerpoint/2010/main" val="13084155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1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228945-86BB-2F46-A588-79A48E6F3851}"/>
              </a:ext>
            </a:extLst>
          </p:cNvPr>
          <p:cNvSpPr>
            <a:spLocks noGrp="1"/>
          </p:cNvSpPr>
          <p:nvPr>
            <p:ph type="title" hasCustomPrompt="1"/>
          </p:nvPr>
        </p:nvSpPr>
        <p:spPr/>
        <p:txBody>
          <a:bodyPr>
            <a:normAutofit/>
          </a:bodyPr>
          <a:lstStyle>
            <a:lvl1pPr>
              <a:defRPr sz="4000">
                <a:solidFill>
                  <a:schemeClr val="accent2"/>
                </a:solidFill>
                <a:latin typeface="Montserrat" pitchFamily="2" charset="77"/>
              </a:defRPr>
            </a:lvl1pPr>
          </a:lstStyle>
          <a:p>
            <a:r>
              <a:rPr lang="en-US"/>
              <a:t>CLICK TO EDIT TITLE</a:t>
            </a:r>
          </a:p>
        </p:txBody>
      </p:sp>
      <p:pic>
        <p:nvPicPr>
          <p:cNvPr id="4" name="Picture 3">
            <a:extLst>
              <a:ext uri="{FF2B5EF4-FFF2-40B4-BE49-F238E27FC236}">
                <a16:creationId xmlns:a16="http://schemas.microsoft.com/office/drawing/2014/main" id="{83200840-C9E9-634E-8D4C-F05B1268596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442" y="0"/>
            <a:ext cx="404949" cy="6858000"/>
          </a:xfrm>
          <a:prstGeom prst="rect">
            <a:avLst/>
          </a:prstGeom>
        </p:spPr>
      </p:pic>
      <p:pic>
        <p:nvPicPr>
          <p:cNvPr id="5" name="Picture 4">
            <a:extLst>
              <a:ext uri="{FF2B5EF4-FFF2-40B4-BE49-F238E27FC236}">
                <a16:creationId xmlns:a16="http://schemas.microsoft.com/office/drawing/2014/main" id="{2002DAAB-B753-6343-9EE4-D905FC447CB3}"/>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1353799" y="6102302"/>
            <a:ext cx="630283" cy="566921"/>
          </a:xfrm>
          <a:prstGeom prst="rect">
            <a:avLst/>
          </a:prstGeom>
        </p:spPr>
      </p:pic>
    </p:spTree>
    <p:extLst>
      <p:ext uri="{BB962C8B-B14F-4D97-AF65-F5344CB8AC3E}">
        <p14:creationId xmlns:p14="http://schemas.microsoft.com/office/powerpoint/2010/main" val="22733714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2_Blank">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5F2CA6B-AEB6-9547-92AD-4ECA07C5A367}"/>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442" y="0"/>
            <a:ext cx="404949" cy="6858000"/>
          </a:xfrm>
          <a:prstGeom prst="rect">
            <a:avLst/>
          </a:prstGeom>
        </p:spPr>
      </p:pic>
      <p:pic>
        <p:nvPicPr>
          <p:cNvPr id="4" name="Picture 3">
            <a:extLst>
              <a:ext uri="{FF2B5EF4-FFF2-40B4-BE49-F238E27FC236}">
                <a16:creationId xmlns:a16="http://schemas.microsoft.com/office/drawing/2014/main" id="{BF9D3F99-E3F6-8E4E-9FCD-A16E1DF22FF8}"/>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1353799" y="6102302"/>
            <a:ext cx="630283" cy="566921"/>
          </a:xfrm>
          <a:prstGeom prst="rect">
            <a:avLst/>
          </a:prstGeom>
        </p:spPr>
      </p:pic>
    </p:spTree>
    <p:extLst>
      <p:ext uri="{BB962C8B-B14F-4D97-AF65-F5344CB8AC3E}">
        <p14:creationId xmlns:p14="http://schemas.microsoft.com/office/powerpoint/2010/main" val="37571185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1_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94708B-F85D-B244-B76D-7665363E927C}"/>
              </a:ext>
            </a:extLst>
          </p:cNvPr>
          <p:cNvSpPr>
            <a:spLocks noGrp="1"/>
          </p:cNvSpPr>
          <p:nvPr>
            <p:ph type="title" hasCustomPrompt="1"/>
          </p:nvPr>
        </p:nvSpPr>
        <p:spPr>
          <a:xfrm>
            <a:off x="839788" y="457200"/>
            <a:ext cx="3932237" cy="1600200"/>
          </a:xfrm>
        </p:spPr>
        <p:txBody>
          <a:bodyPr anchor="b">
            <a:normAutofit/>
          </a:bodyPr>
          <a:lstStyle>
            <a:lvl1pPr>
              <a:defRPr sz="3200">
                <a:solidFill>
                  <a:schemeClr val="accent2"/>
                </a:solidFill>
                <a:latin typeface="Montserrat" pitchFamily="2" charset="77"/>
              </a:defRPr>
            </a:lvl1pPr>
          </a:lstStyle>
          <a:p>
            <a:r>
              <a:rPr lang="en-US"/>
              <a:t>CLICK TO EDIT TITLE</a:t>
            </a:r>
          </a:p>
        </p:txBody>
      </p:sp>
      <p:sp>
        <p:nvSpPr>
          <p:cNvPr id="3" name="Content Placeholder 2">
            <a:extLst>
              <a:ext uri="{FF2B5EF4-FFF2-40B4-BE49-F238E27FC236}">
                <a16:creationId xmlns:a16="http://schemas.microsoft.com/office/drawing/2014/main" id="{74699D82-DB1D-334C-9D0C-24A2DAEF50D0}"/>
              </a:ext>
            </a:extLst>
          </p:cNvPr>
          <p:cNvSpPr>
            <a:spLocks noGrp="1"/>
          </p:cNvSpPr>
          <p:nvPr>
            <p:ph idx="1" hasCustomPrompt="1"/>
          </p:nvPr>
        </p:nvSpPr>
        <p:spPr>
          <a:xfrm>
            <a:off x="5183188" y="987425"/>
            <a:ext cx="6172200" cy="4873625"/>
          </a:xfrm>
        </p:spPr>
        <p:txBody>
          <a:bodyPr>
            <a:normAutofit/>
          </a:bodyPr>
          <a:lstStyle>
            <a:lvl1pPr>
              <a:defRPr sz="2400">
                <a:solidFill>
                  <a:schemeClr val="tx1"/>
                </a:solidFill>
                <a:latin typeface="Montserrat Light" panose="00000400000000000000" pitchFamily="50" charset="0"/>
              </a:defRPr>
            </a:lvl1pPr>
            <a:lvl2pPr>
              <a:defRPr sz="2000">
                <a:solidFill>
                  <a:schemeClr val="tx1"/>
                </a:solidFill>
                <a:latin typeface="Montserrat Light" panose="00000400000000000000" pitchFamily="50" charset="0"/>
              </a:defRPr>
            </a:lvl2pPr>
            <a:lvl3pPr>
              <a:defRPr sz="1800">
                <a:solidFill>
                  <a:schemeClr val="tx1"/>
                </a:solidFill>
                <a:latin typeface="Montserrat Light" panose="00000400000000000000" pitchFamily="50" charset="0"/>
              </a:defRPr>
            </a:lvl3pPr>
            <a:lvl4pPr>
              <a:defRPr sz="1600">
                <a:solidFill>
                  <a:schemeClr val="tx1"/>
                </a:solidFill>
                <a:latin typeface="Montserrat Light" panose="00000400000000000000" pitchFamily="50" charset="0"/>
              </a:defRPr>
            </a:lvl4pPr>
            <a:lvl5pPr>
              <a:defRPr sz="1400">
                <a:solidFill>
                  <a:schemeClr val="tx1"/>
                </a:solidFill>
                <a:latin typeface="Montserrat Light" panose="00000400000000000000" pitchFamily="50" charset="0"/>
              </a:defRPr>
            </a:lvl5pPr>
            <a:lvl6pPr>
              <a:defRPr sz="2000"/>
            </a:lvl6pPr>
            <a:lvl7pPr>
              <a:defRPr sz="2000"/>
            </a:lvl7pPr>
            <a:lvl8pPr>
              <a:defRPr sz="2000"/>
            </a:lvl8pPr>
            <a:lvl9pPr>
              <a:defRPr sz="2000"/>
            </a:lvl9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48442DC-2A24-1246-A016-34C036D5BDBB}"/>
              </a:ext>
            </a:extLst>
          </p:cNvPr>
          <p:cNvSpPr>
            <a:spLocks noGrp="1"/>
          </p:cNvSpPr>
          <p:nvPr>
            <p:ph type="body" sz="half" idx="2" hasCustomPrompt="1"/>
          </p:nvPr>
        </p:nvSpPr>
        <p:spPr>
          <a:xfrm>
            <a:off x="839788" y="2057400"/>
            <a:ext cx="3932237" cy="3811588"/>
          </a:xfrm>
        </p:spPr>
        <p:txBody>
          <a:bodyPr>
            <a:normAutofit/>
          </a:bodyPr>
          <a:lstStyle>
            <a:lvl1pPr marL="0" indent="0">
              <a:buNone/>
              <a:defRPr sz="1800">
                <a:solidFill>
                  <a:schemeClr val="tx1"/>
                </a:solidFill>
                <a:latin typeface="Montserrat Light" panose="00000400000000000000" pitchFamily="50"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text</a:t>
            </a:r>
          </a:p>
        </p:txBody>
      </p:sp>
      <p:pic>
        <p:nvPicPr>
          <p:cNvPr id="6" name="Picture 5">
            <a:extLst>
              <a:ext uri="{FF2B5EF4-FFF2-40B4-BE49-F238E27FC236}">
                <a16:creationId xmlns:a16="http://schemas.microsoft.com/office/drawing/2014/main" id="{8C2B6028-2834-A047-9F99-7065866043D6}"/>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442" y="0"/>
            <a:ext cx="404949" cy="6858000"/>
          </a:xfrm>
          <a:prstGeom prst="rect">
            <a:avLst/>
          </a:prstGeom>
        </p:spPr>
      </p:pic>
      <p:pic>
        <p:nvPicPr>
          <p:cNvPr id="7" name="Picture 6">
            <a:extLst>
              <a:ext uri="{FF2B5EF4-FFF2-40B4-BE49-F238E27FC236}">
                <a16:creationId xmlns:a16="http://schemas.microsoft.com/office/drawing/2014/main" id="{EDAA725D-D060-7544-BC63-875695A5E207}"/>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1353799" y="6102302"/>
            <a:ext cx="630283" cy="566921"/>
          </a:xfrm>
          <a:prstGeom prst="rect">
            <a:avLst/>
          </a:prstGeom>
        </p:spPr>
      </p:pic>
    </p:spTree>
    <p:extLst>
      <p:ext uri="{BB962C8B-B14F-4D97-AF65-F5344CB8AC3E}">
        <p14:creationId xmlns:p14="http://schemas.microsoft.com/office/powerpoint/2010/main" val="20915336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1_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04FBA5-6B4E-EC4E-A1BD-ADC2BADFF96B}"/>
              </a:ext>
            </a:extLst>
          </p:cNvPr>
          <p:cNvSpPr>
            <a:spLocks noGrp="1"/>
          </p:cNvSpPr>
          <p:nvPr>
            <p:ph type="title" hasCustomPrompt="1"/>
          </p:nvPr>
        </p:nvSpPr>
        <p:spPr>
          <a:xfrm>
            <a:off x="839788" y="457200"/>
            <a:ext cx="3932237" cy="1600200"/>
          </a:xfrm>
        </p:spPr>
        <p:txBody>
          <a:bodyPr anchor="b">
            <a:normAutofit/>
          </a:bodyPr>
          <a:lstStyle>
            <a:lvl1pPr>
              <a:defRPr sz="3200">
                <a:solidFill>
                  <a:schemeClr val="accent2"/>
                </a:solidFill>
                <a:latin typeface="Montserrat" pitchFamily="2" charset="77"/>
              </a:defRPr>
            </a:lvl1pPr>
          </a:lstStyle>
          <a:p>
            <a:r>
              <a:rPr lang="en-US"/>
              <a:t>CLICK TO EDIT TITLE</a:t>
            </a:r>
          </a:p>
        </p:txBody>
      </p:sp>
      <p:sp>
        <p:nvSpPr>
          <p:cNvPr id="3" name="Picture Placeholder 2">
            <a:extLst>
              <a:ext uri="{FF2B5EF4-FFF2-40B4-BE49-F238E27FC236}">
                <a16:creationId xmlns:a16="http://schemas.microsoft.com/office/drawing/2014/main" id="{13C65746-ACAD-4648-A241-DBEAE0D92059}"/>
              </a:ext>
            </a:extLst>
          </p:cNvPr>
          <p:cNvSpPr>
            <a:spLocks noGrp="1"/>
          </p:cNvSpPr>
          <p:nvPr>
            <p:ph type="pic" idx="1"/>
          </p:nvPr>
        </p:nvSpPr>
        <p:spPr>
          <a:xfrm>
            <a:off x="5183188" y="987425"/>
            <a:ext cx="6172200" cy="4873625"/>
          </a:xfrm>
        </p:spPr>
        <p:txBody>
          <a:bodyPr/>
          <a:lstStyle>
            <a:lvl1pPr marL="0" indent="0">
              <a:buNone/>
              <a:defRPr sz="3200">
                <a:solidFill>
                  <a:schemeClr val="tx2"/>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9D49BA78-2353-F449-809F-A41F92D937CE}"/>
              </a:ext>
            </a:extLst>
          </p:cNvPr>
          <p:cNvSpPr>
            <a:spLocks noGrp="1"/>
          </p:cNvSpPr>
          <p:nvPr>
            <p:ph type="body" sz="half" idx="2" hasCustomPrompt="1"/>
          </p:nvPr>
        </p:nvSpPr>
        <p:spPr>
          <a:xfrm>
            <a:off x="839788" y="2057400"/>
            <a:ext cx="3932237" cy="3811588"/>
          </a:xfrm>
        </p:spPr>
        <p:txBody>
          <a:bodyPr>
            <a:normAutofit/>
          </a:bodyPr>
          <a:lstStyle>
            <a:lvl1pPr marL="0" indent="0">
              <a:buNone/>
              <a:defRPr sz="1800">
                <a:solidFill>
                  <a:schemeClr val="tx2"/>
                </a:solidFill>
                <a:latin typeface="Montserrat Light" panose="00000400000000000000" pitchFamily="50"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text</a:t>
            </a:r>
          </a:p>
        </p:txBody>
      </p:sp>
      <p:pic>
        <p:nvPicPr>
          <p:cNvPr id="6" name="Picture 5">
            <a:extLst>
              <a:ext uri="{FF2B5EF4-FFF2-40B4-BE49-F238E27FC236}">
                <a16:creationId xmlns:a16="http://schemas.microsoft.com/office/drawing/2014/main" id="{592547B1-B0A2-4D47-82A9-A0F6D79B6A5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442" y="0"/>
            <a:ext cx="404949" cy="6858000"/>
          </a:xfrm>
          <a:prstGeom prst="rect">
            <a:avLst/>
          </a:prstGeom>
        </p:spPr>
      </p:pic>
      <p:pic>
        <p:nvPicPr>
          <p:cNvPr id="7" name="Picture 6">
            <a:extLst>
              <a:ext uri="{FF2B5EF4-FFF2-40B4-BE49-F238E27FC236}">
                <a16:creationId xmlns:a16="http://schemas.microsoft.com/office/drawing/2014/main" id="{35ACFBBF-A61D-4A4B-BDF6-818AB68ACBA7}"/>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1353799" y="6102302"/>
            <a:ext cx="630283" cy="566921"/>
          </a:xfrm>
          <a:prstGeom prst="rect">
            <a:avLst/>
          </a:prstGeom>
        </p:spPr>
      </p:pic>
    </p:spTree>
    <p:extLst>
      <p:ext uri="{BB962C8B-B14F-4D97-AF65-F5344CB8AC3E}">
        <p14:creationId xmlns:p14="http://schemas.microsoft.com/office/powerpoint/2010/main" val="22965667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1"/>
      </p:bgRef>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CBFB60E-9BAD-4834-8003-BE44033BFDF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9"/>
          <a:stretch/>
        </p:blipFill>
        <p:spPr>
          <a:xfrm>
            <a:off x="0" y="0"/>
            <a:ext cx="12192000" cy="6858000"/>
          </a:xfrm>
          <a:prstGeom prst="rect">
            <a:avLst/>
          </a:prstGeom>
        </p:spPr>
      </p:pic>
      <p:sp>
        <p:nvSpPr>
          <p:cNvPr id="2" name="Title 1">
            <a:extLst>
              <a:ext uri="{FF2B5EF4-FFF2-40B4-BE49-F238E27FC236}">
                <a16:creationId xmlns:a16="http://schemas.microsoft.com/office/drawing/2014/main" id="{FA12A0A7-4CF2-4743-858C-719C761D6A76}"/>
              </a:ext>
            </a:extLst>
          </p:cNvPr>
          <p:cNvSpPr>
            <a:spLocks noGrp="1"/>
          </p:cNvSpPr>
          <p:nvPr>
            <p:ph type="title" hasCustomPrompt="1"/>
          </p:nvPr>
        </p:nvSpPr>
        <p:spPr>
          <a:xfrm>
            <a:off x="831850" y="1709738"/>
            <a:ext cx="10515600" cy="2852737"/>
          </a:xfrm>
        </p:spPr>
        <p:txBody>
          <a:bodyPr anchor="b">
            <a:normAutofit/>
          </a:bodyPr>
          <a:lstStyle>
            <a:lvl1pPr>
              <a:defRPr sz="4400">
                <a:solidFill>
                  <a:srgbClr val="F1F1EF"/>
                </a:solidFill>
                <a:latin typeface="Montserrat" pitchFamily="2" charset="77"/>
              </a:defRPr>
            </a:lvl1pPr>
          </a:lstStyle>
          <a:p>
            <a:r>
              <a:rPr lang="en-US"/>
              <a:t>CLICK TO EDIT TITLE</a:t>
            </a:r>
          </a:p>
        </p:txBody>
      </p:sp>
      <p:sp>
        <p:nvSpPr>
          <p:cNvPr id="3" name="Text Placeholder 2">
            <a:extLst>
              <a:ext uri="{FF2B5EF4-FFF2-40B4-BE49-F238E27FC236}">
                <a16:creationId xmlns:a16="http://schemas.microsoft.com/office/drawing/2014/main" id="{94AB00D5-0002-EB43-B596-CD3FCE26D7FF}"/>
              </a:ext>
            </a:extLst>
          </p:cNvPr>
          <p:cNvSpPr>
            <a:spLocks noGrp="1"/>
          </p:cNvSpPr>
          <p:nvPr>
            <p:ph type="body" idx="1" hasCustomPrompt="1"/>
          </p:nvPr>
        </p:nvSpPr>
        <p:spPr>
          <a:xfrm>
            <a:off x="831850" y="4589463"/>
            <a:ext cx="10515600" cy="1500187"/>
          </a:xfrm>
        </p:spPr>
        <p:txBody>
          <a:bodyPr/>
          <a:lstStyle>
            <a:lvl1pPr marL="0" indent="0">
              <a:buNone/>
              <a:defRPr sz="2400">
                <a:solidFill>
                  <a:srgbClr val="F1F1EF"/>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subtitle</a:t>
            </a:r>
          </a:p>
        </p:txBody>
      </p:sp>
      <p:pic>
        <p:nvPicPr>
          <p:cNvPr id="11" name="Picture 10">
            <a:extLst>
              <a:ext uri="{FF2B5EF4-FFF2-40B4-BE49-F238E27FC236}">
                <a16:creationId xmlns:a16="http://schemas.microsoft.com/office/drawing/2014/main" id="{87B315BF-030E-704F-AC88-072335552124}"/>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941667" y="5725249"/>
            <a:ext cx="1042416" cy="937623"/>
          </a:xfrm>
          <a:prstGeom prst="rect">
            <a:avLst/>
          </a:prstGeom>
        </p:spPr>
      </p:pic>
    </p:spTree>
    <p:extLst>
      <p:ext uri="{BB962C8B-B14F-4D97-AF65-F5344CB8AC3E}">
        <p14:creationId xmlns:p14="http://schemas.microsoft.com/office/powerpoint/2010/main" val="668207338"/>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_Title and Content">
    <p:bg>
      <p:bgPr>
        <a:solidFill>
          <a:srgbClr val="F1F1E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E96BAE-F822-E34A-990A-9C2771C072A9}"/>
              </a:ext>
            </a:extLst>
          </p:cNvPr>
          <p:cNvSpPr>
            <a:spLocks noGrp="1"/>
          </p:cNvSpPr>
          <p:nvPr>
            <p:ph type="title" hasCustomPrompt="1"/>
          </p:nvPr>
        </p:nvSpPr>
        <p:spPr/>
        <p:txBody>
          <a:bodyPr>
            <a:normAutofit/>
          </a:bodyPr>
          <a:lstStyle>
            <a:lvl1pPr>
              <a:defRPr sz="4000">
                <a:solidFill>
                  <a:schemeClr val="accent1"/>
                </a:solidFill>
                <a:latin typeface="Montserrat" pitchFamily="2" charset="77"/>
              </a:defRPr>
            </a:lvl1pPr>
          </a:lstStyle>
          <a:p>
            <a:r>
              <a:rPr lang="en-US"/>
              <a:t>CLICK TO EDIT TITLE</a:t>
            </a:r>
          </a:p>
        </p:txBody>
      </p:sp>
      <p:sp>
        <p:nvSpPr>
          <p:cNvPr id="3" name="Content Placeholder 2">
            <a:extLst>
              <a:ext uri="{FF2B5EF4-FFF2-40B4-BE49-F238E27FC236}">
                <a16:creationId xmlns:a16="http://schemas.microsoft.com/office/drawing/2014/main" id="{EDAB2EFE-DD9F-E146-A0F0-1CC9263E135A}"/>
              </a:ext>
            </a:extLst>
          </p:cNvPr>
          <p:cNvSpPr>
            <a:spLocks noGrp="1"/>
          </p:cNvSpPr>
          <p:nvPr>
            <p:ph idx="1" hasCustomPrompt="1"/>
          </p:nvPr>
        </p:nvSpPr>
        <p:spPr/>
        <p:txBody>
          <a:bodyPr/>
          <a:lstStyle>
            <a:lvl1pPr>
              <a:defRPr sz="2400">
                <a:solidFill>
                  <a:schemeClr val="tx1"/>
                </a:solidFill>
                <a:latin typeface="Montserrat Light" panose="00000400000000000000" pitchFamily="50" charset="0"/>
              </a:defRPr>
            </a:lvl1pPr>
            <a:lvl2pPr>
              <a:defRPr sz="2000">
                <a:solidFill>
                  <a:schemeClr val="tx1"/>
                </a:solidFill>
                <a:latin typeface="Montserrat Light" panose="00000400000000000000" pitchFamily="50" charset="0"/>
              </a:defRPr>
            </a:lvl2pPr>
            <a:lvl3pPr>
              <a:defRPr sz="1800">
                <a:solidFill>
                  <a:schemeClr val="tx1"/>
                </a:solidFill>
                <a:latin typeface="Montserrat Light" panose="00000400000000000000" pitchFamily="50" charset="0"/>
              </a:defRPr>
            </a:lvl3pPr>
            <a:lvl4pPr>
              <a:defRPr sz="1600">
                <a:solidFill>
                  <a:schemeClr val="tx1"/>
                </a:solidFill>
                <a:latin typeface="Montserrat Light" panose="00000400000000000000" pitchFamily="50" charset="0"/>
              </a:defRPr>
            </a:lvl4pPr>
            <a:lvl5pPr>
              <a:defRPr sz="1400">
                <a:solidFill>
                  <a:schemeClr val="tx1"/>
                </a:solidFill>
                <a:latin typeface="Montserrat Light" panose="00000400000000000000" pitchFamily="50" charset="0"/>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pic>
        <p:nvPicPr>
          <p:cNvPr id="8" name="Picture 7">
            <a:extLst>
              <a:ext uri="{FF2B5EF4-FFF2-40B4-BE49-F238E27FC236}">
                <a16:creationId xmlns:a16="http://schemas.microsoft.com/office/drawing/2014/main" id="{9DB85484-F698-6E44-9BC7-625676C8120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53799" y="6102302"/>
            <a:ext cx="630283" cy="566921"/>
          </a:xfrm>
          <a:prstGeom prst="rect">
            <a:avLst/>
          </a:prstGeom>
        </p:spPr>
      </p:pic>
      <p:pic>
        <p:nvPicPr>
          <p:cNvPr id="6" name="Picture 5">
            <a:extLst>
              <a:ext uri="{FF2B5EF4-FFF2-40B4-BE49-F238E27FC236}">
                <a16:creationId xmlns:a16="http://schemas.microsoft.com/office/drawing/2014/main" id="{A053AD66-5A39-4DAC-BD67-EB47A61CA2C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0"/>
            <a:ext cx="404949" cy="6858000"/>
          </a:xfrm>
          <a:prstGeom prst="rect">
            <a:avLst/>
          </a:prstGeom>
        </p:spPr>
      </p:pic>
    </p:spTree>
    <p:extLst>
      <p:ext uri="{BB962C8B-B14F-4D97-AF65-F5344CB8AC3E}">
        <p14:creationId xmlns:p14="http://schemas.microsoft.com/office/powerpoint/2010/main" val="185820376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reserve="1">
  <p:cSld name="3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E54D9B-8987-0D4C-A48D-AC224E43243C}"/>
              </a:ext>
            </a:extLst>
          </p:cNvPr>
          <p:cNvSpPr>
            <a:spLocks noGrp="1"/>
          </p:cNvSpPr>
          <p:nvPr>
            <p:ph type="title" hasCustomPrompt="1"/>
          </p:nvPr>
        </p:nvSpPr>
        <p:spPr/>
        <p:txBody>
          <a:bodyPr>
            <a:normAutofit/>
          </a:bodyPr>
          <a:lstStyle>
            <a:lvl1pPr>
              <a:defRPr sz="4000" i="0">
                <a:solidFill>
                  <a:schemeClr val="accent1"/>
                </a:solidFill>
                <a:latin typeface="Montserrat" pitchFamily="2" charset="77"/>
              </a:defRPr>
            </a:lvl1pPr>
          </a:lstStyle>
          <a:p>
            <a:r>
              <a:rPr lang="en-US"/>
              <a:t>CLICK TO EDIT TITLE</a:t>
            </a:r>
          </a:p>
        </p:txBody>
      </p:sp>
      <p:sp>
        <p:nvSpPr>
          <p:cNvPr id="3" name="Content Placeholder 2">
            <a:extLst>
              <a:ext uri="{FF2B5EF4-FFF2-40B4-BE49-F238E27FC236}">
                <a16:creationId xmlns:a16="http://schemas.microsoft.com/office/drawing/2014/main" id="{F830977D-D50B-F34A-A72B-3B2E6C9B12F6}"/>
              </a:ext>
            </a:extLst>
          </p:cNvPr>
          <p:cNvSpPr>
            <a:spLocks noGrp="1"/>
          </p:cNvSpPr>
          <p:nvPr>
            <p:ph sz="half" idx="1" hasCustomPrompt="1"/>
          </p:nvPr>
        </p:nvSpPr>
        <p:spPr>
          <a:xfrm>
            <a:off x="838200" y="1825625"/>
            <a:ext cx="5181600" cy="4351338"/>
          </a:xfrm>
        </p:spPr>
        <p:txBody>
          <a:bodyPr/>
          <a:lstStyle>
            <a:lvl1pPr>
              <a:defRPr sz="2400">
                <a:solidFill>
                  <a:schemeClr val="tx1"/>
                </a:solidFill>
                <a:latin typeface="Montserrat Light" panose="00000400000000000000" pitchFamily="50" charset="0"/>
              </a:defRPr>
            </a:lvl1pPr>
            <a:lvl2pPr>
              <a:defRPr sz="2000">
                <a:solidFill>
                  <a:schemeClr val="tx1"/>
                </a:solidFill>
                <a:latin typeface="Montserrat Light" panose="00000400000000000000" pitchFamily="50" charset="0"/>
              </a:defRPr>
            </a:lvl2pPr>
            <a:lvl3pPr>
              <a:defRPr sz="1800">
                <a:solidFill>
                  <a:schemeClr val="tx1"/>
                </a:solidFill>
                <a:latin typeface="Montserrat Light" panose="00000400000000000000" pitchFamily="50" charset="0"/>
              </a:defRPr>
            </a:lvl3pPr>
            <a:lvl4pPr>
              <a:defRPr sz="1600">
                <a:solidFill>
                  <a:schemeClr val="tx1"/>
                </a:solidFill>
                <a:latin typeface="Montserrat Light" panose="00000400000000000000" pitchFamily="50" charset="0"/>
              </a:defRPr>
            </a:lvl4pPr>
            <a:lvl5pPr>
              <a:defRPr sz="1400">
                <a:solidFill>
                  <a:schemeClr val="tx1"/>
                </a:solidFill>
                <a:latin typeface="Montserrat Light" panose="00000400000000000000" pitchFamily="50" charset="0"/>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66A8F47-B8E2-2147-BF7A-36D46A6796E7}"/>
              </a:ext>
            </a:extLst>
          </p:cNvPr>
          <p:cNvSpPr>
            <a:spLocks noGrp="1"/>
          </p:cNvSpPr>
          <p:nvPr>
            <p:ph sz="half" idx="2" hasCustomPrompt="1"/>
          </p:nvPr>
        </p:nvSpPr>
        <p:spPr>
          <a:xfrm>
            <a:off x="6172200" y="1825625"/>
            <a:ext cx="5181600" cy="4351338"/>
          </a:xfrm>
        </p:spPr>
        <p:txBody>
          <a:bodyPr/>
          <a:lstStyle>
            <a:lvl1pPr>
              <a:defRPr sz="2400">
                <a:solidFill>
                  <a:schemeClr val="tx1"/>
                </a:solidFill>
                <a:latin typeface="Montserrat Light" panose="00000400000000000000" pitchFamily="50" charset="0"/>
              </a:defRPr>
            </a:lvl1pPr>
            <a:lvl2pPr>
              <a:defRPr sz="2000">
                <a:solidFill>
                  <a:schemeClr val="tx1"/>
                </a:solidFill>
                <a:latin typeface="Montserrat Light" panose="00000400000000000000" pitchFamily="50" charset="0"/>
              </a:defRPr>
            </a:lvl2pPr>
            <a:lvl3pPr>
              <a:defRPr sz="1800">
                <a:solidFill>
                  <a:schemeClr val="tx1"/>
                </a:solidFill>
                <a:latin typeface="Montserrat Light" panose="00000400000000000000" pitchFamily="50" charset="0"/>
              </a:defRPr>
            </a:lvl3pPr>
            <a:lvl4pPr>
              <a:defRPr sz="1600">
                <a:solidFill>
                  <a:schemeClr val="tx1"/>
                </a:solidFill>
                <a:latin typeface="Montserrat Light" panose="00000400000000000000" pitchFamily="50" charset="0"/>
              </a:defRPr>
            </a:lvl4pPr>
            <a:lvl5pPr>
              <a:defRPr sz="1400">
                <a:solidFill>
                  <a:schemeClr val="tx1"/>
                </a:solidFill>
                <a:latin typeface="Montserrat Light" panose="00000400000000000000" pitchFamily="50" charset="0"/>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pic>
        <p:nvPicPr>
          <p:cNvPr id="7" name="Picture 6">
            <a:extLst>
              <a:ext uri="{FF2B5EF4-FFF2-40B4-BE49-F238E27FC236}">
                <a16:creationId xmlns:a16="http://schemas.microsoft.com/office/drawing/2014/main" id="{503078E9-8E80-4049-845B-55B7433C13D9}"/>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53799" y="6102302"/>
            <a:ext cx="630283" cy="566921"/>
          </a:xfrm>
          <a:prstGeom prst="rect">
            <a:avLst/>
          </a:prstGeom>
        </p:spPr>
      </p:pic>
      <p:pic>
        <p:nvPicPr>
          <p:cNvPr id="8" name="Picture 7">
            <a:extLst>
              <a:ext uri="{FF2B5EF4-FFF2-40B4-BE49-F238E27FC236}">
                <a16:creationId xmlns:a16="http://schemas.microsoft.com/office/drawing/2014/main" id="{B8475CA8-CA6E-46FE-980C-8BBB31F50435}"/>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0"/>
            <a:ext cx="404949" cy="6858000"/>
          </a:xfrm>
          <a:prstGeom prst="rect">
            <a:avLst/>
          </a:prstGeom>
        </p:spPr>
      </p:pic>
    </p:spTree>
    <p:extLst>
      <p:ext uri="{BB962C8B-B14F-4D97-AF65-F5344CB8AC3E}">
        <p14:creationId xmlns:p14="http://schemas.microsoft.com/office/powerpoint/2010/main" val="99396221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TxTwoObj" preserve="1">
  <p:cSld name="3_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320160-DB07-FA41-A195-10DBA0F84C6A}"/>
              </a:ext>
            </a:extLst>
          </p:cNvPr>
          <p:cNvSpPr>
            <a:spLocks noGrp="1"/>
          </p:cNvSpPr>
          <p:nvPr>
            <p:ph type="title" hasCustomPrompt="1"/>
          </p:nvPr>
        </p:nvSpPr>
        <p:spPr>
          <a:xfrm>
            <a:off x="839788" y="365125"/>
            <a:ext cx="10515600" cy="1325563"/>
          </a:xfrm>
        </p:spPr>
        <p:txBody>
          <a:bodyPr>
            <a:normAutofit/>
          </a:bodyPr>
          <a:lstStyle>
            <a:lvl1pPr>
              <a:defRPr sz="4000">
                <a:solidFill>
                  <a:schemeClr val="accent1"/>
                </a:solidFill>
                <a:latin typeface="Montserrat" pitchFamily="2" charset="77"/>
              </a:defRPr>
            </a:lvl1pPr>
          </a:lstStyle>
          <a:p>
            <a:r>
              <a:rPr lang="en-US"/>
              <a:t>CLICK TO EDIT TITLE</a:t>
            </a:r>
          </a:p>
        </p:txBody>
      </p:sp>
      <p:sp>
        <p:nvSpPr>
          <p:cNvPr id="3" name="Text Placeholder 2">
            <a:extLst>
              <a:ext uri="{FF2B5EF4-FFF2-40B4-BE49-F238E27FC236}">
                <a16:creationId xmlns:a16="http://schemas.microsoft.com/office/drawing/2014/main" id="{E8265D98-7F86-E241-96F3-5AE4DBD2D062}"/>
              </a:ext>
            </a:extLst>
          </p:cNvPr>
          <p:cNvSpPr>
            <a:spLocks noGrp="1"/>
          </p:cNvSpPr>
          <p:nvPr>
            <p:ph type="body" idx="1" hasCustomPrompt="1"/>
          </p:nvPr>
        </p:nvSpPr>
        <p:spPr>
          <a:xfrm>
            <a:off x="839788" y="1681163"/>
            <a:ext cx="5157787" cy="823912"/>
          </a:xfrm>
        </p:spPr>
        <p:txBody>
          <a:bodyPr anchor="b">
            <a:normAutofit/>
          </a:bodyPr>
          <a:lstStyle>
            <a:lvl1pPr marL="0" indent="0">
              <a:buNone/>
              <a:defRPr sz="2800" b="0">
                <a:solidFill>
                  <a:schemeClr val="tx1"/>
                </a:solidFill>
                <a:latin typeface="Montserrat"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text</a:t>
            </a:r>
          </a:p>
        </p:txBody>
      </p:sp>
      <p:sp>
        <p:nvSpPr>
          <p:cNvPr id="4" name="Content Placeholder 3">
            <a:extLst>
              <a:ext uri="{FF2B5EF4-FFF2-40B4-BE49-F238E27FC236}">
                <a16:creationId xmlns:a16="http://schemas.microsoft.com/office/drawing/2014/main" id="{57326700-521D-4B43-A2D4-FACEAE7B527F}"/>
              </a:ext>
            </a:extLst>
          </p:cNvPr>
          <p:cNvSpPr>
            <a:spLocks noGrp="1"/>
          </p:cNvSpPr>
          <p:nvPr>
            <p:ph sz="half" idx="2" hasCustomPrompt="1"/>
          </p:nvPr>
        </p:nvSpPr>
        <p:spPr>
          <a:xfrm>
            <a:off x="839788" y="2505075"/>
            <a:ext cx="5157787" cy="3684588"/>
          </a:xfrm>
        </p:spPr>
        <p:txBody>
          <a:bodyPr/>
          <a:lstStyle>
            <a:lvl1pPr>
              <a:defRPr sz="2400">
                <a:solidFill>
                  <a:schemeClr val="tx1"/>
                </a:solidFill>
                <a:latin typeface="Montserrat Light" panose="00000400000000000000" pitchFamily="50" charset="0"/>
              </a:defRPr>
            </a:lvl1pPr>
            <a:lvl2pPr>
              <a:defRPr sz="2000">
                <a:solidFill>
                  <a:schemeClr val="tx1"/>
                </a:solidFill>
                <a:latin typeface="Montserrat Light" panose="00000400000000000000" pitchFamily="50" charset="0"/>
              </a:defRPr>
            </a:lvl2pPr>
            <a:lvl3pPr>
              <a:defRPr sz="1800">
                <a:solidFill>
                  <a:schemeClr val="tx1"/>
                </a:solidFill>
                <a:latin typeface="Montserrat Light" panose="00000400000000000000" pitchFamily="50" charset="0"/>
              </a:defRPr>
            </a:lvl3pPr>
            <a:lvl4pPr>
              <a:defRPr sz="1600">
                <a:solidFill>
                  <a:schemeClr val="tx1"/>
                </a:solidFill>
                <a:latin typeface="Montserrat Light" panose="00000400000000000000" pitchFamily="50" charset="0"/>
              </a:defRPr>
            </a:lvl4pPr>
            <a:lvl5pPr>
              <a:defRPr sz="1400">
                <a:solidFill>
                  <a:schemeClr val="tx1"/>
                </a:solidFill>
                <a:latin typeface="Montserrat Light" panose="00000400000000000000" pitchFamily="50" charset="0"/>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FE9CCF1-FBF1-9743-BC0F-7FF24538351E}"/>
              </a:ext>
            </a:extLst>
          </p:cNvPr>
          <p:cNvSpPr>
            <a:spLocks noGrp="1"/>
          </p:cNvSpPr>
          <p:nvPr>
            <p:ph type="body" sz="quarter" idx="3" hasCustomPrompt="1"/>
          </p:nvPr>
        </p:nvSpPr>
        <p:spPr>
          <a:xfrm>
            <a:off x="6172200" y="1681163"/>
            <a:ext cx="5183188" cy="823912"/>
          </a:xfrm>
        </p:spPr>
        <p:txBody>
          <a:bodyPr anchor="b">
            <a:normAutofit/>
          </a:bodyPr>
          <a:lstStyle>
            <a:lvl1pPr marL="0" indent="0">
              <a:buNone/>
              <a:defRPr sz="2800" b="0">
                <a:solidFill>
                  <a:schemeClr val="tx1"/>
                </a:solidFill>
                <a:latin typeface="Montserrat"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text</a:t>
            </a:r>
          </a:p>
        </p:txBody>
      </p:sp>
      <p:sp>
        <p:nvSpPr>
          <p:cNvPr id="6" name="Content Placeholder 5">
            <a:extLst>
              <a:ext uri="{FF2B5EF4-FFF2-40B4-BE49-F238E27FC236}">
                <a16:creationId xmlns:a16="http://schemas.microsoft.com/office/drawing/2014/main" id="{73BE9C37-AAE6-9046-8B66-3BF2E4EFD234}"/>
              </a:ext>
            </a:extLst>
          </p:cNvPr>
          <p:cNvSpPr>
            <a:spLocks noGrp="1"/>
          </p:cNvSpPr>
          <p:nvPr>
            <p:ph sz="quarter" idx="4" hasCustomPrompt="1"/>
          </p:nvPr>
        </p:nvSpPr>
        <p:spPr>
          <a:xfrm>
            <a:off x="6172200" y="2505075"/>
            <a:ext cx="5183188" cy="3684588"/>
          </a:xfrm>
        </p:spPr>
        <p:txBody>
          <a:bodyPr/>
          <a:lstStyle>
            <a:lvl1pPr>
              <a:defRPr sz="2400">
                <a:solidFill>
                  <a:schemeClr val="tx1"/>
                </a:solidFill>
                <a:latin typeface="Montserrat Light" panose="00000400000000000000" pitchFamily="50" charset="0"/>
              </a:defRPr>
            </a:lvl1pPr>
            <a:lvl2pPr>
              <a:defRPr sz="2000">
                <a:solidFill>
                  <a:schemeClr val="tx1"/>
                </a:solidFill>
                <a:latin typeface="Montserrat Light" panose="00000400000000000000" pitchFamily="50" charset="0"/>
              </a:defRPr>
            </a:lvl2pPr>
            <a:lvl3pPr>
              <a:defRPr sz="1800">
                <a:solidFill>
                  <a:schemeClr val="tx1"/>
                </a:solidFill>
                <a:latin typeface="Montserrat Light" panose="00000400000000000000" pitchFamily="50" charset="0"/>
              </a:defRPr>
            </a:lvl3pPr>
            <a:lvl4pPr>
              <a:defRPr sz="1600">
                <a:solidFill>
                  <a:schemeClr val="tx1"/>
                </a:solidFill>
                <a:latin typeface="Montserrat Light" panose="00000400000000000000" pitchFamily="50" charset="0"/>
              </a:defRPr>
            </a:lvl4pPr>
            <a:lvl5pPr>
              <a:defRPr sz="1400">
                <a:solidFill>
                  <a:schemeClr val="tx1"/>
                </a:solidFill>
                <a:latin typeface="Montserrat Light" panose="00000400000000000000" pitchFamily="50" charset="0"/>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pic>
        <p:nvPicPr>
          <p:cNvPr id="9" name="Picture 8">
            <a:extLst>
              <a:ext uri="{FF2B5EF4-FFF2-40B4-BE49-F238E27FC236}">
                <a16:creationId xmlns:a16="http://schemas.microsoft.com/office/drawing/2014/main" id="{4C59A07E-FD69-E045-B8A5-321D99AEB88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53799" y="6102302"/>
            <a:ext cx="630283" cy="566921"/>
          </a:xfrm>
          <a:prstGeom prst="rect">
            <a:avLst/>
          </a:prstGeom>
        </p:spPr>
      </p:pic>
      <p:pic>
        <p:nvPicPr>
          <p:cNvPr id="10" name="Picture 9">
            <a:extLst>
              <a:ext uri="{FF2B5EF4-FFF2-40B4-BE49-F238E27FC236}">
                <a16:creationId xmlns:a16="http://schemas.microsoft.com/office/drawing/2014/main" id="{5AA879BC-A935-4C20-B979-A2214053CADF}"/>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0"/>
            <a:ext cx="404949" cy="6858000"/>
          </a:xfrm>
          <a:prstGeom prst="rect">
            <a:avLst/>
          </a:prstGeom>
        </p:spPr>
      </p:pic>
    </p:spTree>
    <p:extLst>
      <p:ext uri="{BB962C8B-B14F-4D97-AF65-F5344CB8AC3E}">
        <p14:creationId xmlns:p14="http://schemas.microsoft.com/office/powerpoint/2010/main" val="2574114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228945-86BB-2F46-A588-79A48E6F3851}"/>
              </a:ext>
            </a:extLst>
          </p:cNvPr>
          <p:cNvSpPr>
            <a:spLocks noGrp="1"/>
          </p:cNvSpPr>
          <p:nvPr>
            <p:ph type="title" hasCustomPrompt="1"/>
          </p:nvPr>
        </p:nvSpPr>
        <p:spPr>
          <a:xfrm>
            <a:off x="838200" y="255616"/>
            <a:ext cx="10515600" cy="1031115"/>
          </a:xfrm>
        </p:spPr>
        <p:txBody>
          <a:bodyPr>
            <a:normAutofit/>
          </a:bodyPr>
          <a:lstStyle>
            <a:lvl1pPr>
              <a:defRPr sz="3600">
                <a:solidFill>
                  <a:schemeClr val="accent1"/>
                </a:solidFill>
                <a:latin typeface="Arial Black" panose="020B0A04020102020204" pitchFamily="34" charset="0"/>
              </a:defRPr>
            </a:lvl1pPr>
          </a:lstStyle>
          <a:p>
            <a:r>
              <a:rPr lang="en-US"/>
              <a:t>CLICK TO EDIT TITLE</a:t>
            </a:r>
          </a:p>
        </p:txBody>
      </p:sp>
      <p:pic>
        <p:nvPicPr>
          <p:cNvPr id="5" name="Picture 4">
            <a:extLst>
              <a:ext uri="{FF2B5EF4-FFF2-40B4-BE49-F238E27FC236}">
                <a16:creationId xmlns:a16="http://schemas.microsoft.com/office/drawing/2014/main" id="{2002DAAB-B753-6343-9EE4-D905FC447CB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53799" y="6102302"/>
            <a:ext cx="630283" cy="566921"/>
          </a:xfrm>
          <a:prstGeom prst="rect">
            <a:avLst/>
          </a:prstGeom>
        </p:spPr>
      </p:pic>
      <p:pic>
        <p:nvPicPr>
          <p:cNvPr id="6" name="Picture 5">
            <a:extLst>
              <a:ext uri="{FF2B5EF4-FFF2-40B4-BE49-F238E27FC236}">
                <a16:creationId xmlns:a16="http://schemas.microsoft.com/office/drawing/2014/main" id="{8C37A136-F65D-43D2-8230-9A37FEAFB4B6}"/>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0"/>
            <a:ext cx="404949" cy="6858000"/>
          </a:xfrm>
          <a:prstGeom prst="rect">
            <a:avLst/>
          </a:prstGeom>
        </p:spPr>
      </p:pic>
    </p:spTree>
    <p:extLst>
      <p:ext uri="{BB962C8B-B14F-4D97-AF65-F5344CB8AC3E}">
        <p14:creationId xmlns:p14="http://schemas.microsoft.com/office/powerpoint/2010/main" val="249010270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4_Blank">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F9D3F99-E3F6-8E4E-9FCD-A16E1DF22FF8}"/>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53799" y="6102302"/>
            <a:ext cx="630283" cy="566921"/>
          </a:xfrm>
          <a:prstGeom prst="rect">
            <a:avLst/>
          </a:prstGeom>
        </p:spPr>
      </p:pic>
      <p:pic>
        <p:nvPicPr>
          <p:cNvPr id="5" name="Picture 4">
            <a:extLst>
              <a:ext uri="{FF2B5EF4-FFF2-40B4-BE49-F238E27FC236}">
                <a16:creationId xmlns:a16="http://schemas.microsoft.com/office/drawing/2014/main" id="{AAE17F94-67EA-4790-BB13-48100658886D}"/>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0"/>
            <a:ext cx="404949" cy="6858000"/>
          </a:xfrm>
          <a:prstGeom prst="rect">
            <a:avLst/>
          </a:prstGeom>
        </p:spPr>
      </p:pic>
    </p:spTree>
    <p:extLst>
      <p:ext uri="{BB962C8B-B14F-4D97-AF65-F5344CB8AC3E}">
        <p14:creationId xmlns:p14="http://schemas.microsoft.com/office/powerpoint/2010/main" val="31989863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_Content with Caption">
    <p:bg>
      <p:bgPr>
        <a:solidFill>
          <a:srgbClr val="F1F1EF"/>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4699D82-DB1D-334C-9D0C-24A2DAEF50D0}"/>
              </a:ext>
            </a:extLst>
          </p:cNvPr>
          <p:cNvSpPr>
            <a:spLocks noGrp="1"/>
          </p:cNvSpPr>
          <p:nvPr>
            <p:ph idx="1" hasCustomPrompt="1"/>
          </p:nvPr>
        </p:nvSpPr>
        <p:spPr>
          <a:xfrm>
            <a:off x="5183188" y="987425"/>
            <a:ext cx="6172200" cy="4873625"/>
          </a:xfrm>
        </p:spPr>
        <p:txBody>
          <a:bodyPr>
            <a:normAutofit/>
          </a:bodyPr>
          <a:lstStyle>
            <a:lvl1pPr>
              <a:defRPr sz="2400">
                <a:solidFill>
                  <a:schemeClr val="tx1"/>
                </a:solidFill>
                <a:latin typeface="Montserrat Light" panose="00000400000000000000" pitchFamily="50" charset="0"/>
              </a:defRPr>
            </a:lvl1pPr>
            <a:lvl2pPr>
              <a:defRPr sz="2000">
                <a:solidFill>
                  <a:schemeClr val="tx1"/>
                </a:solidFill>
                <a:latin typeface="Montserrat Light" panose="00000400000000000000" pitchFamily="50" charset="0"/>
              </a:defRPr>
            </a:lvl2pPr>
            <a:lvl3pPr>
              <a:defRPr sz="1800">
                <a:solidFill>
                  <a:schemeClr val="tx1"/>
                </a:solidFill>
                <a:latin typeface="Montserrat Light" panose="00000400000000000000" pitchFamily="50" charset="0"/>
              </a:defRPr>
            </a:lvl3pPr>
            <a:lvl4pPr>
              <a:defRPr sz="1600">
                <a:solidFill>
                  <a:schemeClr val="tx1"/>
                </a:solidFill>
                <a:latin typeface="Montserrat Light" panose="00000400000000000000" pitchFamily="50" charset="0"/>
              </a:defRPr>
            </a:lvl4pPr>
            <a:lvl5pPr>
              <a:defRPr sz="1400">
                <a:solidFill>
                  <a:schemeClr val="tx1"/>
                </a:solidFill>
                <a:latin typeface="Montserrat Light" panose="00000400000000000000" pitchFamily="50" charset="0"/>
              </a:defRPr>
            </a:lvl5pPr>
            <a:lvl6pPr>
              <a:defRPr sz="2000"/>
            </a:lvl6pPr>
            <a:lvl7pPr>
              <a:defRPr sz="2000"/>
            </a:lvl7pPr>
            <a:lvl8pPr>
              <a:defRPr sz="2000"/>
            </a:lvl8pPr>
            <a:lvl9pPr>
              <a:defRPr sz="2000"/>
            </a:lvl9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48442DC-2A24-1246-A016-34C036D5BDBB}"/>
              </a:ext>
            </a:extLst>
          </p:cNvPr>
          <p:cNvSpPr>
            <a:spLocks noGrp="1"/>
          </p:cNvSpPr>
          <p:nvPr>
            <p:ph type="body" sz="half" idx="2" hasCustomPrompt="1"/>
          </p:nvPr>
        </p:nvSpPr>
        <p:spPr>
          <a:xfrm>
            <a:off x="839788" y="2057400"/>
            <a:ext cx="3932237" cy="3811588"/>
          </a:xfrm>
        </p:spPr>
        <p:txBody>
          <a:bodyPr>
            <a:normAutofit/>
          </a:bodyPr>
          <a:lstStyle>
            <a:lvl1pPr marL="0" indent="0">
              <a:buNone/>
              <a:defRPr sz="1800">
                <a:solidFill>
                  <a:schemeClr val="tx1"/>
                </a:solidFill>
                <a:latin typeface="Montserrat Light" panose="00000400000000000000" pitchFamily="50"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text</a:t>
            </a:r>
          </a:p>
        </p:txBody>
      </p:sp>
      <p:pic>
        <p:nvPicPr>
          <p:cNvPr id="7" name="Picture 6">
            <a:extLst>
              <a:ext uri="{FF2B5EF4-FFF2-40B4-BE49-F238E27FC236}">
                <a16:creationId xmlns:a16="http://schemas.microsoft.com/office/drawing/2014/main" id="{EDAA725D-D060-7544-BC63-875695A5E20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53799" y="6102302"/>
            <a:ext cx="630283" cy="566921"/>
          </a:xfrm>
          <a:prstGeom prst="rect">
            <a:avLst/>
          </a:prstGeom>
        </p:spPr>
      </p:pic>
      <p:pic>
        <p:nvPicPr>
          <p:cNvPr id="8" name="Picture 7">
            <a:extLst>
              <a:ext uri="{FF2B5EF4-FFF2-40B4-BE49-F238E27FC236}">
                <a16:creationId xmlns:a16="http://schemas.microsoft.com/office/drawing/2014/main" id="{768C7762-1F18-484C-B564-083C87A6CD2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0"/>
            <a:ext cx="404949" cy="6858000"/>
          </a:xfrm>
          <a:prstGeom prst="rect">
            <a:avLst/>
          </a:prstGeom>
        </p:spPr>
      </p:pic>
      <p:sp>
        <p:nvSpPr>
          <p:cNvPr id="6" name="Title 5">
            <a:extLst>
              <a:ext uri="{FF2B5EF4-FFF2-40B4-BE49-F238E27FC236}">
                <a16:creationId xmlns:a16="http://schemas.microsoft.com/office/drawing/2014/main" id="{09A3ED0F-2CBF-4D7E-82FD-3959BD44A242}"/>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0500612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picTx" preserve="1">
  <p:cSld name="4_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04FBA5-6B4E-EC4E-A1BD-ADC2BADFF96B}"/>
              </a:ext>
            </a:extLst>
          </p:cNvPr>
          <p:cNvSpPr>
            <a:spLocks noGrp="1"/>
          </p:cNvSpPr>
          <p:nvPr>
            <p:ph type="title" hasCustomPrompt="1"/>
          </p:nvPr>
        </p:nvSpPr>
        <p:spPr>
          <a:xfrm>
            <a:off x="839788" y="457200"/>
            <a:ext cx="3932237" cy="1600200"/>
          </a:xfrm>
        </p:spPr>
        <p:txBody>
          <a:bodyPr anchor="b">
            <a:normAutofit/>
          </a:bodyPr>
          <a:lstStyle>
            <a:lvl1pPr>
              <a:defRPr sz="3200">
                <a:solidFill>
                  <a:schemeClr val="accent1"/>
                </a:solidFill>
                <a:latin typeface="Montserrat" pitchFamily="2" charset="77"/>
              </a:defRPr>
            </a:lvl1pPr>
          </a:lstStyle>
          <a:p>
            <a:r>
              <a:rPr lang="en-US"/>
              <a:t>CLICK TO EDIT TITLE</a:t>
            </a:r>
          </a:p>
        </p:txBody>
      </p:sp>
      <p:sp>
        <p:nvSpPr>
          <p:cNvPr id="3" name="Picture Placeholder 2">
            <a:extLst>
              <a:ext uri="{FF2B5EF4-FFF2-40B4-BE49-F238E27FC236}">
                <a16:creationId xmlns:a16="http://schemas.microsoft.com/office/drawing/2014/main" id="{13C65746-ACAD-4648-A241-DBEAE0D92059}"/>
              </a:ext>
            </a:extLst>
          </p:cNvPr>
          <p:cNvSpPr>
            <a:spLocks noGrp="1"/>
          </p:cNvSpPr>
          <p:nvPr>
            <p:ph type="pic" idx="1"/>
          </p:nvPr>
        </p:nvSpPr>
        <p:spPr>
          <a:xfrm>
            <a:off x="5183188" y="987425"/>
            <a:ext cx="6172200" cy="4873625"/>
          </a:xfrm>
        </p:spPr>
        <p:txBody>
          <a:bodyPr/>
          <a:lstStyle>
            <a:lvl1pPr marL="0" indent="0">
              <a:buNone/>
              <a:defRPr sz="3200">
                <a:solidFill>
                  <a:schemeClr val="tx2"/>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9D49BA78-2353-F449-809F-A41F92D937CE}"/>
              </a:ext>
            </a:extLst>
          </p:cNvPr>
          <p:cNvSpPr>
            <a:spLocks noGrp="1"/>
          </p:cNvSpPr>
          <p:nvPr>
            <p:ph type="body" sz="half" idx="2" hasCustomPrompt="1"/>
          </p:nvPr>
        </p:nvSpPr>
        <p:spPr>
          <a:xfrm>
            <a:off x="839788" y="2057400"/>
            <a:ext cx="3932237" cy="3811588"/>
          </a:xfrm>
        </p:spPr>
        <p:txBody>
          <a:bodyPr>
            <a:normAutofit/>
          </a:bodyPr>
          <a:lstStyle>
            <a:lvl1pPr marL="0" indent="0">
              <a:buNone/>
              <a:defRPr sz="1800">
                <a:solidFill>
                  <a:schemeClr val="tx2"/>
                </a:solidFill>
                <a:latin typeface="Montserrat Light" panose="00000400000000000000" pitchFamily="50"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text</a:t>
            </a:r>
          </a:p>
        </p:txBody>
      </p:sp>
      <p:pic>
        <p:nvPicPr>
          <p:cNvPr id="7" name="Picture 6">
            <a:extLst>
              <a:ext uri="{FF2B5EF4-FFF2-40B4-BE49-F238E27FC236}">
                <a16:creationId xmlns:a16="http://schemas.microsoft.com/office/drawing/2014/main" id="{35ACFBBF-A61D-4A4B-BDF6-818AB68ACBA7}"/>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53799" y="6102302"/>
            <a:ext cx="630283" cy="566921"/>
          </a:xfrm>
          <a:prstGeom prst="rect">
            <a:avLst/>
          </a:prstGeom>
        </p:spPr>
      </p:pic>
      <p:pic>
        <p:nvPicPr>
          <p:cNvPr id="8" name="Picture 7">
            <a:extLst>
              <a:ext uri="{FF2B5EF4-FFF2-40B4-BE49-F238E27FC236}">
                <a16:creationId xmlns:a16="http://schemas.microsoft.com/office/drawing/2014/main" id="{90918EFC-86AE-4BC4-ADC8-6E07AFB78596}"/>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0"/>
            <a:ext cx="404949" cy="6858000"/>
          </a:xfrm>
          <a:prstGeom prst="rect">
            <a:avLst/>
          </a:prstGeom>
        </p:spPr>
      </p:pic>
    </p:spTree>
    <p:extLst>
      <p:ext uri="{BB962C8B-B14F-4D97-AF65-F5344CB8AC3E}">
        <p14:creationId xmlns:p14="http://schemas.microsoft.com/office/powerpoint/2010/main" val="258287123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1_Section Header">
    <p:bg>
      <p:bgRef idx="1001">
        <a:schemeClr val="bg1"/>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219721D-FD99-4ABD-B6D2-2E3439EFD7C9}"/>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9"/>
          <a:stretch/>
        </p:blipFill>
        <p:spPr>
          <a:xfrm>
            <a:off x="0" y="0"/>
            <a:ext cx="12192000" cy="6858000"/>
          </a:xfrm>
          <a:prstGeom prst="rect">
            <a:avLst/>
          </a:prstGeom>
        </p:spPr>
      </p:pic>
      <p:sp>
        <p:nvSpPr>
          <p:cNvPr id="2" name="Title 1">
            <a:extLst>
              <a:ext uri="{FF2B5EF4-FFF2-40B4-BE49-F238E27FC236}">
                <a16:creationId xmlns:a16="http://schemas.microsoft.com/office/drawing/2014/main" id="{FA12A0A7-4CF2-4743-858C-719C761D6A76}"/>
              </a:ext>
            </a:extLst>
          </p:cNvPr>
          <p:cNvSpPr>
            <a:spLocks noGrp="1"/>
          </p:cNvSpPr>
          <p:nvPr>
            <p:ph type="title" hasCustomPrompt="1"/>
          </p:nvPr>
        </p:nvSpPr>
        <p:spPr>
          <a:xfrm>
            <a:off x="831850" y="1709738"/>
            <a:ext cx="10515600" cy="2852737"/>
          </a:xfrm>
        </p:spPr>
        <p:txBody>
          <a:bodyPr anchor="b">
            <a:normAutofit/>
          </a:bodyPr>
          <a:lstStyle>
            <a:lvl1pPr>
              <a:defRPr sz="4400">
                <a:solidFill>
                  <a:srgbClr val="F1F1EF"/>
                </a:solidFill>
                <a:latin typeface="Montserrat" pitchFamily="2" charset="77"/>
              </a:defRPr>
            </a:lvl1pPr>
          </a:lstStyle>
          <a:p>
            <a:r>
              <a:rPr lang="en-US"/>
              <a:t>CLICK TO EDIT TITLE</a:t>
            </a:r>
          </a:p>
        </p:txBody>
      </p:sp>
      <p:sp>
        <p:nvSpPr>
          <p:cNvPr id="3" name="Text Placeholder 2">
            <a:extLst>
              <a:ext uri="{FF2B5EF4-FFF2-40B4-BE49-F238E27FC236}">
                <a16:creationId xmlns:a16="http://schemas.microsoft.com/office/drawing/2014/main" id="{94AB00D5-0002-EB43-B596-CD3FCE26D7FF}"/>
              </a:ext>
            </a:extLst>
          </p:cNvPr>
          <p:cNvSpPr>
            <a:spLocks noGrp="1"/>
          </p:cNvSpPr>
          <p:nvPr>
            <p:ph type="body" idx="1" hasCustomPrompt="1"/>
          </p:nvPr>
        </p:nvSpPr>
        <p:spPr>
          <a:xfrm>
            <a:off x="831850" y="4589463"/>
            <a:ext cx="10515600" cy="1500187"/>
          </a:xfrm>
        </p:spPr>
        <p:txBody>
          <a:bodyPr/>
          <a:lstStyle>
            <a:lvl1pPr marL="0" indent="0">
              <a:buNone/>
              <a:defRPr sz="2400">
                <a:solidFill>
                  <a:srgbClr val="F1F1EF"/>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subtitle</a:t>
            </a:r>
          </a:p>
        </p:txBody>
      </p:sp>
      <p:pic>
        <p:nvPicPr>
          <p:cNvPr id="11" name="Picture 10">
            <a:extLst>
              <a:ext uri="{FF2B5EF4-FFF2-40B4-BE49-F238E27FC236}">
                <a16:creationId xmlns:a16="http://schemas.microsoft.com/office/drawing/2014/main" id="{87B315BF-030E-704F-AC88-072335552124}"/>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941667" y="5725249"/>
            <a:ext cx="1042416" cy="937623"/>
          </a:xfrm>
          <a:prstGeom prst="rect">
            <a:avLst/>
          </a:prstGeom>
        </p:spPr>
      </p:pic>
    </p:spTree>
    <p:extLst>
      <p:ext uri="{BB962C8B-B14F-4D97-AF65-F5344CB8AC3E}">
        <p14:creationId xmlns:p14="http://schemas.microsoft.com/office/powerpoint/2010/main" val="3108765022"/>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Title and Content">
    <p:bg>
      <p:bgPr>
        <a:solidFill>
          <a:srgbClr val="F1F1E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E96BAE-F822-E34A-990A-9C2771C072A9}"/>
              </a:ext>
            </a:extLst>
          </p:cNvPr>
          <p:cNvSpPr>
            <a:spLocks noGrp="1"/>
          </p:cNvSpPr>
          <p:nvPr>
            <p:ph type="title" hasCustomPrompt="1"/>
          </p:nvPr>
        </p:nvSpPr>
        <p:spPr/>
        <p:txBody>
          <a:bodyPr>
            <a:normAutofit/>
          </a:bodyPr>
          <a:lstStyle>
            <a:lvl1pPr>
              <a:defRPr sz="4000">
                <a:solidFill>
                  <a:schemeClr val="accent4"/>
                </a:solidFill>
                <a:latin typeface="Montserrat" pitchFamily="2" charset="77"/>
              </a:defRPr>
            </a:lvl1pPr>
          </a:lstStyle>
          <a:p>
            <a:r>
              <a:rPr lang="en-US"/>
              <a:t>CLICK TO EDIT TITLE</a:t>
            </a:r>
          </a:p>
        </p:txBody>
      </p:sp>
      <p:sp>
        <p:nvSpPr>
          <p:cNvPr id="3" name="Content Placeholder 2">
            <a:extLst>
              <a:ext uri="{FF2B5EF4-FFF2-40B4-BE49-F238E27FC236}">
                <a16:creationId xmlns:a16="http://schemas.microsoft.com/office/drawing/2014/main" id="{EDAB2EFE-DD9F-E146-A0F0-1CC9263E135A}"/>
              </a:ext>
            </a:extLst>
          </p:cNvPr>
          <p:cNvSpPr>
            <a:spLocks noGrp="1"/>
          </p:cNvSpPr>
          <p:nvPr>
            <p:ph idx="1" hasCustomPrompt="1"/>
          </p:nvPr>
        </p:nvSpPr>
        <p:spPr/>
        <p:txBody>
          <a:bodyPr/>
          <a:lstStyle>
            <a:lvl1pPr>
              <a:defRPr sz="2400">
                <a:solidFill>
                  <a:schemeClr val="tx1"/>
                </a:solidFill>
                <a:latin typeface="Montserrat Light" panose="00000400000000000000" pitchFamily="50" charset="0"/>
              </a:defRPr>
            </a:lvl1pPr>
            <a:lvl2pPr>
              <a:defRPr sz="2000">
                <a:solidFill>
                  <a:schemeClr val="tx1"/>
                </a:solidFill>
                <a:latin typeface="Montserrat Light" panose="00000400000000000000" pitchFamily="50" charset="0"/>
              </a:defRPr>
            </a:lvl2pPr>
            <a:lvl3pPr>
              <a:defRPr sz="1800">
                <a:solidFill>
                  <a:schemeClr val="tx1"/>
                </a:solidFill>
                <a:latin typeface="Montserrat Light" panose="00000400000000000000" pitchFamily="50" charset="0"/>
              </a:defRPr>
            </a:lvl3pPr>
            <a:lvl4pPr>
              <a:defRPr sz="1600">
                <a:solidFill>
                  <a:schemeClr val="tx1"/>
                </a:solidFill>
                <a:latin typeface="Montserrat Light" panose="00000400000000000000" pitchFamily="50" charset="0"/>
              </a:defRPr>
            </a:lvl4pPr>
            <a:lvl5pPr>
              <a:defRPr sz="1400">
                <a:solidFill>
                  <a:schemeClr val="tx1"/>
                </a:solidFill>
                <a:latin typeface="Montserrat Light" panose="00000400000000000000" pitchFamily="50" charset="0"/>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pic>
        <p:nvPicPr>
          <p:cNvPr id="10" name="Picture 9">
            <a:extLst>
              <a:ext uri="{FF2B5EF4-FFF2-40B4-BE49-F238E27FC236}">
                <a16:creationId xmlns:a16="http://schemas.microsoft.com/office/drawing/2014/main" id="{78863D59-2C71-E346-B7BF-148F5CFFBF5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53799" y="6102302"/>
            <a:ext cx="630283" cy="566921"/>
          </a:xfrm>
          <a:prstGeom prst="rect">
            <a:avLst/>
          </a:prstGeom>
        </p:spPr>
      </p:pic>
      <p:pic>
        <p:nvPicPr>
          <p:cNvPr id="8" name="Picture 7">
            <a:extLst>
              <a:ext uri="{FF2B5EF4-FFF2-40B4-BE49-F238E27FC236}">
                <a16:creationId xmlns:a16="http://schemas.microsoft.com/office/drawing/2014/main" id="{CCA93537-633A-452A-9AB1-892BF7CBC84A}"/>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0"/>
            <a:ext cx="404949" cy="6858000"/>
          </a:xfrm>
          <a:prstGeom prst="rect">
            <a:avLst/>
          </a:prstGeom>
        </p:spPr>
      </p:pic>
    </p:spTree>
    <p:extLst>
      <p:ext uri="{BB962C8B-B14F-4D97-AF65-F5344CB8AC3E}">
        <p14:creationId xmlns:p14="http://schemas.microsoft.com/office/powerpoint/2010/main" val="29206133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E54D9B-8987-0D4C-A48D-AC224E43243C}"/>
              </a:ext>
            </a:extLst>
          </p:cNvPr>
          <p:cNvSpPr>
            <a:spLocks noGrp="1"/>
          </p:cNvSpPr>
          <p:nvPr>
            <p:ph type="title" hasCustomPrompt="1"/>
          </p:nvPr>
        </p:nvSpPr>
        <p:spPr/>
        <p:txBody>
          <a:bodyPr>
            <a:normAutofit/>
          </a:bodyPr>
          <a:lstStyle>
            <a:lvl1pPr>
              <a:defRPr sz="4000">
                <a:solidFill>
                  <a:schemeClr val="accent4"/>
                </a:solidFill>
                <a:latin typeface="Montserrat" pitchFamily="2" charset="77"/>
              </a:defRPr>
            </a:lvl1pPr>
          </a:lstStyle>
          <a:p>
            <a:r>
              <a:rPr lang="en-US"/>
              <a:t>CLICK TO EDIT TITLE</a:t>
            </a:r>
          </a:p>
        </p:txBody>
      </p:sp>
      <p:sp>
        <p:nvSpPr>
          <p:cNvPr id="3" name="Content Placeholder 2">
            <a:extLst>
              <a:ext uri="{FF2B5EF4-FFF2-40B4-BE49-F238E27FC236}">
                <a16:creationId xmlns:a16="http://schemas.microsoft.com/office/drawing/2014/main" id="{F830977D-D50B-F34A-A72B-3B2E6C9B12F6}"/>
              </a:ext>
            </a:extLst>
          </p:cNvPr>
          <p:cNvSpPr>
            <a:spLocks noGrp="1"/>
          </p:cNvSpPr>
          <p:nvPr>
            <p:ph sz="half" idx="1" hasCustomPrompt="1"/>
          </p:nvPr>
        </p:nvSpPr>
        <p:spPr>
          <a:xfrm>
            <a:off x="838200" y="1825625"/>
            <a:ext cx="5181600" cy="4351338"/>
          </a:xfrm>
        </p:spPr>
        <p:txBody>
          <a:bodyPr>
            <a:normAutofit/>
          </a:bodyPr>
          <a:lstStyle>
            <a:lvl1pPr>
              <a:defRPr sz="2400">
                <a:solidFill>
                  <a:schemeClr val="tx2"/>
                </a:solidFill>
                <a:latin typeface="Montserrat Light" panose="00000400000000000000" pitchFamily="50" charset="0"/>
              </a:defRPr>
            </a:lvl1pPr>
            <a:lvl2pPr>
              <a:defRPr sz="2000">
                <a:solidFill>
                  <a:schemeClr val="tx2"/>
                </a:solidFill>
                <a:latin typeface="Montserrat Light" panose="00000400000000000000" pitchFamily="50" charset="0"/>
              </a:defRPr>
            </a:lvl2pPr>
            <a:lvl3pPr>
              <a:defRPr sz="1800">
                <a:solidFill>
                  <a:schemeClr val="tx2"/>
                </a:solidFill>
                <a:latin typeface="Montserrat Light" panose="00000400000000000000" pitchFamily="50" charset="0"/>
              </a:defRPr>
            </a:lvl3pPr>
            <a:lvl4pPr>
              <a:defRPr sz="1600">
                <a:solidFill>
                  <a:schemeClr val="tx2"/>
                </a:solidFill>
                <a:latin typeface="Montserrat Light" panose="00000400000000000000" pitchFamily="50" charset="0"/>
              </a:defRPr>
            </a:lvl4pPr>
            <a:lvl5pPr>
              <a:defRPr sz="1400">
                <a:solidFill>
                  <a:schemeClr val="tx2"/>
                </a:solidFill>
                <a:latin typeface="Montserrat Light" panose="00000400000000000000" pitchFamily="50" charset="0"/>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66A8F47-B8E2-2147-BF7A-36D46A6796E7}"/>
              </a:ext>
            </a:extLst>
          </p:cNvPr>
          <p:cNvSpPr>
            <a:spLocks noGrp="1"/>
          </p:cNvSpPr>
          <p:nvPr>
            <p:ph sz="half" idx="2" hasCustomPrompt="1"/>
          </p:nvPr>
        </p:nvSpPr>
        <p:spPr>
          <a:xfrm>
            <a:off x="6172200" y="1825625"/>
            <a:ext cx="5181600" cy="4351338"/>
          </a:xfrm>
        </p:spPr>
        <p:txBody>
          <a:bodyPr>
            <a:normAutofit/>
          </a:bodyPr>
          <a:lstStyle>
            <a:lvl1pPr>
              <a:defRPr sz="2400">
                <a:solidFill>
                  <a:schemeClr val="tx2"/>
                </a:solidFill>
                <a:latin typeface="Montserrat Light" panose="00000400000000000000" pitchFamily="50" charset="0"/>
              </a:defRPr>
            </a:lvl1pPr>
            <a:lvl2pPr>
              <a:defRPr sz="2000">
                <a:solidFill>
                  <a:schemeClr val="tx2"/>
                </a:solidFill>
                <a:latin typeface="Montserrat Light" panose="00000400000000000000" pitchFamily="50" charset="0"/>
              </a:defRPr>
            </a:lvl2pPr>
            <a:lvl3pPr>
              <a:defRPr sz="1800">
                <a:solidFill>
                  <a:schemeClr val="tx2"/>
                </a:solidFill>
                <a:latin typeface="Montserrat Light" panose="00000400000000000000" pitchFamily="50" charset="0"/>
              </a:defRPr>
            </a:lvl3pPr>
            <a:lvl4pPr>
              <a:defRPr sz="1600">
                <a:solidFill>
                  <a:schemeClr val="tx2"/>
                </a:solidFill>
                <a:latin typeface="Montserrat Light" panose="00000400000000000000" pitchFamily="50" charset="0"/>
              </a:defRPr>
            </a:lvl4pPr>
            <a:lvl5pPr>
              <a:defRPr sz="1400">
                <a:solidFill>
                  <a:schemeClr val="tx2"/>
                </a:solidFill>
                <a:latin typeface="Montserrat Light" panose="00000400000000000000" pitchFamily="50" charset="0"/>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pic>
        <p:nvPicPr>
          <p:cNvPr id="11" name="Picture 10">
            <a:extLst>
              <a:ext uri="{FF2B5EF4-FFF2-40B4-BE49-F238E27FC236}">
                <a16:creationId xmlns:a16="http://schemas.microsoft.com/office/drawing/2014/main" id="{86A77431-0588-914D-A216-28EC5A9A8A8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53799" y="6102302"/>
            <a:ext cx="630283" cy="566921"/>
          </a:xfrm>
          <a:prstGeom prst="rect">
            <a:avLst/>
          </a:prstGeom>
        </p:spPr>
      </p:pic>
      <p:pic>
        <p:nvPicPr>
          <p:cNvPr id="8" name="Picture 7">
            <a:extLst>
              <a:ext uri="{FF2B5EF4-FFF2-40B4-BE49-F238E27FC236}">
                <a16:creationId xmlns:a16="http://schemas.microsoft.com/office/drawing/2014/main" id="{E6E95673-3381-4F08-9109-14F99C278D30}"/>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0"/>
            <a:ext cx="404949" cy="6858000"/>
          </a:xfrm>
          <a:prstGeom prst="rect">
            <a:avLst/>
          </a:prstGeom>
        </p:spPr>
      </p:pic>
    </p:spTree>
    <p:extLst>
      <p:ext uri="{BB962C8B-B14F-4D97-AF65-F5344CB8AC3E}">
        <p14:creationId xmlns:p14="http://schemas.microsoft.com/office/powerpoint/2010/main" val="130804767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320160-DB07-FA41-A195-10DBA0F84C6A}"/>
              </a:ext>
            </a:extLst>
          </p:cNvPr>
          <p:cNvSpPr>
            <a:spLocks noGrp="1"/>
          </p:cNvSpPr>
          <p:nvPr>
            <p:ph type="title" hasCustomPrompt="1"/>
          </p:nvPr>
        </p:nvSpPr>
        <p:spPr>
          <a:xfrm>
            <a:off x="839788" y="365125"/>
            <a:ext cx="10515600" cy="1325563"/>
          </a:xfrm>
        </p:spPr>
        <p:txBody>
          <a:bodyPr>
            <a:normAutofit/>
          </a:bodyPr>
          <a:lstStyle>
            <a:lvl1pPr>
              <a:defRPr sz="4000">
                <a:solidFill>
                  <a:schemeClr val="accent4"/>
                </a:solidFill>
                <a:latin typeface="Montserrat" pitchFamily="2" charset="77"/>
              </a:defRPr>
            </a:lvl1pPr>
          </a:lstStyle>
          <a:p>
            <a:r>
              <a:rPr lang="en-US"/>
              <a:t>CLICK TO EDIT TITLE</a:t>
            </a:r>
          </a:p>
        </p:txBody>
      </p:sp>
      <p:sp>
        <p:nvSpPr>
          <p:cNvPr id="3" name="Text Placeholder 2">
            <a:extLst>
              <a:ext uri="{FF2B5EF4-FFF2-40B4-BE49-F238E27FC236}">
                <a16:creationId xmlns:a16="http://schemas.microsoft.com/office/drawing/2014/main" id="{E8265D98-7F86-E241-96F3-5AE4DBD2D062}"/>
              </a:ext>
            </a:extLst>
          </p:cNvPr>
          <p:cNvSpPr>
            <a:spLocks noGrp="1"/>
          </p:cNvSpPr>
          <p:nvPr>
            <p:ph type="body" idx="1" hasCustomPrompt="1"/>
          </p:nvPr>
        </p:nvSpPr>
        <p:spPr>
          <a:xfrm>
            <a:off x="839788" y="1681163"/>
            <a:ext cx="5157787" cy="823912"/>
          </a:xfrm>
        </p:spPr>
        <p:txBody>
          <a:bodyPr anchor="b">
            <a:normAutofit/>
          </a:bodyPr>
          <a:lstStyle>
            <a:lvl1pPr marL="0" indent="0">
              <a:buNone/>
              <a:defRPr sz="2800" b="1">
                <a:solidFill>
                  <a:schemeClr val="tx2"/>
                </a:solidFill>
                <a:latin typeface="Montserrat"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text</a:t>
            </a:r>
          </a:p>
        </p:txBody>
      </p:sp>
      <p:sp>
        <p:nvSpPr>
          <p:cNvPr id="4" name="Content Placeholder 3">
            <a:extLst>
              <a:ext uri="{FF2B5EF4-FFF2-40B4-BE49-F238E27FC236}">
                <a16:creationId xmlns:a16="http://schemas.microsoft.com/office/drawing/2014/main" id="{57326700-521D-4B43-A2D4-FACEAE7B527F}"/>
              </a:ext>
            </a:extLst>
          </p:cNvPr>
          <p:cNvSpPr>
            <a:spLocks noGrp="1"/>
          </p:cNvSpPr>
          <p:nvPr>
            <p:ph sz="half" idx="2" hasCustomPrompt="1"/>
          </p:nvPr>
        </p:nvSpPr>
        <p:spPr>
          <a:xfrm>
            <a:off x="839788" y="2505075"/>
            <a:ext cx="5157787" cy="3684588"/>
          </a:xfrm>
        </p:spPr>
        <p:txBody>
          <a:bodyPr/>
          <a:lstStyle>
            <a:lvl1pPr>
              <a:defRPr sz="2400">
                <a:solidFill>
                  <a:schemeClr val="tx2"/>
                </a:solidFill>
                <a:latin typeface="Montserrat Light" panose="00000400000000000000" pitchFamily="50" charset="0"/>
              </a:defRPr>
            </a:lvl1pPr>
            <a:lvl2pPr>
              <a:defRPr sz="2000">
                <a:solidFill>
                  <a:schemeClr val="tx2"/>
                </a:solidFill>
                <a:latin typeface="Montserrat Light" panose="00000400000000000000" pitchFamily="50" charset="0"/>
              </a:defRPr>
            </a:lvl2pPr>
            <a:lvl3pPr>
              <a:defRPr sz="1800">
                <a:solidFill>
                  <a:schemeClr val="tx2"/>
                </a:solidFill>
                <a:latin typeface="Montserrat Light" panose="00000400000000000000" pitchFamily="50" charset="0"/>
              </a:defRPr>
            </a:lvl3pPr>
            <a:lvl4pPr>
              <a:defRPr sz="1600">
                <a:solidFill>
                  <a:schemeClr val="tx2"/>
                </a:solidFill>
                <a:latin typeface="Montserrat Light" panose="00000400000000000000" pitchFamily="50" charset="0"/>
              </a:defRPr>
            </a:lvl4pPr>
            <a:lvl5pPr>
              <a:defRPr sz="1400">
                <a:solidFill>
                  <a:schemeClr val="tx2"/>
                </a:solidFill>
                <a:latin typeface="Montserrat Light" panose="00000400000000000000" pitchFamily="50" charset="0"/>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FE9CCF1-FBF1-9743-BC0F-7FF24538351E}"/>
              </a:ext>
            </a:extLst>
          </p:cNvPr>
          <p:cNvSpPr>
            <a:spLocks noGrp="1"/>
          </p:cNvSpPr>
          <p:nvPr>
            <p:ph type="body" sz="quarter" idx="3" hasCustomPrompt="1"/>
          </p:nvPr>
        </p:nvSpPr>
        <p:spPr>
          <a:xfrm>
            <a:off x="6172200" y="1681163"/>
            <a:ext cx="5183188" cy="823912"/>
          </a:xfrm>
        </p:spPr>
        <p:txBody>
          <a:bodyPr anchor="b">
            <a:normAutofit/>
          </a:bodyPr>
          <a:lstStyle>
            <a:lvl1pPr marL="0" indent="0">
              <a:buNone/>
              <a:defRPr sz="2800" b="1">
                <a:solidFill>
                  <a:schemeClr val="tx2"/>
                </a:solidFill>
                <a:latin typeface="Montserrat"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text</a:t>
            </a:r>
          </a:p>
        </p:txBody>
      </p:sp>
      <p:sp>
        <p:nvSpPr>
          <p:cNvPr id="6" name="Content Placeholder 5">
            <a:extLst>
              <a:ext uri="{FF2B5EF4-FFF2-40B4-BE49-F238E27FC236}">
                <a16:creationId xmlns:a16="http://schemas.microsoft.com/office/drawing/2014/main" id="{73BE9C37-AAE6-9046-8B66-3BF2E4EFD234}"/>
              </a:ext>
            </a:extLst>
          </p:cNvPr>
          <p:cNvSpPr>
            <a:spLocks noGrp="1"/>
          </p:cNvSpPr>
          <p:nvPr>
            <p:ph sz="quarter" idx="4" hasCustomPrompt="1"/>
          </p:nvPr>
        </p:nvSpPr>
        <p:spPr>
          <a:xfrm>
            <a:off x="6172200" y="2505075"/>
            <a:ext cx="5183188" cy="3684588"/>
          </a:xfrm>
        </p:spPr>
        <p:txBody>
          <a:bodyPr/>
          <a:lstStyle>
            <a:lvl1pPr>
              <a:defRPr sz="2400">
                <a:solidFill>
                  <a:schemeClr val="tx2"/>
                </a:solidFill>
                <a:latin typeface="Montserrat Light" panose="00000400000000000000" pitchFamily="50" charset="0"/>
              </a:defRPr>
            </a:lvl1pPr>
            <a:lvl2pPr>
              <a:defRPr sz="2000">
                <a:solidFill>
                  <a:schemeClr val="tx2"/>
                </a:solidFill>
                <a:latin typeface="Montserrat Light" panose="00000400000000000000" pitchFamily="50" charset="0"/>
              </a:defRPr>
            </a:lvl2pPr>
            <a:lvl3pPr>
              <a:defRPr sz="1800">
                <a:solidFill>
                  <a:schemeClr val="tx2"/>
                </a:solidFill>
                <a:latin typeface="Montserrat Light" panose="00000400000000000000" pitchFamily="50" charset="0"/>
              </a:defRPr>
            </a:lvl3pPr>
            <a:lvl4pPr>
              <a:defRPr sz="1600">
                <a:solidFill>
                  <a:schemeClr val="tx2"/>
                </a:solidFill>
                <a:latin typeface="Montserrat Light" panose="00000400000000000000" pitchFamily="50" charset="0"/>
              </a:defRPr>
            </a:lvl4pPr>
            <a:lvl5pPr>
              <a:defRPr sz="1400">
                <a:solidFill>
                  <a:schemeClr val="tx2"/>
                </a:solidFill>
                <a:latin typeface="Montserrat Light" panose="00000400000000000000" pitchFamily="50" charset="0"/>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pic>
        <p:nvPicPr>
          <p:cNvPr id="13" name="Picture 12">
            <a:extLst>
              <a:ext uri="{FF2B5EF4-FFF2-40B4-BE49-F238E27FC236}">
                <a16:creationId xmlns:a16="http://schemas.microsoft.com/office/drawing/2014/main" id="{AE6E0398-11EA-CA4E-8CEF-209FB0E571C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53799" y="6102302"/>
            <a:ext cx="630283" cy="566921"/>
          </a:xfrm>
          <a:prstGeom prst="rect">
            <a:avLst/>
          </a:prstGeom>
        </p:spPr>
      </p:pic>
      <p:pic>
        <p:nvPicPr>
          <p:cNvPr id="10" name="Picture 9">
            <a:extLst>
              <a:ext uri="{FF2B5EF4-FFF2-40B4-BE49-F238E27FC236}">
                <a16:creationId xmlns:a16="http://schemas.microsoft.com/office/drawing/2014/main" id="{715D744F-2CD4-4357-9920-DBE78CD05D77}"/>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0"/>
            <a:ext cx="404949" cy="6858000"/>
          </a:xfrm>
          <a:prstGeom prst="rect">
            <a:avLst/>
          </a:prstGeom>
        </p:spPr>
      </p:pic>
    </p:spTree>
    <p:extLst>
      <p:ext uri="{BB962C8B-B14F-4D97-AF65-F5344CB8AC3E}">
        <p14:creationId xmlns:p14="http://schemas.microsoft.com/office/powerpoint/2010/main" val="242333970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228945-86BB-2F46-A588-79A48E6F3851}"/>
              </a:ext>
            </a:extLst>
          </p:cNvPr>
          <p:cNvSpPr>
            <a:spLocks noGrp="1"/>
          </p:cNvSpPr>
          <p:nvPr>
            <p:ph type="title" hasCustomPrompt="1"/>
          </p:nvPr>
        </p:nvSpPr>
        <p:spPr/>
        <p:txBody>
          <a:bodyPr>
            <a:normAutofit/>
          </a:bodyPr>
          <a:lstStyle>
            <a:lvl1pPr>
              <a:defRPr sz="4000">
                <a:solidFill>
                  <a:schemeClr val="accent4"/>
                </a:solidFill>
                <a:latin typeface="Montserrat" pitchFamily="2" charset="77"/>
              </a:defRPr>
            </a:lvl1pPr>
          </a:lstStyle>
          <a:p>
            <a:r>
              <a:rPr lang="en-US"/>
              <a:t>CLICK TO EDIT TITLE</a:t>
            </a:r>
          </a:p>
        </p:txBody>
      </p:sp>
      <p:pic>
        <p:nvPicPr>
          <p:cNvPr id="9" name="Picture 8">
            <a:extLst>
              <a:ext uri="{FF2B5EF4-FFF2-40B4-BE49-F238E27FC236}">
                <a16:creationId xmlns:a16="http://schemas.microsoft.com/office/drawing/2014/main" id="{9060FD44-8B57-FE4C-BDC8-651AF654EA2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53799" y="6102302"/>
            <a:ext cx="630283" cy="566921"/>
          </a:xfrm>
          <a:prstGeom prst="rect">
            <a:avLst/>
          </a:prstGeom>
        </p:spPr>
      </p:pic>
      <p:pic>
        <p:nvPicPr>
          <p:cNvPr id="6" name="Picture 5">
            <a:extLst>
              <a:ext uri="{FF2B5EF4-FFF2-40B4-BE49-F238E27FC236}">
                <a16:creationId xmlns:a16="http://schemas.microsoft.com/office/drawing/2014/main" id="{66EBE165-4020-4AE6-A4F8-FC0F3008EE5A}"/>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0"/>
            <a:ext cx="404949" cy="6858000"/>
          </a:xfrm>
          <a:prstGeom prst="rect">
            <a:avLst/>
          </a:prstGeom>
        </p:spPr>
      </p:pic>
    </p:spTree>
    <p:extLst>
      <p:ext uri="{BB962C8B-B14F-4D97-AF65-F5344CB8AC3E}">
        <p14:creationId xmlns:p14="http://schemas.microsoft.com/office/powerpoint/2010/main" val="408640780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3BD2D64C-6261-9846-B401-C0516D62E23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53799" y="6102302"/>
            <a:ext cx="630283" cy="566921"/>
          </a:xfrm>
          <a:prstGeom prst="rect">
            <a:avLst/>
          </a:prstGeom>
        </p:spPr>
      </p:pic>
      <p:pic>
        <p:nvPicPr>
          <p:cNvPr id="5" name="Picture 4">
            <a:extLst>
              <a:ext uri="{FF2B5EF4-FFF2-40B4-BE49-F238E27FC236}">
                <a16:creationId xmlns:a16="http://schemas.microsoft.com/office/drawing/2014/main" id="{28F418F1-2677-43D4-80D8-CC3E811A3412}"/>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0"/>
            <a:ext cx="404949" cy="6858000"/>
          </a:xfrm>
          <a:prstGeom prst="rect">
            <a:avLst/>
          </a:prstGeom>
        </p:spPr>
      </p:pic>
    </p:spTree>
    <p:extLst>
      <p:ext uri="{BB962C8B-B14F-4D97-AF65-F5344CB8AC3E}">
        <p14:creationId xmlns:p14="http://schemas.microsoft.com/office/powerpoint/2010/main" val="58470059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94708B-F85D-B244-B76D-7665363E927C}"/>
              </a:ext>
            </a:extLst>
          </p:cNvPr>
          <p:cNvSpPr>
            <a:spLocks noGrp="1"/>
          </p:cNvSpPr>
          <p:nvPr>
            <p:ph type="title" hasCustomPrompt="1"/>
          </p:nvPr>
        </p:nvSpPr>
        <p:spPr>
          <a:xfrm>
            <a:off x="839788" y="457200"/>
            <a:ext cx="3932237" cy="1600200"/>
          </a:xfrm>
        </p:spPr>
        <p:txBody>
          <a:bodyPr anchor="b">
            <a:normAutofit/>
          </a:bodyPr>
          <a:lstStyle>
            <a:lvl1pPr>
              <a:defRPr sz="3200">
                <a:solidFill>
                  <a:schemeClr val="accent4"/>
                </a:solidFill>
                <a:latin typeface="Montserrat" pitchFamily="2" charset="77"/>
              </a:defRPr>
            </a:lvl1pPr>
          </a:lstStyle>
          <a:p>
            <a:r>
              <a:rPr lang="en-US"/>
              <a:t>CLICK TO EDIT TITLE</a:t>
            </a:r>
          </a:p>
        </p:txBody>
      </p:sp>
      <p:sp>
        <p:nvSpPr>
          <p:cNvPr id="3" name="Content Placeholder 2">
            <a:extLst>
              <a:ext uri="{FF2B5EF4-FFF2-40B4-BE49-F238E27FC236}">
                <a16:creationId xmlns:a16="http://schemas.microsoft.com/office/drawing/2014/main" id="{74699D82-DB1D-334C-9D0C-24A2DAEF50D0}"/>
              </a:ext>
            </a:extLst>
          </p:cNvPr>
          <p:cNvSpPr>
            <a:spLocks noGrp="1"/>
          </p:cNvSpPr>
          <p:nvPr>
            <p:ph idx="1" hasCustomPrompt="1"/>
          </p:nvPr>
        </p:nvSpPr>
        <p:spPr>
          <a:xfrm>
            <a:off x="5183188" y="987425"/>
            <a:ext cx="6172200" cy="4873625"/>
          </a:xfrm>
        </p:spPr>
        <p:txBody>
          <a:bodyPr>
            <a:normAutofit/>
          </a:bodyPr>
          <a:lstStyle>
            <a:lvl1pPr>
              <a:defRPr sz="2400">
                <a:solidFill>
                  <a:schemeClr val="tx1"/>
                </a:solidFill>
                <a:latin typeface="Montserrat Light" panose="00000400000000000000" pitchFamily="50" charset="0"/>
              </a:defRPr>
            </a:lvl1pPr>
            <a:lvl2pPr>
              <a:defRPr sz="2000">
                <a:solidFill>
                  <a:schemeClr val="tx1"/>
                </a:solidFill>
                <a:latin typeface="Montserrat Light" panose="00000400000000000000" pitchFamily="50" charset="0"/>
              </a:defRPr>
            </a:lvl2pPr>
            <a:lvl3pPr>
              <a:defRPr sz="1800">
                <a:solidFill>
                  <a:schemeClr val="tx1"/>
                </a:solidFill>
                <a:latin typeface="Montserrat Light" panose="00000400000000000000" pitchFamily="50" charset="0"/>
              </a:defRPr>
            </a:lvl3pPr>
            <a:lvl4pPr>
              <a:defRPr sz="1600">
                <a:solidFill>
                  <a:schemeClr val="tx1"/>
                </a:solidFill>
                <a:latin typeface="Montserrat Light" panose="00000400000000000000" pitchFamily="50" charset="0"/>
              </a:defRPr>
            </a:lvl4pPr>
            <a:lvl5pPr>
              <a:defRPr sz="1400">
                <a:solidFill>
                  <a:schemeClr val="tx1"/>
                </a:solidFill>
                <a:latin typeface="Montserrat Light" panose="00000400000000000000" pitchFamily="50" charset="0"/>
              </a:defRPr>
            </a:lvl5pPr>
            <a:lvl6pPr>
              <a:defRPr sz="2000"/>
            </a:lvl6pPr>
            <a:lvl7pPr>
              <a:defRPr sz="2000"/>
            </a:lvl7pPr>
            <a:lvl8pPr>
              <a:defRPr sz="2000"/>
            </a:lvl8pPr>
            <a:lvl9pPr>
              <a:defRPr sz="2000"/>
            </a:lvl9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48442DC-2A24-1246-A016-34C036D5BDBB}"/>
              </a:ext>
            </a:extLst>
          </p:cNvPr>
          <p:cNvSpPr>
            <a:spLocks noGrp="1"/>
          </p:cNvSpPr>
          <p:nvPr>
            <p:ph type="body" sz="half" idx="2" hasCustomPrompt="1"/>
          </p:nvPr>
        </p:nvSpPr>
        <p:spPr>
          <a:xfrm>
            <a:off x="839788" y="2057400"/>
            <a:ext cx="3932237" cy="3811588"/>
          </a:xfrm>
        </p:spPr>
        <p:txBody>
          <a:bodyPr>
            <a:normAutofit/>
          </a:bodyPr>
          <a:lstStyle>
            <a:lvl1pPr marL="0" indent="0">
              <a:buNone/>
              <a:defRPr sz="1800">
                <a:solidFill>
                  <a:schemeClr val="tx1"/>
                </a:solidFill>
                <a:latin typeface="Montserrat Light" panose="00000400000000000000" pitchFamily="50"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text</a:t>
            </a:r>
          </a:p>
        </p:txBody>
      </p:sp>
      <p:pic>
        <p:nvPicPr>
          <p:cNvPr id="11" name="Picture 10">
            <a:extLst>
              <a:ext uri="{FF2B5EF4-FFF2-40B4-BE49-F238E27FC236}">
                <a16:creationId xmlns:a16="http://schemas.microsoft.com/office/drawing/2014/main" id="{A6D398F6-9B1E-B840-AD2C-7C078BE8EBA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53799" y="6102302"/>
            <a:ext cx="630283" cy="566921"/>
          </a:xfrm>
          <a:prstGeom prst="rect">
            <a:avLst/>
          </a:prstGeom>
        </p:spPr>
      </p:pic>
      <p:pic>
        <p:nvPicPr>
          <p:cNvPr id="8" name="Picture 7">
            <a:extLst>
              <a:ext uri="{FF2B5EF4-FFF2-40B4-BE49-F238E27FC236}">
                <a16:creationId xmlns:a16="http://schemas.microsoft.com/office/drawing/2014/main" id="{30AE15B2-717A-465B-B036-E780501CEDCF}"/>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0"/>
            <a:ext cx="404949" cy="6858000"/>
          </a:xfrm>
          <a:prstGeom prst="rect">
            <a:avLst/>
          </a:prstGeom>
        </p:spPr>
      </p:pic>
    </p:spTree>
    <p:extLst>
      <p:ext uri="{BB962C8B-B14F-4D97-AF65-F5344CB8AC3E}">
        <p14:creationId xmlns:p14="http://schemas.microsoft.com/office/powerpoint/2010/main" val="324833124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04FBA5-6B4E-EC4E-A1BD-ADC2BADFF96B}"/>
              </a:ext>
            </a:extLst>
          </p:cNvPr>
          <p:cNvSpPr>
            <a:spLocks noGrp="1"/>
          </p:cNvSpPr>
          <p:nvPr>
            <p:ph type="title" hasCustomPrompt="1"/>
          </p:nvPr>
        </p:nvSpPr>
        <p:spPr>
          <a:xfrm>
            <a:off x="839788" y="457200"/>
            <a:ext cx="3932237" cy="1600200"/>
          </a:xfrm>
        </p:spPr>
        <p:txBody>
          <a:bodyPr anchor="b">
            <a:normAutofit/>
          </a:bodyPr>
          <a:lstStyle>
            <a:lvl1pPr>
              <a:defRPr sz="3200">
                <a:solidFill>
                  <a:schemeClr val="accent4"/>
                </a:solidFill>
                <a:latin typeface="Montserrat" pitchFamily="2" charset="77"/>
              </a:defRPr>
            </a:lvl1pPr>
          </a:lstStyle>
          <a:p>
            <a:r>
              <a:rPr lang="en-US"/>
              <a:t>CLICK TO EDIT TITLE</a:t>
            </a:r>
          </a:p>
        </p:txBody>
      </p:sp>
      <p:sp>
        <p:nvSpPr>
          <p:cNvPr id="3" name="Picture Placeholder 2">
            <a:extLst>
              <a:ext uri="{FF2B5EF4-FFF2-40B4-BE49-F238E27FC236}">
                <a16:creationId xmlns:a16="http://schemas.microsoft.com/office/drawing/2014/main" id="{13C65746-ACAD-4648-A241-DBEAE0D92059}"/>
              </a:ext>
            </a:extLst>
          </p:cNvPr>
          <p:cNvSpPr>
            <a:spLocks noGrp="1"/>
          </p:cNvSpPr>
          <p:nvPr>
            <p:ph type="pic" idx="1"/>
          </p:nvPr>
        </p:nvSpPr>
        <p:spPr>
          <a:xfrm>
            <a:off x="5183188" y="987425"/>
            <a:ext cx="6172200" cy="4873625"/>
          </a:xfrm>
        </p:spPr>
        <p:txBody>
          <a:bodyPr/>
          <a:lstStyle>
            <a:lvl1pPr marL="0" indent="0">
              <a:buNone/>
              <a:defRPr sz="3200">
                <a:solidFill>
                  <a:schemeClr val="tx2"/>
                </a:solidFill>
                <a:latin typeface="Montserrat Light" panose="00000400000000000000" pitchFamily="50"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9D49BA78-2353-F449-809F-A41F92D937CE}"/>
              </a:ext>
            </a:extLst>
          </p:cNvPr>
          <p:cNvSpPr>
            <a:spLocks noGrp="1"/>
          </p:cNvSpPr>
          <p:nvPr>
            <p:ph type="body" sz="half" idx="2" hasCustomPrompt="1"/>
          </p:nvPr>
        </p:nvSpPr>
        <p:spPr>
          <a:xfrm>
            <a:off x="839788" y="2057400"/>
            <a:ext cx="3932237" cy="3811588"/>
          </a:xfrm>
        </p:spPr>
        <p:txBody>
          <a:bodyPr>
            <a:normAutofit/>
          </a:bodyPr>
          <a:lstStyle>
            <a:lvl1pPr marL="0" indent="0">
              <a:buNone/>
              <a:defRPr sz="1800">
                <a:solidFill>
                  <a:schemeClr val="tx2"/>
                </a:solidFill>
                <a:latin typeface="Montserrat Light" panose="00000400000000000000" pitchFamily="50"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text</a:t>
            </a:r>
          </a:p>
        </p:txBody>
      </p:sp>
      <p:pic>
        <p:nvPicPr>
          <p:cNvPr id="11" name="Picture 10">
            <a:extLst>
              <a:ext uri="{FF2B5EF4-FFF2-40B4-BE49-F238E27FC236}">
                <a16:creationId xmlns:a16="http://schemas.microsoft.com/office/drawing/2014/main" id="{0F22FF10-724D-9941-B9E8-CE4BD3CA01BA}"/>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53799" y="6102302"/>
            <a:ext cx="630283" cy="566921"/>
          </a:xfrm>
          <a:prstGeom prst="rect">
            <a:avLst/>
          </a:prstGeom>
        </p:spPr>
      </p:pic>
      <p:pic>
        <p:nvPicPr>
          <p:cNvPr id="8" name="Picture 7">
            <a:extLst>
              <a:ext uri="{FF2B5EF4-FFF2-40B4-BE49-F238E27FC236}">
                <a16:creationId xmlns:a16="http://schemas.microsoft.com/office/drawing/2014/main" id="{608453BD-F858-48A3-9559-84F847FA91E1}"/>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0"/>
            <a:ext cx="404949" cy="6858000"/>
          </a:xfrm>
          <a:prstGeom prst="rect">
            <a:avLst/>
          </a:prstGeom>
        </p:spPr>
      </p:pic>
    </p:spTree>
    <p:extLst>
      <p:ext uri="{BB962C8B-B14F-4D97-AF65-F5344CB8AC3E}">
        <p14:creationId xmlns:p14="http://schemas.microsoft.com/office/powerpoint/2010/main" val="347429781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2_Section Header">
    <p:bg>
      <p:bgRef idx="1001">
        <a:schemeClr val="bg1"/>
      </p:bgRef>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7801D65-D4DD-49CE-9BFE-23E59749E8EE}"/>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9"/>
          <a:stretch/>
        </p:blipFill>
        <p:spPr>
          <a:xfrm>
            <a:off x="0" y="0"/>
            <a:ext cx="12192000" cy="6858000"/>
          </a:xfrm>
          <a:prstGeom prst="rect">
            <a:avLst/>
          </a:prstGeom>
        </p:spPr>
      </p:pic>
      <p:sp>
        <p:nvSpPr>
          <p:cNvPr id="2" name="Title 1">
            <a:extLst>
              <a:ext uri="{FF2B5EF4-FFF2-40B4-BE49-F238E27FC236}">
                <a16:creationId xmlns:a16="http://schemas.microsoft.com/office/drawing/2014/main" id="{FA12A0A7-4CF2-4743-858C-719C761D6A76}"/>
              </a:ext>
            </a:extLst>
          </p:cNvPr>
          <p:cNvSpPr>
            <a:spLocks noGrp="1"/>
          </p:cNvSpPr>
          <p:nvPr>
            <p:ph type="title" hasCustomPrompt="1"/>
          </p:nvPr>
        </p:nvSpPr>
        <p:spPr>
          <a:xfrm>
            <a:off x="831850" y="1709738"/>
            <a:ext cx="10515600" cy="2852737"/>
          </a:xfrm>
        </p:spPr>
        <p:txBody>
          <a:bodyPr anchor="b">
            <a:normAutofit/>
          </a:bodyPr>
          <a:lstStyle>
            <a:lvl1pPr>
              <a:defRPr sz="4400">
                <a:solidFill>
                  <a:srgbClr val="F1F1EF"/>
                </a:solidFill>
                <a:latin typeface="Montserrat" pitchFamily="2" charset="77"/>
              </a:defRPr>
            </a:lvl1pPr>
          </a:lstStyle>
          <a:p>
            <a:r>
              <a:rPr lang="en-US"/>
              <a:t>CLICK TO EDIT TITLE</a:t>
            </a:r>
          </a:p>
        </p:txBody>
      </p:sp>
      <p:sp>
        <p:nvSpPr>
          <p:cNvPr id="3" name="Text Placeholder 2">
            <a:extLst>
              <a:ext uri="{FF2B5EF4-FFF2-40B4-BE49-F238E27FC236}">
                <a16:creationId xmlns:a16="http://schemas.microsoft.com/office/drawing/2014/main" id="{94AB00D5-0002-EB43-B596-CD3FCE26D7FF}"/>
              </a:ext>
            </a:extLst>
          </p:cNvPr>
          <p:cNvSpPr>
            <a:spLocks noGrp="1"/>
          </p:cNvSpPr>
          <p:nvPr>
            <p:ph type="body" idx="1" hasCustomPrompt="1"/>
          </p:nvPr>
        </p:nvSpPr>
        <p:spPr>
          <a:xfrm>
            <a:off x="831850" y="4589463"/>
            <a:ext cx="10515600" cy="1500187"/>
          </a:xfrm>
        </p:spPr>
        <p:txBody>
          <a:bodyPr/>
          <a:lstStyle>
            <a:lvl1pPr marL="0" indent="0">
              <a:buNone/>
              <a:defRPr sz="2400">
                <a:solidFill>
                  <a:srgbClr val="F1F1EF"/>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subtitle</a:t>
            </a:r>
          </a:p>
        </p:txBody>
      </p:sp>
      <p:pic>
        <p:nvPicPr>
          <p:cNvPr id="11" name="Picture 10">
            <a:extLst>
              <a:ext uri="{FF2B5EF4-FFF2-40B4-BE49-F238E27FC236}">
                <a16:creationId xmlns:a16="http://schemas.microsoft.com/office/drawing/2014/main" id="{87B315BF-030E-704F-AC88-072335552124}"/>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941667" y="5725249"/>
            <a:ext cx="1042416" cy="937623"/>
          </a:xfrm>
          <a:prstGeom prst="rect">
            <a:avLst/>
          </a:prstGeom>
        </p:spPr>
      </p:pic>
    </p:spTree>
    <p:extLst>
      <p:ext uri="{BB962C8B-B14F-4D97-AF65-F5344CB8AC3E}">
        <p14:creationId xmlns:p14="http://schemas.microsoft.com/office/powerpoint/2010/main" val="1230227266"/>
      </p:ext>
    </p:extLst>
  </p:cSld>
  <p:clrMapOvr>
    <a:overrideClrMapping bg1="lt1" tx1="dk1" bg2="lt2" tx2="dk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4_Title and Content">
    <p:bg>
      <p:bgPr>
        <a:solidFill>
          <a:srgbClr val="F1F1E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E96BAE-F822-E34A-990A-9C2771C072A9}"/>
              </a:ext>
            </a:extLst>
          </p:cNvPr>
          <p:cNvSpPr>
            <a:spLocks noGrp="1"/>
          </p:cNvSpPr>
          <p:nvPr>
            <p:ph type="title" hasCustomPrompt="1"/>
          </p:nvPr>
        </p:nvSpPr>
        <p:spPr/>
        <p:txBody>
          <a:bodyPr>
            <a:normAutofit/>
          </a:bodyPr>
          <a:lstStyle>
            <a:lvl1pPr>
              <a:defRPr sz="4000">
                <a:solidFill>
                  <a:schemeClr val="accent3"/>
                </a:solidFill>
                <a:latin typeface="Montserrat" pitchFamily="2" charset="77"/>
              </a:defRPr>
            </a:lvl1pPr>
          </a:lstStyle>
          <a:p>
            <a:r>
              <a:rPr lang="en-US"/>
              <a:t>CLICK TO EDIT TITLE</a:t>
            </a:r>
          </a:p>
        </p:txBody>
      </p:sp>
      <p:sp>
        <p:nvSpPr>
          <p:cNvPr id="3" name="Content Placeholder 2">
            <a:extLst>
              <a:ext uri="{FF2B5EF4-FFF2-40B4-BE49-F238E27FC236}">
                <a16:creationId xmlns:a16="http://schemas.microsoft.com/office/drawing/2014/main" id="{EDAB2EFE-DD9F-E146-A0F0-1CC9263E135A}"/>
              </a:ext>
            </a:extLst>
          </p:cNvPr>
          <p:cNvSpPr>
            <a:spLocks noGrp="1"/>
          </p:cNvSpPr>
          <p:nvPr>
            <p:ph idx="1" hasCustomPrompt="1"/>
          </p:nvPr>
        </p:nvSpPr>
        <p:spPr/>
        <p:txBody>
          <a:bodyPr/>
          <a:lstStyle>
            <a:lvl1pPr>
              <a:defRPr sz="2400">
                <a:solidFill>
                  <a:schemeClr val="tx2"/>
                </a:solidFill>
                <a:latin typeface="Montserrat Light" panose="00000400000000000000" pitchFamily="50" charset="0"/>
              </a:defRPr>
            </a:lvl1pPr>
            <a:lvl2pPr>
              <a:defRPr sz="2000">
                <a:solidFill>
                  <a:schemeClr val="tx2"/>
                </a:solidFill>
                <a:latin typeface="Montserrat Light" panose="00000400000000000000" pitchFamily="50" charset="0"/>
              </a:defRPr>
            </a:lvl2pPr>
            <a:lvl3pPr>
              <a:defRPr sz="1800">
                <a:solidFill>
                  <a:schemeClr val="tx2"/>
                </a:solidFill>
                <a:latin typeface="Montserrat Light" panose="00000400000000000000" pitchFamily="50" charset="0"/>
              </a:defRPr>
            </a:lvl3pPr>
            <a:lvl4pPr>
              <a:defRPr sz="1600">
                <a:solidFill>
                  <a:schemeClr val="tx2"/>
                </a:solidFill>
                <a:latin typeface="Montserrat Light" panose="00000400000000000000" pitchFamily="50" charset="0"/>
              </a:defRPr>
            </a:lvl4pPr>
            <a:lvl5pPr>
              <a:defRPr sz="1400">
                <a:solidFill>
                  <a:schemeClr val="tx2"/>
                </a:solidFill>
                <a:latin typeface="Montserrat Light" panose="00000400000000000000" pitchFamily="50" charset="0"/>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pic>
        <p:nvPicPr>
          <p:cNvPr id="10" name="Picture 9">
            <a:extLst>
              <a:ext uri="{FF2B5EF4-FFF2-40B4-BE49-F238E27FC236}">
                <a16:creationId xmlns:a16="http://schemas.microsoft.com/office/drawing/2014/main" id="{78863D59-2C71-E346-B7BF-148F5CFFBF5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53799" y="6102302"/>
            <a:ext cx="630283" cy="566921"/>
          </a:xfrm>
          <a:prstGeom prst="rect">
            <a:avLst/>
          </a:prstGeom>
        </p:spPr>
      </p:pic>
      <p:pic>
        <p:nvPicPr>
          <p:cNvPr id="6" name="Picture 5">
            <a:extLst>
              <a:ext uri="{FF2B5EF4-FFF2-40B4-BE49-F238E27FC236}">
                <a16:creationId xmlns:a16="http://schemas.microsoft.com/office/drawing/2014/main" id="{0334BCDE-4FAE-4480-8FFD-AE9B4EE69BD9}"/>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0"/>
            <a:ext cx="404949" cy="6858000"/>
          </a:xfrm>
          <a:prstGeom prst="rect">
            <a:avLst/>
          </a:prstGeom>
        </p:spPr>
      </p:pic>
    </p:spTree>
    <p:extLst>
      <p:ext uri="{BB962C8B-B14F-4D97-AF65-F5344CB8AC3E}">
        <p14:creationId xmlns:p14="http://schemas.microsoft.com/office/powerpoint/2010/main" val="23220424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2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E54D9B-8987-0D4C-A48D-AC224E43243C}"/>
              </a:ext>
            </a:extLst>
          </p:cNvPr>
          <p:cNvSpPr>
            <a:spLocks noGrp="1"/>
          </p:cNvSpPr>
          <p:nvPr>
            <p:ph type="title" hasCustomPrompt="1"/>
          </p:nvPr>
        </p:nvSpPr>
        <p:spPr/>
        <p:txBody>
          <a:bodyPr>
            <a:normAutofit/>
          </a:bodyPr>
          <a:lstStyle>
            <a:lvl1pPr>
              <a:defRPr sz="4000">
                <a:solidFill>
                  <a:schemeClr val="accent3"/>
                </a:solidFill>
                <a:latin typeface="Montserrat" pitchFamily="2" charset="77"/>
              </a:defRPr>
            </a:lvl1pPr>
          </a:lstStyle>
          <a:p>
            <a:r>
              <a:rPr lang="en-US"/>
              <a:t>CLICK TO EDIT TITLE</a:t>
            </a:r>
          </a:p>
        </p:txBody>
      </p:sp>
      <p:sp>
        <p:nvSpPr>
          <p:cNvPr id="3" name="Content Placeholder 2">
            <a:extLst>
              <a:ext uri="{FF2B5EF4-FFF2-40B4-BE49-F238E27FC236}">
                <a16:creationId xmlns:a16="http://schemas.microsoft.com/office/drawing/2014/main" id="{F830977D-D50B-F34A-A72B-3B2E6C9B12F6}"/>
              </a:ext>
            </a:extLst>
          </p:cNvPr>
          <p:cNvSpPr>
            <a:spLocks noGrp="1"/>
          </p:cNvSpPr>
          <p:nvPr>
            <p:ph sz="half" idx="1" hasCustomPrompt="1"/>
          </p:nvPr>
        </p:nvSpPr>
        <p:spPr>
          <a:xfrm>
            <a:off x="838200" y="1825625"/>
            <a:ext cx="5181600" cy="4351338"/>
          </a:xfrm>
        </p:spPr>
        <p:txBody>
          <a:bodyPr>
            <a:normAutofit/>
          </a:bodyPr>
          <a:lstStyle>
            <a:lvl1pPr>
              <a:defRPr sz="2400">
                <a:solidFill>
                  <a:schemeClr val="tx1"/>
                </a:solidFill>
                <a:latin typeface="Montserrat Light" panose="00000400000000000000" pitchFamily="50" charset="0"/>
              </a:defRPr>
            </a:lvl1pPr>
            <a:lvl2pPr>
              <a:defRPr sz="2000">
                <a:solidFill>
                  <a:schemeClr val="tx1"/>
                </a:solidFill>
                <a:latin typeface="Montserrat Light" panose="00000400000000000000" pitchFamily="50" charset="0"/>
              </a:defRPr>
            </a:lvl2pPr>
            <a:lvl3pPr>
              <a:defRPr sz="1800">
                <a:solidFill>
                  <a:schemeClr val="tx1"/>
                </a:solidFill>
                <a:latin typeface="Montserrat Light" panose="00000400000000000000" pitchFamily="50" charset="0"/>
              </a:defRPr>
            </a:lvl3pPr>
            <a:lvl4pPr>
              <a:defRPr sz="1600">
                <a:solidFill>
                  <a:schemeClr val="tx1"/>
                </a:solidFill>
                <a:latin typeface="Montserrat Light" panose="00000400000000000000" pitchFamily="50" charset="0"/>
              </a:defRPr>
            </a:lvl4pPr>
            <a:lvl5pPr>
              <a:defRPr sz="1400">
                <a:solidFill>
                  <a:schemeClr val="tx1"/>
                </a:solidFill>
                <a:latin typeface="Montserrat Light" panose="00000400000000000000" pitchFamily="50" charset="0"/>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66A8F47-B8E2-2147-BF7A-36D46A6796E7}"/>
              </a:ext>
            </a:extLst>
          </p:cNvPr>
          <p:cNvSpPr>
            <a:spLocks noGrp="1"/>
          </p:cNvSpPr>
          <p:nvPr>
            <p:ph sz="half" idx="2" hasCustomPrompt="1"/>
          </p:nvPr>
        </p:nvSpPr>
        <p:spPr>
          <a:xfrm>
            <a:off x="6172200" y="1825625"/>
            <a:ext cx="5181600" cy="4351338"/>
          </a:xfrm>
        </p:spPr>
        <p:txBody>
          <a:bodyPr>
            <a:normAutofit/>
          </a:bodyPr>
          <a:lstStyle>
            <a:lvl1pPr>
              <a:defRPr sz="2400">
                <a:solidFill>
                  <a:schemeClr val="tx1"/>
                </a:solidFill>
                <a:latin typeface="Montserrat Light" panose="00000400000000000000" pitchFamily="50" charset="0"/>
              </a:defRPr>
            </a:lvl1pPr>
            <a:lvl2pPr>
              <a:defRPr sz="2000">
                <a:solidFill>
                  <a:schemeClr val="tx1"/>
                </a:solidFill>
                <a:latin typeface="Montserrat Light" panose="00000400000000000000" pitchFamily="50" charset="0"/>
              </a:defRPr>
            </a:lvl2pPr>
            <a:lvl3pPr>
              <a:defRPr sz="1800">
                <a:solidFill>
                  <a:schemeClr val="tx1"/>
                </a:solidFill>
                <a:latin typeface="Montserrat Light" panose="00000400000000000000" pitchFamily="50" charset="0"/>
              </a:defRPr>
            </a:lvl3pPr>
            <a:lvl4pPr>
              <a:defRPr sz="1600">
                <a:solidFill>
                  <a:schemeClr val="tx1"/>
                </a:solidFill>
                <a:latin typeface="Montserrat Light" panose="00000400000000000000" pitchFamily="50" charset="0"/>
              </a:defRPr>
            </a:lvl4pPr>
            <a:lvl5pPr>
              <a:defRPr sz="1400">
                <a:solidFill>
                  <a:schemeClr val="tx1"/>
                </a:solidFill>
                <a:latin typeface="Montserrat Light" panose="00000400000000000000" pitchFamily="50" charset="0"/>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pic>
        <p:nvPicPr>
          <p:cNvPr id="11" name="Picture 10">
            <a:extLst>
              <a:ext uri="{FF2B5EF4-FFF2-40B4-BE49-F238E27FC236}">
                <a16:creationId xmlns:a16="http://schemas.microsoft.com/office/drawing/2014/main" id="{86A77431-0588-914D-A216-28EC5A9A8A8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53799" y="6102302"/>
            <a:ext cx="630283" cy="566921"/>
          </a:xfrm>
          <a:prstGeom prst="rect">
            <a:avLst/>
          </a:prstGeom>
        </p:spPr>
      </p:pic>
      <p:pic>
        <p:nvPicPr>
          <p:cNvPr id="7" name="Picture 6">
            <a:extLst>
              <a:ext uri="{FF2B5EF4-FFF2-40B4-BE49-F238E27FC236}">
                <a16:creationId xmlns:a16="http://schemas.microsoft.com/office/drawing/2014/main" id="{940E8D9B-1180-4BCF-ACA9-05A2B602054B}"/>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0"/>
            <a:ext cx="404949" cy="6858000"/>
          </a:xfrm>
          <a:prstGeom prst="rect">
            <a:avLst/>
          </a:prstGeom>
        </p:spPr>
      </p:pic>
    </p:spTree>
    <p:extLst>
      <p:ext uri="{BB962C8B-B14F-4D97-AF65-F5344CB8AC3E}">
        <p14:creationId xmlns:p14="http://schemas.microsoft.com/office/powerpoint/2010/main" val="25132623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2_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320160-DB07-FA41-A195-10DBA0F84C6A}"/>
              </a:ext>
            </a:extLst>
          </p:cNvPr>
          <p:cNvSpPr>
            <a:spLocks noGrp="1"/>
          </p:cNvSpPr>
          <p:nvPr>
            <p:ph type="title" hasCustomPrompt="1"/>
          </p:nvPr>
        </p:nvSpPr>
        <p:spPr>
          <a:xfrm>
            <a:off x="839788" y="365125"/>
            <a:ext cx="10515600" cy="1325563"/>
          </a:xfrm>
        </p:spPr>
        <p:txBody>
          <a:bodyPr>
            <a:normAutofit/>
          </a:bodyPr>
          <a:lstStyle>
            <a:lvl1pPr>
              <a:defRPr sz="4000">
                <a:solidFill>
                  <a:schemeClr val="accent3"/>
                </a:solidFill>
                <a:latin typeface="Montserrat" pitchFamily="2" charset="77"/>
              </a:defRPr>
            </a:lvl1pPr>
          </a:lstStyle>
          <a:p>
            <a:r>
              <a:rPr lang="en-US"/>
              <a:t>CLICK TO EDIT TITLE</a:t>
            </a:r>
          </a:p>
        </p:txBody>
      </p:sp>
      <p:sp>
        <p:nvSpPr>
          <p:cNvPr id="3" name="Text Placeholder 2">
            <a:extLst>
              <a:ext uri="{FF2B5EF4-FFF2-40B4-BE49-F238E27FC236}">
                <a16:creationId xmlns:a16="http://schemas.microsoft.com/office/drawing/2014/main" id="{E8265D98-7F86-E241-96F3-5AE4DBD2D062}"/>
              </a:ext>
            </a:extLst>
          </p:cNvPr>
          <p:cNvSpPr>
            <a:spLocks noGrp="1"/>
          </p:cNvSpPr>
          <p:nvPr>
            <p:ph type="body" idx="1" hasCustomPrompt="1"/>
          </p:nvPr>
        </p:nvSpPr>
        <p:spPr>
          <a:xfrm>
            <a:off x="839788" y="1681163"/>
            <a:ext cx="5157787" cy="823912"/>
          </a:xfrm>
        </p:spPr>
        <p:txBody>
          <a:bodyPr anchor="b">
            <a:normAutofit/>
          </a:bodyPr>
          <a:lstStyle>
            <a:lvl1pPr marL="0" indent="0">
              <a:buNone/>
              <a:defRPr sz="2800" b="1">
                <a:solidFill>
                  <a:schemeClr val="tx1"/>
                </a:solidFill>
                <a:latin typeface="Montserrat"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text</a:t>
            </a:r>
          </a:p>
        </p:txBody>
      </p:sp>
      <p:sp>
        <p:nvSpPr>
          <p:cNvPr id="4" name="Content Placeholder 3">
            <a:extLst>
              <a:ext uri="{FF2B5EF4-FFF2-40B4-BE49-F238E27FC236}">
                <a16:creationId xmlns:a16="http://schemas.microsoft.com/office/drawing/2014/main" id="{57326700-521D-4B43-A2D4-FACEAE7B527F}"/>
              </a:ext>
            </a:extLst>
          </p:cNvPr>
          <p:cNvSpPr>
            <a:spLocks noGrp="1"/>
          </p:cNvSpPr>
          <p:nvPr>
            <p:ph sz="half" idx="2" hasCustomPrompt="1"/>
          </p:nvPr>
        </p:nvSpPr>
        <p:spPr>
          <a:xfrm>
            <a:off x="839788" y="2505075"/>
            <a:ext cx="5157787" cy="3684588"/>
          </a:xfrm>
        </p:spPr>
        <p:txBody>
          <a:bodyPr>
            <a:normAutofit/>
          </a:bodyPr>
          <a:lstStyle>
            <a:lvl1pPr>
              <a:defRPr sz="2400">
                <a:solidFill>
                  <a:schemeClr val="tx1"/>
                </a:solidFill>
                <a:latin typeface="Montserrat Light" panose="00000400000000000000" pitchFamily="50" charset="0"/>
              </a:defRPr>
            </a:lvl1pPr>
            <a:lvl2pPr>
              <a:defRPr sz="2000">
                <a:solidFill>
                  <a:schemeClr val="tx1"/>
                </a:solidFill>
                <a:latin typeface="Montserrat Light" panose="00000400000000000000" pitchFamily="50" charset="0"/>
              </a:defRPr>
            </a:lvl2pPr>
            <a:lvl3pPr>
              <a:defRPr sz="1800">
                <a:solidFill>
                  <a:schemeClr val="tx1"/>
                </a:solidFill>
                <a:latin typeface="Montserrat Light" panose="00000400000000000000" pitchFamily="50" charset="0"/>
              </a:defRPr>
            </a:lvl3pPr>
            <a:lvl4pPr>
              <a:defRPr sz="1600">
                <a:solidFill>
                  <a:schemeClr val="tx1"/>
                </a:solidFill>
                <a:latin typeface="Montserrat Light" panose="00000400000000000000" pitchFamily="50" charset="0"/>
              </a:defRPr>
            </a:lvl4pPr>
            <a:lvl5pPr>
              <a:defRPr sz="1400">
                <a:solidFill>
                  <a:schemeClr val="tx1"/>
                </a:solidFill>
                <a:latin typeface="Montserrat Light" panose="00000400000000000000" pitchFamily="50" charset="0"/>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FE9CCF1-FBF1-9743-BC0F-7FF24538351E}"/>
              </a:ext>
            </a:extLst>
          </p:cNvPr>
          <p:cNvSpPr>
            <a:spLocks noGrp="1"/>
          </p:cNvSpPr>
          <p:nvPr>
            <p:ph type="body" sz="quarter" idx="3" hasCustomPrompt="1"/>
          </p:nvPr>
        </p:nvSpPr>
        <p:spPr>
          <a:xfrm>
            <a:off x="6172200" y="1681163"/>
            <a:ext cx="5183188" cy="823912"/>
          </a:xfrm>
        </p:spPr>
        <p:txBody>
          <a:bodyPr anchor="b">
            <a:normAutofit/>
          </a:bodyPr>
          <a:lstStyle>
            <a:lvl1pPr marL="0" indent="0">
              <a:buNone/>
              <a:defRPr sz="2800" b="1">
                <a:solidFill>
                  <a:schemeClr val="tx1"/>
                </a:solidFill>
                <a:latin typeface="Montserrat"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text</a:t>
            </a:r>
          </a:p>
        </p:txBody>
      </p:sp>
      <p:sp>
        <p:nvSpPr>
          <p:cNvPr id="6" name="Content Placeholder 5">
            <a:extLst>
              <a:ext uri="{FF2B5EF4-FFF2-40B4-BE49-F238E27FC236}">
                <a16:creationId xmlns:a16="http://schemas.microsoft.com/office/drawing/2014/main" id="{73BE9C37-AAE6-9046-8B66-3BF2E4EFD234}"/>
              </a:ext>
            </a:extLst>
          </p:cNvPr>
          <p:cNvSpPr>
            <a:spLocks noGrp="1"/>
          </p:cNvSpPr>
          <p:nvPr>
            <p:ph sz="quarter" idx="4" hasCustomPrompt="1"/>
          </p:nvPr>
        </p:nvSpPr>
        <p:spPr>
          <a:xfrm>
            <a:off x="6172200" y="2505075"/>
            <a:ext cx="5183188" cy="3684588"/>
          </a:xfrm>
        </p:spPr>
        <p:txBody>
          <a:bodyPr/>
          <a:lstStyle>
            <a:lvl1pPr>
              <a:defRPr sz="2400">
                <a:solidFill>
                  <a:schemeClr val="tx1"/>
                </a:solidFill>
                <a:latin typeface="Montserrat Light" panose="00000400000000000000" pitchFamily="50" charset="0"/>
              </a:defRPr>
            </a:lvl1pPr>
            <a:lvl2pPr>
              <a:defRPr sz="2000">
                <a:solidFill>
                  <a:schemeClr val="tx1"/>
                </a:solidFill>
                <a:latin typeface="Montserrat Light" panose="00000400000000000000" pitchFamily="50" charset="0"/>
              </a:defRPr>
            </a:lvl2pPr>
            <a:lvl3pPr>
              <a:defRPr sz="1800">
                <a:solidFill>
                  <a:schemeClr val="tx1"/>
                </a:solidFill>
                <a:latin typeface="Montserrat Light" panose="00000400000000000000" pitchFamily="50" charset="0"/>
              </a:defRPr>
            </a:lvl3pPr>
            <a:lvl4pPr>
              <a:defRPr sz="1600">
                <a:solidFill>
                  <a:schemeClr val="tx1"/>
                </a:solidFill>
                <a:latin typeface="Montserrat Light" panose="00000400000000000000" pitchFamily="50" charset="0"/>
              </a:defRPr>
            </a:lvl4pPr>
            <a:lvl5pPr>
              <a:defRPr sz="1400">
                <a:solidFill>
                  <a:schemeClr val="tx1"/>
                </a:solidFill>
                <a:latin typeface="Montserrat Light" panose="00000400000000000000" pitchFamily="50" charset="0"/>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pic>
        <p:nvPicPr>
          <p:cNvPr id="13" name="Picture 12">
            <a:extLst>
              <a:ext uri="{FF2B5EF4-FFF2-40B4-BE49-F238E27FC236}">
                <a16:creationId xmlns:a16="http://schemas.microsoft.com/office/drawing/2014/main" id="{AE6E0398-11EA-CA4E-8CEF-209FB0E571C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53799" y="6102302"/>
            <a:ext cx="630283" cy="566921"/>
          </a:xfrm>
          <a:prstGeom prst="rect">
            <a:avLst/>
          </a:prstGeom>
        </p:spPr>
      </p:pic>
      <p:pic>
        <p:nvPicPr>
          <p:cNvPr id="9" name="Picture 8">
            <a:extLst>
              <a:ext uri="{FF2B5EF4-FFF2-40B4-BE49-F238E27FC236}">
                <a16:creationId xmlns:a16="http://schemas.microsoft.com/office/drawing/2014/main" id="{0F00B128-5709-4F73-BFC0-8205AE42FABF}"/>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0"/>
            <a:ext cx="404949" cy="6858000"/>
          </a:xfrm>
          <a:prstGeom prst="rect">
            <a:avLst/>
          </a:prstGeom>
        </p:spPr>
      </p:pic>
    </p:spTree>
    <p:extLst>
      <p:ext uri="{BB962C8B-B14F-4D97-AF65-F5344CB8AC3E}">
        <p14:creationId xmlns:p14="http://schemas.microsoft.com/office/powerpoint/2010/main" val="64173473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228945-86BB-2F46-A588-79A48E6F3851}"/>
              </a:ext>
            </a:extLst>
          </p:cNvPr>
          <p:cNvSpPr>
            <a:spLocks noGrp="1"/>
          </p:cNvSpPr>
          <p:nvPr>
            <p:ph type="title" hasCustomPrompt="1"/>
          </p:nvPr>
        </p:nvSpPr>
        <p:spPr/>
        <p:txBody>
          <a:bodyPr>
            <a:normAutofit/>
          </a:bodyPr>
          <a:lstStyle>
            <a:lvl1pPr>
              <a:defRPr sz="4000">
                <a:solidFill>
                  <a:schemeClr val="accent3"/>
                </a:solidFill>
                <a:latin typeface="Montserrat" pitchFamily="2" charset="77"/>
              </a:defRPr>
            </a:lvl1pPr>
          </a:lstStyle>
          <a:p>
            <a:r>
              <a:rPr lang="en-US"/>
              <a:t>CLICK TO EDIT TITLE</a:t>
            </a:r>
          </a:p>
        </p:txBody>
      </p:sp>
      <p:pic>
        <p:nvPicPr>
          <p:cNvPr id="9" name="Picture 8">
            <a:extLst>
              <a:ext uri="{FF2B5EF4-FFF2-40B4-BE49-F238E27FC236}">
                <a16:creationId xmlns:a16="http://schemas.microsoft.com/office/drawing/2014/main" id="{9060FD44-8B57-FE4C-BDC8-651AF654EA2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53799" y="6102302"/>
            <a:ext cx="630283" cy="566921"/>
          </a:xfrm>
          <a:prstGeom prst="rect">
            <a:avLst/>
          </a:prstGeom>
        </p:spPr>
      </p:pic>
      <p:pic>
        <p:nvPicPr>
          <p:cNvPr id="5" name="Picture 4">
            <a:extLst>
              <a:ext uri="{FF2B5EF4-FFF2-40B4-BE49-F238E27FC236}">
                <a16:creationId xmlns:a16="http://schemas.microsoft.com/office/drawing/2014/main" id="{C9932095-5E91-4AD3-981B-38C3FF852FB6}"/>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0"/>
            <a:ext cx="404949" cy="6858000"/>
          </a:xfrm>
          <a:prstGeom prst="rect">
            <a:avLst/>
          </a:prstGeom>
        </p:spPr>
      </p:pic>
    </p:spTree>
    <p:extLst>
      <p:ext uri="{BB962C8B-B14F-4D97-AF65-F5344CB8AC3E}">
        <p14:creationId xmlns:p14="http://schemas.microsoft.com/office/powerpoint/2010/main" val="13424503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3_Blank">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3BD2D64C-6261-9846-B401-C0516D62E23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53799" y="6102302"/>
            <a:ext cx="630283" cy="566921"/>
          </a:xfrm>
          <a:prstGeom prst="rect">
            <a:avLst/>
          </a:prstGeom>
        </p:spPr>
      </p:pic>
      <p:pic>
        <p:nvPicPr>
          <p:cNvPr id="4" name="Picture 3">
            <a:extLst>
              <a:ext uri="{FF2B5EF4-FFF2-40B4-BE49-F238E27FC236}">
                <a16:creationId xmlns:a16="http://schemas.microsoft.com/office/drawing/2014/main" id="{B50AC943-B4D3-4EDA-8FD1-F67B3AAA6CF0}"/>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0"/>
            <a:ext cx="404949" cy="6858000"/>
          </a:xfrm>
          <a:prstGeom prst="rect">
            <a:avLst/>
          </a:prstGeom>
        </p:spPr>
      </p:pic>
    </p:spTree>
    <p:extLst>
      <p:ext uri="{BB962C8B-B14F-4D97-AF65-F5344CB8AC3E}">
        <p14:creationId xmlns:p14="http://schemas.microsoft.com/office/powerpoint/2010/main" val="128694222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2_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94708B-F85D-B244-B76D-7665363E927C}"/>
              </a:ext>
            </a:extLst>
          </p:cNvPr>
          <p:cNvSpPr>
            <a:spLocks noGrp="1"/>
          </p:cNvSpPr>
          <p:nvPr>
            <p:ph type="title" hasCustomPrompt="1"/>
          </p:nvPr>
        </p:nvSpPr>
        <p:spPr>
          <a:xfrm>
            <a:off x="839788" y="457200"/>
            <a:ext cx="3932237" cy="1600200"/>
          </a:xfrm>
        </p:spPr>
        <p:txBody>
          <a:bodyPr anchor="b">
            <a:normAutofit/>
          </a:bodyPr>
          <a:lstStyle>
            <a:lvl1pPr>
              <a:defRPr sz="3200">
                <a:solidFill>
                  <a:schemeClr val="accent3"/>
                </a:solidFill>
                <a:latin typeface="Montserrat" pitchFamily="2" charset="77"/>
              </a:defRPr>
            </a:lvl1pPr>
          </a:lstStyle>
          <a:p>
            <a:r>
              <a:rPr lang="en-US"/>
              <a:t>CLICK TO EDIT TITLE</a:t>
            </a:r>
          </a:p>
        </p:txBody>
      </p:sp>
      <p:sp>
        <p:nvSpPr>
          <p:cNvPr id="3" name="Content Placeholder 2">
            <a:extLst>
              <a:ext uri="{FF2B5EF4-FFF2-40B4-BE49-F238E27FC236}">
                <a16:creationId xmlns:a16="http://schemas.microsoft.com/office/drawing/2014/main" id="{74699D82-DB1D-334C-9D0C-24A2DAEF50D0}"/>
              </a:ext>
            </a:extLst>
          </p:cNvPr>
          <p:cNvSpPr>
            <a:spLocks noGrp="1"/>
          </p:cNvSpPr>
          <p:nvPr>
            <p:ph idx="1" hasCustomPrompt="1"/>
          </p:nvPr>
        </p:nvSpPr>
        <p:spPr>
          <a:xfrm>
            <a:off x="5183188" y="987425"/>
            <a:ext cx="6172200" cy="4873625"/>
          </a:xfrm>
        </p:spPr>
        <p:txBody>
          <a:bodyPr>
            <a:normAutofit/>
          </a:bodyPr>
          <a:lstStyle>
            <a:lvl1pPr>
              <a:defRPr sz="2400">
                <a:solidFill>
                  <a:schemeClr val="tx1"/>
                </a:solidFill>
                <a:latin typeface="Montserrat Light" panose="00000400000000000000" pitchFamily="50" charset="0"/>
              </a:defRPr>
            </a:lvl1pPr>
            <a:lvl2pPr>
              <a:defRPr sz="2000">
                <a:solidFill>
                  <a:schemeClr val="tx1"/>
                </a:solidFill>
                <a:latin typeface="Montserrat Light" panose="00000400000000000000" pitchFamily="50" charset="0"/>
              </a:defRPr>
            </a:lvl2pPr>
            <a:lvl3pPr>
              <a:defRPr sz="1800">
                <a:solidFill>
                  <a:schemeClr val="tx1"/>
                </a:solidFill>
                <a:latin typeface="Montserrat Light" panose="00000400000000000000" pitchFamily="50" charset="0"/>
              </a:defRPr>
            </a:lvl3pPr>
            <a:lvl4pPr>
              <a:defRPr sz="1600">
                <a:solidFill>
                  <a:schemeClr val="tx1"/>
                </a:solidFill>
                <a:latin typeface="Montserrat Light" panose="00000400000000000000" pitchFamily="50" charset="0"/>
              </a:defRPr>
            </a:lvl4pPr>
            <a:lvl5pPr>
              <a:defRPr sz="1400">
                <a:solidFill>
                  <a:schemeClr val="tx1"/>
                </a:solidFill>
                <a:latin typeface="Montserrat Light" panose="00000400000000000000" pitchFamily="50" charset="0"/>
              </a:defRPr>
            </a:lvl5pPr>
            <a:lvl6pPr>
              <a:defRPr sz="2000"/>
            </a:lvl6pPr>
            <a:lvl7pPr>
              <a:defRPr sz="2000"/>
            </a:lvl7pPr>
            <a:lvl8pPr>
              <a:defRPr sz="2000"/>
            </a:lvl8pPr>
            <a:lvl9pPr>
              <a:defRPr sz="2000"/>
            </a:lvl9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48442DC-2A24-1246-A016-34C036D5BDBB}"/>
              </a:ext>
            </a:extLst>
          </p:cNvPr>
          <p:cNvSpPr>
            <a:spLocks noGrp="1"/>
          </p:cNvSpPr>
          <p:nvPr>
            <p:ph type="body" sz="half" idx="2" hasCustomPrompt="1"/>
          </p:nvPr>
        </p:nvSpPr>
        <p:spPr>
          <a:xfrm>
            <a:off x="839788" y="2057400"/>
            <a:ext cx="3932237" cy="3811588"/>
          </a:xfrm>
        </p:spPr>
        <p:txBody>
          <a:bodyPr>
            <a:normAutofit/>
          </a:bodyPr>
          <a:lstStyle>
            <a:lvl1pPr marL="0" indent="0">
              <a:buNone/>
              <a:defRPr sz="1800">
                <a:solidFill>
                  <a:schemeClr val="tx1"/>
                </a:solidFill>
                <a:latin typeface="Montserrat Light" panose="00000400000000000000" pitchFamily="50"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text</a:t>
            </a:r>
          </a:p>
        </p:txBody>
      </p:sp>
      <p:pic>
        <p:nvPicPr>
          <p:cNvPr id="11" name="Picture 10">
            <a:extLst>
              <a:ext uri="{FF2B5EF4-FFF2-40B4-BE49-F238E27FC236}">
                <a16:creationId xmlns:a16="http://schemas.microsoft.com/office/drawing/2014/main" id="{A6D398F6-9B1E-B840-AD2C-7C078BE8EBA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53799" y="6102302"/>
            <a:ext cx="630283" cy="566921"/>
          </a:xfrm>
          <a:prstGeom prst="rect">
            <a:avLst/>
          </a:prstGeom>
        </p:spPr>
      </p:pic>
      <p:pic>
        <p:nvPicPr>
          <p:cNvPr id="7" name="Picture 6">
            <a:extLst>
              <a:ext uri="{FF2B5EF4-FFF2-40B4-BE49-F238E27FC236}">
                <a16:creationId xmlns:a16="http://schemas.microsoft.com/office/drawing/2014/main" id="{9E4E7185-2A70-438E-9E87-E5A20C582468}"/>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0"/>
            <a:ext cx="404949" cy="6858000"/>
          </a:xfrm>
          <a:prstGeom prst="rect">
            <a:avLst/>
          </a:prstGeom>
        </p:spPr>
      </p:pic>
    </p:spTree>
    <p:extLst>
      <p:ext uri="{BB962C8B-B14F-4D97-AF65-F5344CB8AC3E}">
        <p14:creationId xmlns:p14="http://schemas.microsoft.com/office/powerpoint/2010/main" val="103700420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2_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04FBA5-6B4E-EC4E-A1BD-ADC2BADFF96B}"/>
              </a:ext>
            </a:extLst>
          </p:cNvPr>
          <p:cNvSpPr>
            <a:spLocks noGrp="1"/>
          </p:cNvSpPr>
          <p:nvPr>
            <p:ph type="title" hasCustomPrompt="1"/>
          </p:nvPr>
        </p:nvSpPr>
        <p:spPr>
          <a:xfrm>
            <a:off x="839788" y="457200"/>
            <a:ext cx="3932237" cy="1600200"/>
          </a:xfrm>
        </p:spPr>
        <p:txBody>
          <a:bodyPr anchor="b">
            <a:normAutofit/>
          </a:bodyPr>
          <a:lstStyle>
            <a:lvl1pPr>
              <a:defRPr sz="3200">
                <a:solidFill>
                  <a:schemeClr val="accent3"/>
                </a:solidFill>
                <a:latin typeface="Montserrat" pitchFamily="2" charset="77"/>
              </a:defRPr>
            </a:lvl1pPr>
          </a:lstStyle>
          <a:p>
            <a:r>
              <a:rPr lang="en-US"/>
              <a:t>CLICK TO EDIT TITLE</a:t>
            </a:r>
          </a:p>
        </p:txBody>
      </p:sp>
      <p:sp>
        <p:nvSpPr>
          <p:cNvPr id="3" name="Picture Placeholder 2">
            <a:extLst>
              <a:ext uri="{FF2B5EF4-FFF2-40B4-BE49-F238E27FC236}">
                <a16:creationId xmlns:a16="http://schemas.microsoft.com/office/drawing/2014/main" id="{13C65746-ACAD-4648-A241-DBEAE0D92059}"/>
              </a:ext>
            </a:extLst>
          </p:cNvPr>
          <p:cNvSpPr>
            <a:spLocks noGrp="1"/>
          </p:cNvSpPr>
          <p:nvPr>
            <p:ph type="pic" idx="1"/>
          </p:nvPr>
        </p:nvSpPr>
        <p:spPr>
          <a:xfrm>
            <a:off x="5183188" y="987425"/>
            <a:ext cx="6172200" cy="4873625"/>
          </a:xfrm>
        </p:spPr>
        <p:txBody>
          <a:bodyPr/>
          <a:lstStyle>
            <a:lvl1pPr marL="0" indent="0">
              <a:buNone/>
              <a:defRPr sz="3200">
                <a:solidFill>
                  <a:schemeClr val="tx2"/>
                </a:solidFill>
                <a:latin typeface="Montserrat Light" panose="00000400000000000000" pitchFamily="50"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9D49BA78-2353-F449-809F-A41F92D937CE}"/>
              </a:ext>
            </a:extLst>
          </p:cNvPr>
          <p:cNvSpPr>
            <a:spLocks noGrp="1"/>
          </p:cNvSpPr>
          <p:nvPr>
            <p:ph type="body" sz="half" idx="2" hasCustomPrompt="1"/>
          </p:nvPr>
        </p:nvSpPr>
        <p:spPr>
          <a:xfrm>
            <a:off x="839788" y="2057400"/>
            <a:ext cx="3932237" cy="3811588"/>
          </a:xfrm>
        </p:spPr>
        <p:txBody>
          <a:bodyPr>
            <a:normAutofit/>
          </a:bodyPr>
          <a:lstStyle>
            <a:lvl1pPr marL="0" indent="0">
              <a:buNone/>
              <a:defRPr sz="1800">
                <a:solidFill>
                  <a:schemeClr val="tx2"/>
                </a:solidFill>
                <a:latin typeface="Montserrat Light" panose="00000400000000000000" pitchFamily="50"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text</a:t>
            </a:r>
          </a:p>
        </p:txBody>
      </p:sp>
      <p:pic>
        <p:nvPicPr>
          <p:cNvPr id="11" name="Picture 10">
            <a:extLst>
              <a:ext uri="{FF2B5EF4-FFF2-40B4-BE49-F238E27FC236}">
                <a16:creationId xmlns:a16="http://schemas.microsoft.com/office/drawing/2014/main" id="{0F22FF10-724D-9941-B9E8-CE4BD3CA01BA}"/>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53799" y="6102302"/>
            <a:ext cx="630283" cy="566921"/>
          </a:xfrm>
          <a:prstGeom prst="rect">
            <a:avLst/>
          </a:prstGeom>
        </p:spPr>
      </p:pic>
      <p:pic>
        <p:nvPicPr>
          <p:cNvPr id="7" name="Picture 6">
            <a:extLst>
              <a:ext uri="{FF2B5EF4-FFF2-40B4-BE49-F238E27FC236}">
                <a16:creationId xmlns:a16="http://schemas.microsoft.com/office/drawing/2014/main" id="{D81FFB4B-35BE-4BDD-9CE7-431B98C9A697}"/>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0"/>
            <a:ext cx="404949" cy="6858000"/>
          </a:xfrm>
          <a:prstGeom prst="rect">
            <a:avLst/>
          </a:prstGeom>
        </p:spPr>
      </p:pic>
    </p:spTree>
    <p:extLst>
      <p:ext uri="{BB962C8B-B14F-4D97-AF65-F5344CB8AC3E}">
        <p14:creationId xmlns:p14="http://schemas.microsoft.com/office/powerpoint/2010/main" val="214353013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secHead" preserve="1">
  <p:cSld name="4_Section Header">
    <p:bg>
      <p:bgRef idx="1001">
        <a:schemeClr val="bg1"/>
      </p:bgRef>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B420BDE8-6CB3-401F-8D36-EAC76DC4611B}"/>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9"/>
          <a:stretch/>
        </p:blipFill>
        <p:spPr>
          <a:xfrm>
            <a:off x="0" y="0"/>
            <a:ext cx="12192000" cy="6858000"/>
          </a:xfrm>
          <a:prstGeom prst="rect">
            <a:avLst/>
          </a:prstGeom>
        </p:spPr>
      </p:pic>
      <p:sp>
        <p:nvSpPr>
          <p:cNvPr id="2" name="Title 1">
            <a:extLst>
              <a:ext uri="{FF2B5EF4-FFF2-40B4-BE49-F238E27FC236}">
                <a16:creationId xmlns:a16="http://schemas.microsoft.com/office/drawing/2014/main" id="{FA12A0A7-4CF2-4743-858C-719C761D6A76}"/>
              </a:ext>
            </a:extLst>
          </p:cNvPr>
          <p:cNvSpPr>
            <a:spLocks noGrp="1"/>
          </p:cNvSpPr>
          <p:nvPr>
            <p:ph type="title" hasCustomPrompt="1"/>
          </p:nvPr>
        </p:nvSpPr>
        <p:spPr>
          <a:xfrm>
            <a:off x="831850" y="1709738"/>
            <a:ext cx="10515600" cy="2852737"/>
          </a:xfrm>
        </p:spPr>
        <p:txBody>
          <a:bodyPr anchor="b">
            <a:normAutofit/>
          </a:bodyPr>
          <a:lstStyle>
            <a:lvl1pPr>
              <a:defRPr sz="4400">
                <a:solidFill>
                  <a:srgbClr val="F1F1EF"/>
                </a:solidFill>
                <a:latin typeface="Montserrat" pitchFamily="2" charset="77"/>
              </a:defRPr>
            </a:lvl1pPr>
          </a:lstStyle>
          <a:p>
            <a:r>
              <a:rPr lang="en-US"/>
              <a:t>CLICK TO EDIT TITLE</a:t>
            </a:r>
          </a:p>
        </p:txBody>
      </p:sp>
      <p:sp>
        <p:nvSpPr>
          <p:cNvPr id="3" name="Text Placeholder 2">
            <a:extLst>
              <a:ext uri="{FF2B5EF4-FFF2-40B4-BE49-F238E27FC236}">
                <a16:creationId xmlns:a16="http://schemas.microsoft.com/office/drawing/2014/main" id="{94AB00D5-0002-EB43-B596-CD3FCE26D7FF}"/>
              </a:ext>
            </a:extLst>
          </p:cNvPr>
          <p:cNvSpPr>
            <a:spLocks noGrp="1"/>
          </p:cNvSpPr>
          <p:nvPr>
            <p:ph type="body" idx="1" hasCustomPrompt="1"/>
          </p:nvPr>
        </p:nvSpPr>
        <p:spPr>
          <a:xfrm>
            <a:off x="831850" y="4589463"/>
            <a:ext cx="10515600" cy="1500187"/>
          </a:xfrm>
        </p:spPr>
        <p:txBody>
          <a:bodyPr/>
          <a:lstStyle>
            <a:lvl1pPr marL="0" indent="0">
              <a:buNone/>
              <a:defRPr sz="2400">
                <a:solidFill>
                  <a:srgbClr val="F1F1EF"/>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subtitle</a:t>
            </a:r>
          </a:p>
        </p:txBody>
      </p:sp>
      <p:pic>
        <p:nvPicPr>
          <p:cNvPr id="11" name="Picture 10">
            <a:extLst>
              <a:ext uri="{FF2B5EF4-FFF2-40B4-BE49-F238E27FC236}">
                <a16:creationId xmlns:a16="http://schemas.microsoft.com/office/drawing/2014/main" id="{87B315BF-030E-704F-AC88-072335552124}"/>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941667" y="5725249"/>
            <a:ext cx="1042416" cy="937623"/>
          </a:xfrm>
          <a:prstGeom prst="rect">
            <a:avLst/>
          </a:prstGeom>
        </p:spPr>
      </p:pic>
    </p:spTree>
    <p:extLst>
      <p:ext uri="{BB962C8B-B14F-4D97-AF65-F5344CB8AC3E}">
        <p14:creationId xmlns:p14="http://schemas.microsoft.com/office/powerpoint/2010/main" val="2093635428"/>
      </p:ext>
    </p:extLst>
  </p:cSld>
  <p:clrMapOvr>
    <a:overrideClrMapping bg1="lt1" tx1="dk1" bg2="lt2" tx2="dk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6_Title and Content">
    <p:bg>
      <p:bgPr>
        <a:solidFill>
          <a:srgbClr val="F1F1E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E96BAE-F822-E34A-990A-9C2771C072A9}"/>
              </a:ext>
            </a:extLst>
          </p:cNvPr>
          <p:cNvSpPr>
            <a:spLocks noGrp="1"/>
          </p:cNvSpPr>
          <p:nvPr>
            <p:ph type="title" hasCustomPrompt="1"/>
          </p:nvPr>
        </p:nvSpPr>
        <p:spPr/>
        <p:txBody>
          <a:bodyPr>
            <a:normAutofit/>
          </a:bodyPr>
          <a:lstStyle>
            <a:lvl1pPr>
              <a:defRPr sz="4000">
                <a:solidFill>
                  <a:schemeClr val="accent5"/>
                </a:solidFill>
                <a:latin typeface="Montserrat" pitchFamily="2" charset="77"/>
              </a:defRPr>
            </a:lvl1pPr>
          </a:lstStyle>
          <a:p>
            <a:r>
              <a:rPr lang="en-US"/>
              <a:t>CLICK TO EDIT TITLE</a:t>
            </a:r>
          </a:p>
        </p:txBody>
      </p:sp>
      <p:sp>
        <p:nvSpPr>
          <p:cNvPr id="3" name="Content Placeholder 2">
            <a:extLst>
              <a:ext uri="{FF2B5EF4-FFF2-40B4-BE49-F238E27FC236}">
                <a16:creationId xmlns:a16="http://schemas.microsoft.com/office/drawing/2014/main" id="{EDAB2EFE-DD9F-E146-A0F0-1CC9263E135A}"/>
              </a:ext>
            </a:extLst>
          </p:cNvPr>
          <p:cNvSpPr>
            <a:spLocks noGrp="1"/>
          </p:cNvSpPr>
          <p:nvPr>
            <p:ph idx="1" hasCustomPrompt="1"/>
          </p:nvPr>
        </p:nvSpPr>
        <p:spPr/>
        <p:txBody>
          <a:bodyPr/>
          <a:lstStyle>
            <a:lvl1pPr>
              <a:defRPr sz="2400">
                <a:solidFill>
                  <a:schemeClr val="tx2"/>
                </a:solidFill>
                <a:latin typeface="Montserrat Light" panose="00000400000000000000" pitchFamily="50" charset="0"/>
              </a:defRPr>
            </a:lvl1pPr>
            <a:lvl2pPr>
              <a:defRPr sz="2000">
                <a:solidFill>
                  <a:schemeClr val="tx2"/>
                </a:solidFill>
                <a:latin typeface="Montserrat Light" panose="00000400000000000000" pitchFamily="50" charset="0"/>
              </a:defRPr>
            </a:lvl2pPr>
            <a:lvl3pPr>
              <a:defRPr sz="1800">
                <a:solidFill>
                  <a:schemeClr val="tx2"/>
                </a:solidFill>
                <a:latin typeface="Montserrat Light" panose="00000400000000000000" pitchFamily="50" charset="0"/>
              </a:defRPr>
            </a:lvl3pPr>
            <a:lvl4pPr>
              <a:defRPr sz="1600">
                <a:solidFill>
                  <a:schemeClr val="tx2"/>
                </a:solidFill>
                <a:latin typeface="Montserrat Light" panose="00000400000000000000" pitchFamily="50" charset="0"/>
              </a:defRPr>
            </a:lvl4pPr>
            <a:lvl5pPr>
              <a:defRPr sz="1400">
                <a:solidFill>
                  <a:schemeClr val="tx2"/>
                </a:solidFill>
                <a:latin typeface="Montserrat Light" panose="00000400000000000000" pitchFamily="50" charset="0"/>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pic>
        <p:nvPicPr>
          <p:cNvPr id="10" name="Picture 9">
            <a:extLst>
              <a:ext uri="{FF2B5EF4-FFF2-40B4-BE49-F238E27FC236}">
                <a16:creationId xmlns:a16="http://schemas.microsoft.com/office/drawing/2014/main" id="{78863D59-2C71-E346-B7BF-148F5CFFBF5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53799" y="6102302"/>
            <a:ext cx="630283" cy="566921"/>
          </a:xfrm>
          <a:prstGeom prst="rect">
            <a:avLst/>
          </a:prstGeom>
        </p:spPr>
      </p:pic>
      <p:pic>
        <p:nvPicPr>
          <p:cNvPr id="8" name="Picture 7">
            <a:extLst>
              <a:ext uri="{FF2B5EF4-FFF2-40B4-BE49-F238E27FC236}">
                <a16:creationId xmlns:a16="http://schemas.microsoft.com/office/drawing/2014/main" id="{08B74E88-0B36-4A17-9A90-D29144C74489}"/>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0"/>
            <a:ext cx="404949" cy="6858000"/>
          </a:xfrm>
          <a:prstGeom prst="rect">
            <a:avLst/>
          </a:prstGeom>
        </p:spPr>
      </p:pic>
    </p:spTree>
    <p:extLst>
      <p:ext uri="{BB962C8B-B14F-4D97-AF65-F5344CB8AC3E}">
        <p14:creationId xmlns:p14="http://schemas.microsoft.com/office/powerpoint/2010/main" val="388544935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5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E54D9B-8987-0D4C-A48D-AC224E43243C}"/>
              </a:ext>
            </a:extLst>
          </p:cNvPr>
          <p:cNvSpPr>
            <a:spLocks noGrp="1"/>
          </p:cNvSpPr>
          <p:nvPr>
            <p:ph type="title" hasCustomPrompt="1"/>
          </p:nvPr>
        </p:nvSpPr>
        <p:spPr/>
        <p:txBody>
          <a:bodyPr>
            <a:normAutofit/>
          </a:bodyPr>
          <a:lstStyle>
            <a:lvl1pPr>
              <a:defRPr sz="4000">
                <a:solidFill>
                  <a:schemeClr val="accent5"/>
                </a:solidFill>
                <a:latin typeface="Montserrat" pitchFamily="2" charset="77"/>
              </a:defRPr>
            </a:lvl1pPr>
          </a:lstStyle>
          <a:p>
            <a:r>
              <a:rPr lang="en-US"/>
              <a:t>CLICK TO EDIT TITLE STYL</a:t>
            </a:r>
          </a:p>
        </p:txBody>
      </p:sp>
      <p:sp>
        <p:nvSpPr>
          <p:cNvPr id="3" name="Content Placeholder 2">
            <a:extLst>
              <a:ext uri="{FF2B5EF4-FFF2-40B4-BE49-F238E27FC236}">
                <a16:creationId xmlns:a16="http://schemas.microsoft.com/office/drawing/2014/main" id="{F830977D-D50B-F34A-A72B-3B2E6C9B12F6}"/>
              </a:ext>
            </a:extLst>
          </p:cNvPr>
          <p:cNvSpPr>
            <a:spLocks noGrp="1"/>
          </p:cNvSpPr>
          <p:nvPr>
            <p:ph sz="half" idx="1" hasCustomPrompt="1"/>
          </p:nvPr>
        </p:nvSpPr>
        <p:spPr>
          <a:xfrm>
            <a:off x="838200" y="1825625"/>
            <a:ext cx="5181600" cy="4351338"/>
          </a:xfrm>
        </p:spPr>
        <p:txBody>
          <a:bodyPr>
            <a:normAutofit/>
          </a:bodyPr>
          <a:lstStyle>
            <a:lvl1pPr>
              <a:defRPr sz="2400">
                <a:solidFill>
                  <a:schemeClr val="tx2"/>
                </a:solidFill>
                <a:latin typeface="Montserrat Light" panose="00000400000000000000" pitchFamily="50" charset="0"/>
              </a:defRPr>
            </a:lvl1pPr>
            <a:lvl2pPr>
              <a:defRPr sz="2000">
                <a:solidFill>
                  <a:schemeClr val="tx2"/>
                </a:solidFill>
                <a:latin typeface="Montserrat Light" panose="00000400000000000000" pitchFamily="50" charset="0"/>
              </a:defRPr>
            </a:lvl2pPr>
            <a:lvl3pPr>
              <a:defRPr sz="1800">
                <a:solidFill>
                  <a:schemeClr val="tx2"/>
                </a:solidFill>
                <a:latin typeface="Montserrat Light" panose="00000400000000000000" pitchFamily="50" charset="0"/>
              </a:defRPr>
            </a:lvl3pPr>
            <a:lvl4pPr>
              <a:defRPr sz="1600">
                <a:solidFill>
                  <a:schemeClr val="tx2"/>
                </a:solidFill>
                <a:latin typeface="Montserrat Light" panose="00000400000000000000" pitchFamily="50" charset="0"/>
              </a:defRPr>
            </a:lvl4pPr>
            <a:lvl5pPr>
              <a:defRPr sz="1400">
                <a:solidFill>
                  <a:schemeClr val="tx2"/>
                </a:solidFill>
                <a:latin typeface="Montserrat Light" panose="00000400000000000000" pitchFamily="50" charset="0"/>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66A8F47-B8E2-2147-BF7A-36D46A6796E7}"/>
              </a:ext>
            </a:extLst>
          </p:cNvPr>
          <p:cNvSpPr>
            <a:spLocks noGrp="1"/>
          </p:cNvSpPr>
          <p:nvPr>
            <p:ph sz="half" idx="2" hasCustomPrompt="1"/>
          </p:nvPr>
        </p:nvSpPr>
        <p:spPr>
          <a:xfrm>
            <a:off x="6172200" y="1825625"/>
            <a:ext cx="5181600" cy="4351338"/>
          </a:xfrm>
        </p:spPr>
        <p:txBody>
          <a:bodyPr>
            <a:normAutofit/>
          </a:bodyPr>
          <a:lstStyle>
            <a:lvl1pPr>
              <a:defRPr sz="2400">
                <a:solidFill>
                  <a:schemeClr val="tx2"/>
                </a:solidFill>
                <a:latin typeface="Montserrat Light" panose="00000400000000000000" pitchFamily="50" charset="0"/>
              </a:defRPr>
            </a:lvl1pPr>
            <a:lvl2pPr>
              <a:defRPr sz="2000">
                <a:solidFill>
                  <a:schemeClr val="tx2"/>
                </a:solidFill>
                <a:latin typeface="Montserrat Light" panose="00000400000000000000" pitchFamily="50" charset="0"/>
              </a:defRPr>
            </a:lvl2pPr>
            <a:lvl3pPr>
              <a:defRPr sz="1800">
                <a:solidFill>
                  <a:schemeClr val="tx2"/>
                </a:solidFill>
                <a:latin typeface="Montserrat Light" panose="00000400000000000000" pitchFamily="50" charset="0"/>
              </a:defRPr>
            </a:lvl3pPr>
            <a:lvl4pPr>
              <a:defRPr sz="1600">
                <a:solidFill>
                  <a:schemeClr val="tx2"/>
                </a:solidFill>
                <a:latin typeface="Montserrat Light" panose="00000400000000000000" pitchFamily="50" charset="0"/>
              </a:defRPr>
            </a:lvl4pPr>
            <a:lvl5pPr>
              <a:defRPr sz="1400">
                <a:solidFill>
                  <a:schemeClr val="tx2"/>
                </a:solidFill>
                <a:latin typeface="Montserrat Light" panose="00000400000000000000" pitchFamily="50" charset="0"/>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pic>
        <p:nvPicPr>
          <p:cNvPr id="11" name="Picture 10">
            <a:extLst>
              <a:ext uri="{FF2B5EF4-FFF2-40B4-BE49-F238E27FC236}">
                <a16:creationId xmlns:a16="http://schemas.microsoft.com/office/drawing/2014/main" id="{86A77431-0588-914D-A216-28EC5A9A8A8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53799" y="6102302"/>
            <a:ext cx="630283" cy="566921"/>
          </a:xfrm>
          <a:prstGeom prst="rect">
            <a:avLst/>
          </a:prstGeom>
        </p:spPr>
      </p:pic>
      <p:pic>
        <p:nvPicPr>
          <p:cNvPr id="9" name="Picture 8">
            <a:extLst>
              <a:ext uri="{FF2B5EF4-FFF2-40B4-BE49-F238E27FC236}">
                <a16:creationId xmlns:a16="http://schemas.microsoft.com/office/drawing/2014/main" id="{09DFBAC1-3D12-4950-9CBE-E9A065B6A8BC}"/>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0"/>
            <a:ext cx="404949" cy="6858000"/>
          </a:xfrm>
          <a:prstGeom prst="rect">
            <a:avLst/>
          </a:prstGeom>
        </p:spPr>
      </p:pic>
    </p:spTree>
    <p:extLst>
      <p:ext uri="{BB962C8B-B14F-4D97-AF65-F5344CB8AC3E}">
        <p14:creationId xmlns:p14="http://schemas.microsoft.com/office/powerpoint/2010/main" val="79804814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5_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320160-DB07-FA41-A195-10DBA0F84C6A}"/>
              </a:ext>
            </a:extLst>
          </p:cNvPr>
          <p:cNvSpPr>
            <a:spLocks noGrp="1"/>
          </p:cNvSpPr>
          <p:nvPr>
            <p:ph type="title" hasCustomPrompt="1"/>
          </p:nvPr>
        </p:nvSpPr>
        <p:spPr>
          <a:xfrm>
            <a:off x="839788" y="365125"/>
            <a:ext cx="10515600" cy="1325563"/>
          </a:xfrm>
        </p:spPr>
        <p:txBody>
          <a:bodyPr>
            <a:normAutofit/>
          </a:bodyPr>
          <a:lstStyle>
            <a:lvl1pPr>
              <a:defRPr sz="4000">
                <a:solidFill>
                  <a:schemeClr val="accent5"/>
                </a:solidFill>
                <a:latin typeface="Montserrat" pitchFamily="2" charset="77"/>
              </a:defRPr>
            </a:lvl1pPr>
          </a:lstStyle>
          <a:p>
            <a:r>
              <a:rPr lang="en-US"/>
              <a:t>CLICK TO EDIT TITLE</a:t>
            </a:r>
          </a:p>
        </p:txBody>
      </p:sp>
      <p:sp>
        <p:nvSpPr>
          <p:cNvPr id="3" name="Text Placeholder 2">
            <a:extLst>
              <a:ext uri="{FF2B5EF4-FFF2-40B4-BE49-F238E27FC236}">
                <a16:creationId xmlns:a16="http://schemas.microsoft.com/office/drawing/2014/main" id="{E8265D98-7F86-E241-96F3-5AE4DBD2D062}"/>
              </a:ext>
            </a:extLst>
          </p:cNvPr>
          <p:cNvSpPr>
            <a:spLocks noGrp="1"/>
          </p:cNvSpPr>
          <p:nvPr>
            <p:ph type="body" idx="1" hasCustomPrompt="1"/>
          </p:nvPr>
        </p:nvSpPr>
        <p:spPr>
          <a:xfrm>
            <a:off x="839788" y="1681163"/>
            <a:ext cx="5157787" cy="823912"/>
          </a:xfrm>
        </p:spPr>
        <p:txBody>
          <a:bodyPr anchor="b">
            <a:normAutofit/>
          </a:bodyPr>
          <a:lstStyle>
            <a:lvl1pPr marL="0" indent="0">
              <a:buNone/>
              <a:defRPr sz="2800" b="1">
                <a:solidFill>
                  <a:schemeClr val="tx2"/>
                </a:solidFill>
                <a:latin typeface="Montserrat"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text</a:t>
            </a:r>
          </a:p>
        </p:txBody>
      </p:sp>
      <p:sp>
        <p:nvSpPr>
          <p:cNvPr id="4" name="Content Placeholder 3">
            <a:extLst>
              <a:ext uri="{FF2B5EF4-FFF2-40B4-BE49-F238E27FC236}">
                <a16:creationId xmlns:a16="http://schemas.microsoft.com/office/drawing/2014/main" id="{57326700-521D-4B43-A2D4-FACEAE7B527F}"/>
              </a:ext>
            </a:extLst>
          </p:cNvPr>
          <p:cNvSpPr>
            <a:spLocks noGrp="1"/>
          </p:cNvSpPr>
          <p:nvPr>
            <p:ph sz="half" idx="2" hasCustomPrompt="1"/>
          </p:nvPr>
        </p:nvSpPr>
        <p:spPr>
          <a:xfrm>
            <a:off x="839788" y="2505075"/>
            <a:ext cx="5157787" cy="3684588"/>
          </a:xfrm>
        </p:spPr>
        <p:txBody>
          <a:bodyPr/>
          <a:lstStyle>
            <a:lvl1pPr>
              <a:defRPr sz="2400">
                <a:solidFill>
                  <a:schemeClr val="tx2"/>
                </a:solidFill>
                <a:latin typeface="Montserrat Light" panose="00000400000000000000" pitchFamily="50" charset="0"/>
              </a:defRPr>
            </a:lvl1pPr>
            <a:lvl2pPr>
              <a:defRPr sz="2000">
                <a:solidFill>
                  <a:schemeClr val="tx2"/>
                </a:solidFill>
                <a:latin typeface="Montserrat Light" panose="00000400000000000000" pitchFamily="50" charset="0"/>
              </a:defRPr>
            </a:lvl2pPr>
            <a:lvl3pPr>
              <a:defRPr sz="1800">
                <a:solidFill>
                  <a:schemeClr val="tx2"/>
                </a:solidFill>
                <a:latin typeface="Montserrat Light" panose="00000400000000000000" pitchFamily="50" charset="0"/>
              </a:defRPr>
            </a:lvl3pPr>
            <a:lvl4pPr>
              <a:defRPr sz="1600">
                <a:solidFill>
                  <a:schemeClr val="tx2"/>
                </a:solidFill>
                <a:latin typeface="Montserrat Light" panose="00000400000000000000" pitchFamily="50" charset="0"/>
              </a:defRPr>
            </a:lvl4pPr>
            <a:lvl5pPr>
              <a:defRPr sz="1400">
                <a:solidFill>
                  <a:schemeClr val="tx2"/>
                </a:solidFill>
                <a:latin typeface="Montserrat Light" panose="00000400000000000000" pitchFamily="50" charset="0"/>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FE9CCF1-FBF1-9743-BC0F-7FF24538351E}"/>
              </a:ext>
            </a:extLst>
          </p:cNvPr>
          <p:cNvSpPr>
            <a:spLocks noGrp="1"/>
          </p:cNvSpPr>
          <p:nvPr>
            <p:ph type="body" sz="quarter" idx="3" hasCustomPrompt="1"/>
          </p:nvPr>
        </p:nvSpPr>
        <p:spPr>
          <a:xfrm>
            <a:off x="6172200" y="1681163"/>
            <a:ext cx="5183188" cy="823912"/>
          </a:xfrm>
        </p:spPr>
        <p:txBody>
          <a:bodyPr anchor="b">
            <a:normAutofit/>
          </a:bodyPr>
          <a:lstStyle>
            <a:lvl1pPr marL="0" indent="0">
              <a:buNone/>
              <a:defRPr sz="2800" b="1">
                <a:solidFill>
                  <a:schemeClr val="tx2"/>
                </a:solidFill>
                <a:latin typeface="+mn-lt"/>
                <a:ea typeface="Microsoft Yi Baiti" panose="03000500000000000000" pitchFamily="66"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text</a:t>
            </a:r>
          </a:p>
        </p:txBody>
      </p:sp>
      <p:sp>
        <p:nvSpPr>
          <p:cNvPr id="6" name="Content Placeholder 5">
            <a:extLst>
              <a:ext uri="{FF2B5EF4-FFF2-40B4-BE49-F238E27FC236}">
                <a16:creationId xmlns:a16="http://schemas.microsoft.com/office/drawing/2014/main" id="{73BE9C37-AAE6-9046-8B66-3BF2E4EFD234}"/>
              </a:ext>
            </a:extLst>
          </p:cNvPr>
          <p:cNvSpPr>
            <a:spLocks noGrp="1"/>
          </p:cNvSpPr>
          <p:nvPr>
            <p:ph sz="quarter" idx="4" hasCustomPrompt="1"/>
          </p:nvPr>
        </p:nvSpPr>
        <p:spPr>
          <a:xfrm>
            <a:off x="6172200" y="2505075"/>
            <a:ext cx="5183188" cy="3684588"/>
          </a:xfrm>
        </p:spPr>
        <p:txBody>
          <a:bodyPr/>
          <a:lstStyle>
            <a:lvl1pPr>
              <a:defRPr sz="2400">
                <a:solidFill>
                  <a:schemeClr val="tx2"/>
                </a:solidFill>
                <a:latin typeface="Montserrat Light" panose="00000400000000000000" pitchFamily="50" charset="0"/>
              </a:defRPr>
            </a:lvl1pPr>
            <a:lvl2pPr>
              <a:defRPr sz="2000">
                <a:solidFill>
                  <a:schemeClr val="tx2"/>
                </a:solidFill>
                <a:latin typeface="Montserrat Light" panose="00000400000000000000" pitchFamily="50" charset="0"/>
              </a:defRPr>
            </a:lvl2pPr>
            <a:lvl3pPr>
              <a:defRPr sz="1800">
                <a:solidFill>
                  <a:schemeClr val="tx2"/>
                </a:solidFill>
                <a:latin typeface="Montserrat Light" panose="00000400000000000000" pitchFamily="50" charset="0"/>
              </a:defRPr>
            </a:lvl3pPr>
            <a:lvl4pPr>
              <a:defRPr sz="1600">
                <a:solidFill>
                  <a:schemeClr val="tx2"/>
                </a:solidFill>
                <a:latin typeface="Montserrat Light" panose="00000400000000000000" pitchFamily="50" charset="0"/>
              </a:defRPr>
            </a:lvl4pPr>
            <a:lvl5pPr>
              <a:defRPr sz="1400">
                <a:solidFill>
                  <a:schemeClr val="tx2"/>
                </a:solidFill>
                <a:latin typeface="Montserrat Light" panose="00000400000000000000" pitchFamily="50" charset="0"/>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pic>
        <p:nvPicPr>
          <p:cNvPr id="13" name="Picture 12">
            <a:extLst>
              <a:ext uri="{FF2B5EF4-FFF2-40B4-BE49-F238E27FC236}">
                <a16:creationId xmlns:a16="http://schemas.microsoft.com/office/drawing/2014/main" id="{AE6E0398-11EA-CA4E-8CEF-209FB0E571C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53799" y="6102302"/>
            <a:ext cx="630283" cy="566921"/>
          </a:xfrm>
          <a:prstGeom prst="rect">
            <a:avLst/>
          </a:prstGeom>
        </p:spPr>
      </p:pic>
      <p:pic>
        <p:nvPicPr>
          <p:cNvPr id="11" name="Picture 10">
            <a:extLst>
              <a:ext uri="{FF2B5EF4-FFF2-40B4-BE49-F238E27FC236}">
                <a16:creationId xmlns:a16="http://schemas.microsoft.com/office/drawing/2014/main" id="{DADC9663-1EB7-4CD1-ACB9-431A1CACB502}"/>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0"/>
            <a:ext cx="404949" cy="6858000"/>
          </a:xfrm>
          <a:prstGeom prst="rect">
            <a:avLst/>
          </a:prstGeom>
        </p:spPr>
      </p:pic>
    </p:spTree>
    <p:extLst>
      <p:ext uri="{BB962C8B-B14F-4D97-AF65-F5344CB8AC3E}">
        <p14:creationId xmlns:p14="http://schemas.microsoft.com/office/powerpoint/2010/main" val="293429136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5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228945-86BB-2F46-A588-79A48E6F3851}"/>
              </a:ext>
            </a:extLst>
          </p:cNvPr>
          <p:cNvSpPr>
            <a:spLocks noGrp="1"/>
          </p:cNvSpPr>
          <p:nvPr>
            <p:ph type="title" hasCustomPrompt="1"/>
          </p:nvPr>
        </p:nvSpPr>
        <p:spPr/>
        <p:txBody>
          <a:bodyPr>
            <a:normAutofit/>
          </a:bodyPr>
          <a:lstStyle>
            <a:lvl1pPr>
              <a:defRPr sz="4000">
                <a:solidFill>
                  <a:schemeClr val="accent5"/>
                </a:solidFill>
                <a:latin typeface="Montserrat" pitchFamily="2" charset="77"/>
              </a:defRPr>
            </a:lvl1pPr>
          </a:lstStyle>
          <a:p>
            <a:r>
              <a:rPr lang="en-US"/>
              <a:t>CLICK TO EDIT TITLE</a:t>
            </a:r>
          </a:p>
        </p:txBody>
      </p:sp>
      <p:pic>
        <p:nvPicPr>
          <p:cNvPr id="9" name="Picture 8">
            <a:extLst>
              <a:ext uri="{FF2B5EF4-FFF2-40B4-BE49-F238E27FC236}">
                <a16:creationId xmlns:a16="http://schemas.microsoft.com/office/drawing/2014/main" id="{9060FD44-8B57-FE4C-BDC8-651AF654EA2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53799" y="6102302"/>
            <a:ext cx="630283" cy="566921"/>
          </a:xfrm>
          <a:prstGeom prst="rect">
            <a:avLst/>
          </a:prstGeom>
        </p:spPr>
      </p:pic>
      <p:pic>
        <p:nvPicPr>
          <p:cNvPr id="7" name="Picture 6">
            <a:extLst>
              <a:ext uri="{FF2B5EF4-FFF2-40B4-BE49-F238E27FC236}">
                <a16:creationId xmlns:a16="http://schemas.microsoft.com/office/drawing/2014/main" id="{0E02F558-11B0-49D6-8CCB-433CE1FE2212}"/>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0"/>
            <a:ext cx="404949" cy="6858000"/>
          </a:xfrm>
          <a:prstGeom prst="rect">
            <a:avLst/>
          </a:prstGeom>
        </p:spPr>
      </p:pic>
    </p:spTree>
    <p:extLst>
      <p:ext uri="{BB962C8B-B14F-4D97-AF65-F5344CB8AC3E}">
        <p14:creationId xmlns:p14="http://schemas.microsoft.com/office/powerpoint/2010/main" val="1342666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6_Blank">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3BD2D64C-6261-9846-B401-C0516D62E23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53799" y="6102302"/>
            <a:ext cx="630283" cy="566921"/>
          </a:xfrm>
          <a:prstGeom prst="rect">
            <a:avLst/>
          </a:prstGeom>
        </p:spPr>
      </p:pic>
      <p:pic>
        <p:nvPicPr>
          <p:cNvPr id="6" name="Picture 5">
            <a:extLst>
              <a:ext uri="{FF2B5EF4-FFF2-40B4-BE49-F238E27FC236}">
                <a16:creationId xmlns:a16="http://schemas.microsoft.com/office/drawing/2014/main" id="{5FC41D73-BF31-4E57-8E02-74FC6656423F}"/>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0"/>
            <a:ext cx="404949" cy="6858000"/>
          </a:xfrm>
          <a:prstGeom prst="rect">
            <a:avLst/>
          </a:prstGeom>
        </p:spPr>
      </p:pic>
    </p:spTree>
    <p:extLst>
      <p:ext uri="{BB962C8B-B14F-4D97-AF65-F5344CB8AC3E}">
        <p14:creationId xmlns:p14="http://schemas.microsoft.com/office/powerpoint/2010/main" val="397746211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5_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94708B-F85D-B244-B76D-7665363E927C}"/>
              </a:ext>
            </a:extLst>
          </p:cNvPr>
          <p:cNvSpPr>
            <a:spLocks noGrp="1"/>
          </p:cNvSpPr>
          <p:nvPr>
            <p:ph type="title" hasCustomPrompt="1"/>
          </p:nvPr>
        </p:nvSpPr>
        <p:spPr>
          <a:xfrm>
            <a:off x="839788" y="457200"/>
            <a:ext cx="3932237" cy="1600200"/>
          </a:xfrm>
        </p:spPr>
        <p:txBody>
          <a:bodyPr anchor="b">
            <a:normAutofit/>
          </a:bodyPr>
          <a:lstStyle>
            <a:lvl1pPr>
              <a:defRPr sz="3200">
                <a:solidFill>
                  <a:schemeClr val="accent5"/>
                </a:solidFill>
                <a:latin typeface="Montserrat" pitchFamily="2" charset="77"/>
              </a:defRPr>
            </a:lvl1pPr>
          </a:lstStyle>
          <a:p>
            <a:r>
              <a:rPr lang="en-US"/>
              <a:t>CLICK TO EDIT TITLE</a:t>
            </a:r>
          </a:p>
        </p:txBody>
      </p:sp>
      <p:sp>
        <p:nvSpPr>
          <p:cNvPr id="3" name="Content Placeholder 2">
            <a:extLst>
              <a:ext uri="{FF2B5EF4-FFF2-40B4-BE49-F238E27FC236}">
                <a16:creationId xmlns:a16="http://schemas.microsoft.com/office/drawing/2014/main" id="{74699D82-DB1D-334C-9D0C-24A2DAEF50D0}"/>
              </a:ext>
            </a:extLst>
          </p:cNvPr>
          <p:cNvSpPr>
            <a:spLocks noGrp="1"/>
          </p:cNvSpPr>
          <p:nvPr>
            <p:ph idx="1" hasCustomPrompt="1"/>
          </p:nvPr>
        </p:nvSpPr>
        <p:spPr>
          <a:xfrm>
            <a:off x="5183188" y="987425"/>
            <a:ext cx="6172200" cy="4873625"/>
          </a:xfrm>
        </p:spPr>
        <p:txBody>
          <a:bodyPr>
            <a:normAutofit/>
          </a:bodyPr>
          <a:lstStyle>
            <a:lvl1pPr>
              <a:defRPr sz="2400">
                <a:solidFill>
                  <a:schemeClr val="tx2"/>
                </a:solidFill>
                <a:latin typeface="Montserrat Light" panose="00000400000000000000" pitchFamily="50" charset="0"/>
              </a:defRPr>
            </a:lvl1pPr>
            <a:lvl2pPr>
              <a:defRPr sz="2000">
                <a:solidFill>
                  <a:schemeClr val="tx2"/>
                </a:solidFill>
                <a:latin typeface="Montserrat Light" panose="00000400000000000000" pitchFamily="50" charset="0"/>
              </a:defRPr>
            </a:lvl2pPr>
            <a:lvl3pPr>
              <a:defRPr sz="1800">
                <a:solidFill>
                  <a:schemeClr val="tx2"/>
                </a:solidFill>
                <a:latin typeface="Montserrat Light" panose="00000400000000000000" pitchFamily="50" charset="0"/>
              </a:defRPr>
            </a:lvl3pPr>
            <a:lvl4pPr>
              <a:defRPr sz="1600">
                <a:solidFill>
                  <a:schemeClr val="tx2"/>
                </a:solidFill>
                <a:latin typeface="Montserrat Light" panose="00000400000000000000" pitchFamily="50" charset="0"/>
              </a:defRPr>
            </a:lvl4pPr>
            <a:lvl5pPr>
              <a:defRPr sz="1400">
                <a:solidFill>
                  <a:schemeClr val="tx2"/>
                </a:solidFill>
                <a:latin typeface="Montserrat Light" panose="00000400000000000000" pitchFamily="50" charset="0"/>
              </a:defRPr>
            </a:lvl5pPr>
            <a:lvl6pPr>
              <a:defRPr sz="2000"/>
            </a:lvl6pPr>
            <a:lvl7pPr>
              <a:defRPr sz="2000"/>
            </a:lvl7pPr>
            <a:lvl8pPr>
              <a:defRPr sz="2000"/>
            </a:lvl8pPr>
            <a:lvl9pPr>
              <a:defRPr sz="2000"/>
            </a:lvl9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48442DC-2A24-1246-A016-34C036D5BDBB}"/>
              </a:ext>
            </a:extLst>
          </p:cNvPr>
          <p:cNvSpPr>
            <a:spLocks noGrp="1"/>
          </p:cNvSpPr>
          <p:nvPr>
            <p:ph type="body" sz="half" idx="2" hasCustomPrompt="1"/>
          </p:nvPr>
        </p:nvSpPr>
        <p:spPr>
          <a:xfrm>
            <a:off x="839788" y="2057400"/>
            <a:ext cx="3932237" cy="3811588"/>
          </a:xfrm>
        </p:spPr>
        <p:txBody>
          <a:bodyPr>
            <a:normAutofit/>
          </a:bodyPr>
          <a:lstStyle>
            <a:lvl1pPr marL="0" indent="0">
              <a:buNone/>
              <a:defRPr sz="1800">
                <a:solidFill>
                  <a:schemeClr val="tx2"/>
                </a:solidFill>
                <a:latin typeface="Montserrat Light" panose="00000400000000000000" pitchFamily="50"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text</a:t>
            </a:r>
          </a:p>
        </p:txBody>
      </p:sp>
      <p:pic>
        <p:nvPicPr>
          <p:cNvPr id="11" name="Picture 10">
            <a:extLst>
              <a:ext uri="{FF2B5EF4-FFF2-40B4-BE49-F238E27FC236}">
                <a16:creationId xmlns:a16="http://schemas.microsoft.com/office/drawing/2014/main" id="{A6D398F6-9B1E-B840-AD2C-7C078BE8EBA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53799" y="6102302"/>
            <a:ext cx="630283" cy="566921"/>
          </a:xfrm>
          <a:prstGeom prst="rect">
            <a:avLst/>
          </a:prstGeom>
        </p:spPr>
      </p:pic>
      <p:pic>
        <p:nvPicPr>
          <p:cNvPr id="9" name="Picture 8">
            <a:extLst>
              <a:ext uri="{FF2B5EF4-FFF2-40B4-BE49-F238E27FC236}">
                <a16:creationId xmlns:a16="http://schemas.microsoft.com/office/drawing/2014/main" id="{1E65B845-F406-4ED7-A22F-31C6A1D4F6E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0"/>
            <a:ext cx="404949" cy="6858000"/>
          </a:xfrm>
          <a:prstGeom prst="rect">
            <a:avLst/>
          </a:prstGeom>
        </p:spPr>
      </p:pic>
    </p:spTree>
    <p:extLst>
      <p:ext uri="{BB962C8B-B14F-4D97-AF65-F5344CB8AC3E}">
        <p14:creationId xmlns:p14="http://schemas.microsoft.com/office/powerpoint/2010/main" val="4102221288"/>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5_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04FBA5-6B4E-EC4E-A1BD-ADC2BADFF96B}"/>
              </a:ext>
            </a:extLst>
          </p:cNvPr>
          <p:cNvSpPr>
            <a:spLocks noGrp="1"/>
          </p:cNvSpPr>
          <p:nvPr>
            <p:ph type="title" hasCustomPrompt="1"/>
          </p:nvPr>
        </p:nvSpPr>
        <p:spPr>
          <a:xfrm>
            <a:off x="839788" y="457200"/>
            <a:ext cx="3932237" cy="1600200"/>
          </a:xfrm>
        </p:spPr>
        <p:txBody>
          <a:bodyPr anchor="b">
            <a:normAutofit/>
          </a:bodyPr>
          <a:lstStyle>
            <a:lvl1pPr>
              <a:defRPr sz="3200">
                <a:solidFill>
                  <a:schemeClr val="accent5"/>
                </a:solidFill>
                <a:latin typeface="Montserrat" pitchFamily="2" charset="77"/>
              </a:defRPr>
            </a:lvl1pPr>
          </a:lstStyle>
          <a:p>
            <a:r>
              <a:rPr lang="en-US"/>
              <a:t>CLICK TO EDIT TITLE</a:t>
            </a:r>
          </a:p>
        </p:txBody>
      </p:sp>
      <p:sp>
        <p:nvSpPr>
          <p:cNvPr id="3" name="Picture Placeholder 2">
            <a:extLst>
              <a:ext uri="{FF2B5EF4-FFF2-40B4-BE49-F238E27FC236}">
                <a16:creationId xmlns:a16="http://schemas.microsoft.com/office/drawing/2014/main" id="{13C65746-ACAD-4648-A241-DBEAE0D92059}"/>
              </a:ext>
            </a:extLst>
          </p:cNvPr>
          <p:cNvSpPr>
            <a:spLocks noGrp="1"/>
          </p:cNvSpPr>
          <p:nvPr>
            <p:ph type="pic" idx="1"/>
          </p:nvPr>
        </p:nvSpPr>
        <p:spPr>
          <a:xfrm>
            <a:off x="5183188" y="987425"/>
            <a:ext cx="6172200" cy="4873625"/>
          </a:xfrm>
        </p:spPr>
        <p:txBody>
          <a:bodyPr/>
          <a:lstStyle>
            <a:lvl1pPr marL="0" indent="0">
              <a:buNone/>
              <a:defRPr sz="3200">
                <a:solidFill>
                  <a:schemeClr val="tx2"/>
                </a:solidFill>
                <a:latin typeface="Montserrat Light" panose="00000400000000000000" pitchFamily="50"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9D49BA78-2353-F449-809F-A41F92D937CE}"/>
              </a:ext>
            </a:extLst>
          </p:cNvPr>
          <p:cNvSpPr>
            <a:spLocks noGrp="1"/>
          </p:cNvSpPr>
          <p:nvPr>
            <p:ph type="body" sz="half" idx="2" hasCustomPrompt="1"/>
          </p:nvPr>
        </p:nvSpPr>
        <p:spPr>
          <a:xfrm>
            <a:off x="839788" y="2057400"/>
            <a:ext cx="3932237" cy="3811588"/>
          </a:xfrm>
        </p:spPr>
        <p:txBody>
          <a:bodyPr>
            <a:normAutofit/>
          </a:bodyPr>
          <a:lstStyle>
            <a:lvl1pPr marL="0" indent="0">
              <a:buNone/>
              <a:defRPr sz="1800">
                <a:solidFill>
                  <a:schemeClr val="tx2"/>
                </a:solidFill>
                <a:latin typeface="Montserrat Light" panose="00000400000000000000" pitchFamily="50"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text</a:t>
            </a:r>
          </a:p>
        </p:txBody>
      </p:sp>
      <p:pic>
        <p:nvPicPr>
          <p:cNvPr id="11" name="Picture 10">
            <a:extLst>
              <a:ext uri="{FF2B5EF4-FFF2-40B4-BE49-F238E27FC236}">
                <a16:creationId xmlns:a16="http://schemas.microsoft.com/office/drawing/2014/main" id="{0F22FF10-724D-9941-B9E8-CE4BD3CA01BA}"/>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53799" y="6102302"/>
            <a:ext cx="630283" cy="566921"/>
          </a:xfrm>
          <a:prstGeom prst="rect">
            <a:avLst/>
          </a:prstGeom>
        </p:spPr>
      </p:pic>
      <p:pic>
        <p:nvPicPr>
          <p:cNvPr id="9" name="Picture 8">
            <a:extLst>
              <a:ext uri="{FF2B5EF4-FFF2-40B4-BE49-F238E27FC236}">
                <a16:creationId xmlns:a16="http://schemas.microsoft.com/office/drawing/2014/main" id="{41EB3FB1-6626-42CB-B348-0B37C08FFEE3}"/>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0"/>
            <a:ext cx="404949" cy="6858000"/>
          </a:xfrm>
          <a:prstGeom prst="rect">
            <a:avLst/>
          </a:prstGeom>
        </p:spPr>
      </p:pic>
    </p:spTree>
    <p:extLst>
      <p:ext uri="{BB962C8B-B14F-4D97-AF65-F5344CB8AC3E}">
        <p14:creationId xmlns:p14="http://schemas.microsoft.com/office/powerpoint/2010/main" val="208691422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secHead" preserve="1">
  <p:cSld name="3_Section Header">
    <p:bg>
      <p:bgRef idx="1001">
        <a:schemeClr val="bg1"/>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E668AB0-1044-4B14-AED5-4E36C7AA96E6}"/>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r="-501"/>
          <a:stretch/>
        </p:blipFill>
        <p:spPr>
          <a:xfrm>
            <a:off x="0" y="0"/>
            <a:ext cx="12252960" cy="6858000"/>
          </a:xfrm>
          <a:prstGeom prst="rect">
            <a:avLst/>
          </a:prstGeom>
        </p:spPr>
      </p:pic>
      <p:sp>
        <p:nvSpPr>
          <p:cNvPr id="2" name="Title 1">
            <a:extLst>
              <a:ext uri="{FF2B5EF4-FFF2-40B4-BE49-F238E27FC236}">
                <a16:creationId xmlns:a16="http://schemas.microsoft.com/office/drawing/2014/main" id="{FA12A0A7-4CF2-4743-858C-719C761D6A76}"/>
              </a:ext>
            </a:extLst>
          </p:cNvPr>
          <p:cNvSpPr>
            <a:spLocks noGrp="1"/>
          </p:cNvSpPr>
          <p:nvPr>
            <p:ph type="title" hasCustomPrompt="1"/>
          </p:nvPr>
        </p:nvSpPr>
        <p:spPr>
          <a:xfrm>
            <a:off x="831850" y="1709738"/>
            <a:ext cx="10515600" cy="2852737"/>
          </a:xfrm>
        </p:spPr>
        <p:txBody>
          <a:bodyPr anchor="b">
            <a:normAutofit/>
          </a:bodyPr>
          <a:lstStyle>
            <a:lvl1pPr>
              <a:defRPr sz="4400">
                <a:solidFill>
                  <a:srgbClr val="F1F1EF"/>
                </a:solidFill>
                <a:latin typeface="Montserrat" pitchFamily="2" charset="77"/>
              </a:defRPr>
            </a:lvl1pPr>
          </a:lstStyle>
          <a:p>
            <a:r>
              <a:rPr lang="en-US"/>
              <a:t>CLICK TO EDIT TITLE</a:t>
            </a:r>
          </a:p>
        </p:txBody>
      </p:sp>
      <p:sp>
        <p:nvSpPr>
          <p:cNvPr id="3" name="Text Placeholder 2">
            <a:extLst>
              <a:ext uri="{FF2B5EF4-FFF2-40B4-BE49-F238E27FC236}">
                <a16:creationId xmlns:a16="http://schemas.microsoft.com/office/drawing/2014/main" id="{94AB00D5-0002-EB43-B596-CD3FCE26D7FF}"/>
              </a:ext>
            </a:extLst>
          </p:cNvPr>
          <p:cNvSpPr>
            <a:spLocks noGrp="1"/>
          </p:cNvSpPr>
          <p:nvPr>
            <p:ph type="body" idx="1" hasCustomPrompt="1"/>
          </p:nvPr>
        </p:nvSpPr>
        <p:spPr>
          <a:xfrm>
            <a:off x="831850" y="4589463"/>
            <a:ext cx="10515600" cy="1500187"/>
          </a:xfrm>
        </p:spPr>
        <p:txBody>
          <a:bodyPr/>
          <a:lstStyle>
            <a:lvl1pPr marL="0" indent="0">
              <a:buNone/>
              <a:defRPr sz="2400">
                <a:solidFill>
                  <a:srgbClr val="F1F1EF"/>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subtitle</a:t>
            </a:r>
          </a:p>
        </p:txBody>
      </p:sp>
      <p:pic>
        <p:nvPicPr>
          <p:cNvPr id="11" name="Picture 10">
            <a:extLst>
              <a:ext uri="{FF2B5EF4-FFF2-40B4-BE49-F238E27FC236}">
                <a16:creationId xmlns:a16="http://schemas.microsoft.com/office/drawing/2014/main" id="{87B315BF-030E-704F-AC88-072335552124}"/>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10941667" y="5725249"/>
            <a:ext cx="1042416" cy="937623"/>
          </a:xfrm>
          <a:prstGeom prst="rect">
            <a:avLst/>
          </a:prstGeom>
        </p:spPr>
      </p:pic>
    </p:spTree>
    <p:extLst>
      <p:ext uri="{BB962C8B-B14F-4D97-AF65-F5344CB8AC3E}">
        <p14:creationId xmlns:p14="http://schemas.microsoft.com/office/powerpoint/2010/main" val="746577656"/>
      </p:ext>
    </p:extLst>
  </p:cSld>
  <p:clrMapOvr>
    <a:overrideClrMapping bg1="lt1" tx1="dk1" bg2="lt2" tx2="dk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5_Title and Content">
    <p:bg>
      <p:bgPr>
        <a:solidFill>
          <a:srgbClr val="F1F1E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E96BAE-F822-E34A-990A-9C2771C072A9}"/>
              </a:ext>
            </a:extLst>
          </p:cNvPr>
          <p:cNvSpPr>
            <a:spLocks noGrp="1"/>
          </p:cNvSpPr>
          <p:nvPr>
            <p:ph type="title" hasCustomPrompt="1"/>
          </p:nvPr>
        </p:nvSpPr>
        <p:spPr/>
        <p:txBody>
          <a:bodyPr>
            <a:normAutofit/>
          </a:bodyPr>
          <a:lstStyle>
            <a:lvl1pPr>
              <a:defRPr sz="4000">
                <a:solidFill>
                  <a:schemeClr val="tx1"/>
                </a:solidFill>
                <a:latin typeface="Montserrat" pitchFamily="2" charset="77"/>
              </a:defRPr>
            </a:lvl1pPr>
          </a:lstStyle>
          <a:p>
            <a:r>
              <a:rPr lang="en-US"/>
              <a:t>CLICK TO EDIT TITLE</a:t>
            </a:r>
          </a:p>
        </p:txBody>
      </p:sp>
      <p:sp>
        <p:nvSpPr>
          <p:cNvPr id="3" name="Content Placeholder 2">
            <a:extLst>
              <a:ext uri="{FF2B5EF4-FFF2-40B4-BE49-F238E27FC236}">
                <a16:creationId xmlns:a16="http://schemas.microsoft.com/office/drawing/2014/main" id="{EDAB2EFE-DD9F-E146-A0F0-1CC9263E135A}"/>
              </a:ext>
            </a:extLst>
          </p:cNvPr>
          <p:cNvSpPr>
            <a:spLocks noGrp="1"/>
          </p:cNvSpPr>
          <p:nvPr>
            <p:ph idx="1" hasCustomPrompt="1"/>
          </p:nvPr>
        </p:nvSpPr>
        <p:spPr/>
        <p:txBody>
          <a:bodyPr/>
          <a:lstStyle>
            <a:lvl1pPr>
              <a:defRPr sz="2400">
                <a:solidFill>
                  <a:schemeClr val="tx1"/>
                </a:solidFill>
                <a:latin typeface="Montserrat Light" panose="00000400000000000000" pitchFamily="50" charset="0"/>
              </a:defRPr>
            </a:lvl1pPr>
            <a:lvl2pPr>
              <a:defRPr sz="2000">
                <a:solidFill>
                  <a:schemeClr val="tx1"/>
                </a:solidFill>
                <a:latin typeface="Montserrat Light" panose="00000400000000000000" pitchFamily="50" charset="0"/>
              </a:defRPr>
            </a:lvl2pPr>
            <a:lvl3pPr>
              <a:defRPr sz="1800">
                <a:solidFill>
                  <a:schemeClr val="tx1"/>
                </a:solidFill>
                <a:latin typeface="Montserrat Light" panose="00000400000000000000" pitchFamily="50" charset="0"/>
              </a:defRPr>
            </a:lvl3pPr>
            <a:lvl4pPr>
              <a:defRPr sz="1600">
                <a:solidFill>
                  <a:schemeClr val="tx1"/>
                </a:solidFill>
                <a:latin typeface="Montserrat Light" panose="00000400000000000000" pitchFamily="50" charset="0"/>
              </a:defRPr>
            </a:lvl4pPr>
            <a:lvl5pPr>
              <a:defRPr sz="1400">
                <a:solidFill>
                  <a:schemeClr val="tx1"/>
                </a:solidFill>
                <a:latin typeface="Montserrat Light" panose="00000400000000000000" pitchFamily="50" charset="0"/>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pic>
        <p:nvPicPr>
          <p:cNvPr id="10" name="Picture 9">
            <a:extLst>
              <a:ext uri="{FF2B5EF4-FFF2-40B4-BE49-F238E27FC236}">
                <a16:creationId xmlns:a16="http://schemas.microsoft.com/office/drawing/2014/main" id="{78863D59-2C71-E346-B7BF-148F5CFFBF5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53799" y="6102302"/>
            <a:ext cx="630283" cy="566921"/>
          </a:xfrm>
          <a:prstGeom prst="rect">
            <a:avLst/>
          </a:prstGeom>
        </p:spPr>
      </p:pic>
      <p:pic>
        <p:nvPicPr>
          <p:cNvPr id="7" name="Picture 6">
            <a:extLst>
              <a:ext uri="{FF2B5EF4-FFF2-40B4-BE49-F238E27FC236}">
                <a16:creationId xmlns:a16="http://schemas.microsoft.com/office/drawing/2014/main" id="{5D010C30-4DB0-4C91-8A55-4F23A1A3BE63}"/>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0"/>
            <a:ext cx="404949" cy="6858000"/>
          </a:xfrm>
          <a:prstGeom prst="rect">
            <a:avLst/>
          </a:prstGeom>
        </p:spPr>
      </p:pic>
    </p:spTree>
    <p:extLst>
      <p:ext uri="{BB962C8B-B14F-4D97-AF65-F5344CB8AC3E}">
        <p14:creationId xmlns:p14="http://schemas.microsoft.com/office/powerpoint/2010/main" val="167327859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4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E54D9B-8987-0D4C-A48D-AC224E43243C}"/>
              </a:ext>
            </a:extLst>
          </p:cNvPr>
          <p:cNvSpPr>
            <a:spLocks noGrp="1"/>
          </p:cNvSpPr>
          <p:nvPr>
            <p:ph type="title" hasCustomPrompt="1"/>
          </p:nvPr>
        </p:nvSpPr>
        <p:spPr/>
        <p:txBody>
          <a:bodyPr>
            <a:normAutofit/>
          </a:bodyPr>
          <a:lstStyle>
            <a:lvl1pPr>
              <a:defRPr sz="4000">
                <a:solidFill>
                  <a:schemeClr val="tx1"/>
                </a:solidFill>
                <a:latin typeface="Montserrat" pitchFamily="2" charset="77"/>
              </a:defRPr>
            </a:lvl1pPr>
          </a:lstStyle>
          <a:p>
            <a:r>
              <a:rPr lang="en-US"/>
              <a:t>CLICK TO EDIT TITLE</a:t>
            </a:r>
          </a:p>
        </p:txBody>
      </p:sp>
      <p:sp>
        <p:nvSpPr>
          <p:cNvPr id="3" name="Content Placeholder 2">
            <a:extLst>
              <a:ext uri="{FF2B5EF4-FFF2-40B4-BE49-F238E27FC236}">
                <a16:creationId xmlns:a16="http://schemas.microsoft.com/office/drawing/2014/main" id="{F830977D-D50B-F34A-A72B-3B2E6C9B12F6}"/>
              </a:ext>
            </a:extLst>
          </p:cNvPr>
          <p:cNvSpPr>
            <a:spLocks noGrp="1"/>
          </p:cNvSpPr>
          <p:nvPr>
            <p:ph sz="half" idx="1" hasCustomPrompt="1"/>
          </p:nvPr>
        </p:nvSpPr>
        <p:spPr>
          <a:xfrm>
            <a:off x="838200" y="1825625"/>
            <a:ext cx="5181600" cy="4351338"/>
          </a:xfrm>
        </p:spPr>
        <p:txBody>
          <a:bodyPr>
            <a:normAutofit/>
          </a:bodyPr>
          <a:lstStyle>
            <a:lvl1pPr>
              <a:defRPr sz="2400">
                <a:solidFill>
                  <a:schemeClr val="tx1"/>
                </a:solidFill>
                <a:latin typeface="Montserrat Light" panose="00000400000000000000" pitchFamily="50" charset="0"/>
              </a:defRPr>
            </a:lvl1pPr>
            <a:lvl2pPr>
              <a:defRPr sz="2000">
                <a:solidFill>
                  <a:schemeClr val="tx1"/>
                </a:solidFill>
                <a:latin typeface="Montserrat Light" panose="00000400000000000000" pitchFamily="50" charset="0"/>
              </a:defRPr>
            </a:lvl2pPr>
            <a:lvl3pPr>
              <a:defRPr sz="1800">
                <a:solidFill>
                  <a:schemeClr val="tx1"/>
                </a:solidFill>
                <a:latin typeface="Montserrat Light" panose="00000400000000000000" pitchFamily="50" charset="0"/>
              </a:defRPr>
            </a:lvl3pPr>
            <a:lvl4pPr>
              <a:defRPr sz="1600">
                <a:solidFill>
                  <a:schemeClr val="tx1"/>
                </a:solidFill>
                <a:latin typeface="Montserrat Light" panose="00000400000000000000" pitchFamily="50" charset="0"/>
              </a:defRPr>
            </a:lvl4pPr>
            <a:lvl5pPr>
              <a:defRPr sz="1400">
                <a:solidFill>
                  <a:schemeClr val="tx1"/>
                </a:solidFill>
                <a:latin typeface="Montserrat Light" panose="00000400000000000000" pitchFamily="50" charset="0"/>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66A8F47-B8E2-2147-BF7A-36D46A6796E7}"/>
              </a:ext>
            </a:extLst>
          </p:cNvPr>
          <p:cNvSpPr>
            <a:spLocks noGrp="1"/>
          </p:cNvSpPr>
          <p:nvPr>
            <p:ph sz="half" idx="2" hasCustomPrompt="1"/>
          </p:nvPr>
        </p:nvSpPr>
        <p:spPr>
          <a:xfrm>
            <a:off x="6172200" y="1825625"/>
            <a:ext cx="5181600" cy="4351338"/>
          </a:xfrm>
        </p:spPr>
        <p:txBody>
          <a:bodyPr>
            <a:normAutofit/>
          </a:bodyPr>
          <a:lstStyle>
            <a:lvl1pPr>
              <a:defRPr sz="2400">
                <a:solidFill>
                  <a:schemeClr val="tx1"/>
                </a:solidFill>
                <a:latin typeface="Montserrat Light" panose="00000400000000000000" pitchFamily="50" charset="0"/>
              </a:defRPr>
            </a:lvl1pPr>
            <a:lvl2pPr>
              <a:defRPr sz="2000">
                <a:solidFill>
                  <a:schemeClr val="tx1"/>
                </a:solidFill>
                <a:latin typeface="Montserrat Light" panose="00000400000000000000" pitchFamily="50" charset="0"/>
              </a:defRPr>
            </a:lvl2pPr>
            <a:lvl3pPr>
              <a:defRPr sz="1800">
                <a:solidFill>
                  <a:schemeClr val="tx1"/>
                </a:solidFill>
                <a:latin typeface="Montserrat Light" panose="00000400000000000000" pitchFamily="50" charset="0"/>
              </a:defRPr>
            </a:lvl3pPr>
            <a:lvl4pPr>
              <a:defRPr sz="1600">
                <a:solidFill>
                  <a:schemeClr val="tx1"/>
                </a:solidFill>
                <a:latin typeface="Montserrat Light" panose="00000400000000000000" pitchFamily="50" charset="0"/>
              </a:defRPr>
            </a:lvl4pPr>
            <a:lvl5pPr>
              <a:defRPr sz="1400">
                <a:solidFill>
                  <a:schemeClr val="tx1"/>
                </a:solidFill>
                <a:latin typeface="Montserrat Light" panose="00000400000000000000" pitchFamily="50" charset="0"/>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pic>
        <p:nvPicPr>
          <p:cNvPr id="11" name="Picture 10">
            <a:extLst>
              <a:ext uri="{FF2B5EF4-FFF2-40B4-BE49-F238E27FC236}">
                <a16:creationId xmlns:a16="http://schemas.microsoft.com/office/drawing/2014/main" id="{86A77431-0588-914D-A216-28EC5A9A8A8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53799" y="6102302"/>
            <a:ext cx="630283" cy="566921"/>
          </a:xfrm>
          <a:prstGeom prst="rect">
            <a:avLst/>
          </a:prstGeom>
        </p:spPr>
      </p:pic>
      <p:pic>
        <p:nvPicPr>
          <p:cNvPr id="8" name="Picture 7">
            <a:extLst>
              <a:ext uri="{FF2B5EF4-FFF2-40B4-BE49-F238E27FC236}">
                <a16:creationId xmlns:a16="http://schemas.microsoft.com/office/drawing/2014/main" id="{B2FE0A74-F8D4-4184-82A4-1012D075AECB}"/>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0"/>
            <a:ext cx="404949" cy="6858000"/>
          </a:xfrm>
          <a:prstGeom prst="rect">
            <a:avLst/>
          </a:prstGeom>
        </p:spPr>
      </p:pic>
    </p:spTree>
    <p:extLst>
      <p:ext uri="{BB962C8B-B14F-4D97-AF65-F5344CB8AC3E}">
        <p14:creationId xmlns:p14="http://schemas.microsoft.com/office/powerpoint/2010/main" val="195657467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4_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320160-DB07-FA41-A195-10DBA0F84C6A}"/>
              </a:ext>
            </a:extLst>
          </p:cNvPr>
          <p:cNvSpPr>
            <a:spLocks noGrp="1"/>
          </p:cNvSpPr>
          <p:nvPr>
            <p:ph type="title" hasCustomPrompt="1"/>
          </p:nvPr>
        </p:nvSpPr>
        <p:spPr>
          <a:xfrm>
            <a:off x="839788" y="365125"/>
            <a:ext cx="10515600" cy="1325563"/>
          </a:xfrm>
        </p:spPr>
        <p:txBody>
          <a:bodyPr>
            <a:normAutofit/>
          </a:bodyPr>
          <a:lstStyle>
            <a:lvl1pPr>
              <a:defRPr sz="4000">
                <a:solidFill>
                  <a:schemeClr val="tx1"/>
                </a:solidFill>
                <a:latin typeface="Montserrat" pitchFamily="2" charset="77"/>
              </a:defRPr>
            </a:lvl1pPr>
          </a:lstStyle>
          <a:p>
            <a:r>
              <a:rPr lang="en-US"/>
              <a:t>CLICK TO EDIT TITLE</a:t>
            </a:r>
          </a:p>
        </p:txBody>
      </p:sp>
      <p:sp>
        <p:nvSpPr>
          <p:cNvPr id="3" name="Text Placeholder 2">
            <a:extLst>
              <a:ext uri="{FF2B5EF4-FFF2-40B4-BE49-F238E27FC236}">
                <a16:creationId xmlns:a16="http://schemas.microsoft.com/office/drawing/2014/main" id="{E8265D98-7F86-E241-96F3-5AE4DBD2D062}"/>
              </a:ext>
            </a:extLst>
          </p:cNvPr>
          <p:cNvSpPr>
            <a:spLocks noGrp="1"/>
          </p:cNvSpPr>
          <p:nvPr>
            <p:ph type="body" idx="1" hasCustomPrompt="1"/>
          </p:nvPr>
        </p:nvSpPr>
        <p:spPr>
          <a:xfrm>
            <a:off x="839788" y="1681163"/>
            <a:ext cx="5157787" cy="823912"/>
          </a:xfrm>
        </p:spPr>
        <p:txBody>
          <a:bodyPr anchor="b">
            <a:normAutofit/>
          </a:bodyPr>
          <a:lstStyle>
            <a:lvl1pPr marL="0" indent="0">
              <a:buNone/>
              <a:defRPr sz="2800" b="1">
                <a:solidFill>
                  <a:schemeClr val="tx1"/>
                </a:solidFill>
                <a:latin typeface="Montserrat"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text</a:t>
            </a:r>
          </a:p>
        </p:txBody>
      </p:sp>
      <p:sp>
        <p:nvSpPr>
          <p:cNvPr id="4" name="Content Placeholder 3">
            <a:extLst>
              <a:ext uri="{FF2B5EF4-FFF2-40B4-BE49-F238E27FC236}">
                <a16:creationId xmlns:a16="http://schemas.microsoft.com/office/drawing/2014/main" id="{57326700-521D-4B43-A2D4-FACEAE7B527F}"/>
              </a:ext>
            </a:extLst>
          </p:cNvPr>
          <p:cNvSpPr>
            <a:spLocks noGrp="1"/>
          </p:cNvSpPr>
          <p:nvPr>
            <p:ph sz="half" idx="2" hasCustomPrompt="1"/>
          </p:nvPr>
        </p:nvSpPr>
        <p:spPr>
          <a:xfrm>
            <a:off x="839788" y="2505075"/>
            <a:ext cx="5157787" cy="3684588"/>
          </a:xfrm>
        </p:spPr>
        <p:txBody>
          <a:bodyPr/>
          <a:lstStyle>
            <a:lvl1pPr>
              <a:defRPr sz="2400">
                <a:solidFill>
                  <a:schemeClr val="tx1"/>
                </a:solidFill>
                <a:latin typeface="Montserrat Light" panose="00000400000000000000" pitchFamily="50" charset="0"/>
              </a:defRPr>
            </a:lvl1pPr>
            <a:lvl2pPr>
              <a:defRPr sz="2000">
                <a:solidFill>
                  <a:schemeClr val="tx1"/>
                </a:solidFill>
                <a:latin typeface="Montserrat Light" panose="00000400000000000000" pitchFamily="50" charset="0"/>
              </a:defRPr>
            </a:lvl2pPr>
            <a:lvl3pPr>
              <a:defRPr sz="1800">
                <a:solidFill>
                  <a:schemeClr val="tx1"/>
                </a:solidFill>
                <a:latin typeface="Montserrat Light" panose="00000400000000000000" pitchFamily="50" charset="0"/>
              </a:defRPr>
            </a:lvl3pPr>
            <a:lvl4pPr>
              <a:defRPr sz="1600">
                <a:solidFill>
                  <a:schemeClr val="tx1"/>
                </a:solidFill>
                <a:latin typeface="Montserrat Light" panose="00000400000000000000" pitchFamily="50" charset="0"/>
              </a:defRPr>
            </a:lvl4pPr>
            <a:lvl5pPr>
              <a:defRPr sz="1400">
                <a:solidFill>
                  <a:schemeClr val="tx1"/>
                </a:solidFill>
                <a:latin typeface="Montserrat Light" panose="00000400000000000000" pitchFamily="50" charset="0"/>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FE9CCF1-FBF1-9743-BC0F-7FF24538351E}"/>
              </a:ext>
            </a:extLst>
          </p:cNvPr>
          <p:cNvSpPr>
            <a:spLocks noGrp="1"/>
          </p:cNvSpPr>
          <p:nvPr>
            <p:ph type="body" sz="quarter" idx="3" hasCustomPrompt="1"/>
          </p:nvPr>
        </p:nvSpPr>
        <p:spPr>
          <a:xfrm>
            <a:off x="6172200" y="1681163"/>
            <a:ext cx="5183188" cy="823912"/>
          </a:xfrm>
        </p:spPr>
        <p:txBody>
          <a:bodyPr anchor="b">
            <a:normAutofit/>
          </a:bodyPr>
          <a:lstStyle>
            <a:lvl1pPr marL="0" indent="0">
              <a:buNone/>
              <a:defRPr sz="2800" b="1">
                <a:solidFill>
                  <a:schemeClr val="tx1"/>
                </a:solidFill>
                <a:latin typeface="Montserrat" pitchFamily="2" charset="77"/>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text</a:t>
            </a:r>
          </a:p>
        </p:txBody>
      </p:sp>
      <p:sp>
        <p:nvSpPr>
          <p:cNvPr id="6" name="Content Placeholder 5">
            <a:extLst>
              <a:ext uri="{FF2B5EF4-FFF2-40B4-BE49-F238E27FC236}">
                <a16:creationId xmlns:a16="http://schemas.microsoft.com/office/drawing/2014/main" id="{73BE9C37-AAE6-9046-8B66-3BF2E4EFD234}"/>
              </a:ext>
            </a:extLst>
          </p:cNvPr>
          <p:cNvSpPr>
            <a:spLocks noGrp="1"/>
          </p:cNvSpPr>
          <p:nvPr>
            <p:ph sz="quarter" idx="4" hasCustomPrompt="1"/>
          </p:nvPr>
        </p:nvSpPr>
        <p:spPr>
          <a:xfrm>
            <a:off x="6172200" y="2505075"/>
            <a:ext cx="5183188" cy="3684588"/>
          </a:xfrm>
        </p:spPr>
        <p:txBody>
          <a:bodyPr/>
          <a:lstStyle>
            <a:lvl1pPr>
              <a:defRPr sz="2400">
                <a:solidFill>
                  <a:schemeClr val="tx1"/>
                </a:solidFill>
                <a:latin typeface="Montserrat Light" panose="00000400000000000000" pitchFamily="50" charset="0"/>
              </a:defRPr>
            </a:lvl1pPr>
            <a:lvl2pPr>
              <a:defRPr sz="2000">
                <a:solidFill>
                  <a:schemeClr val="tx1"/>
                </a:solidFill>
                <a:latin typeface="Montserrat Light" panose="00000400000000000000" pitchFamily="50" charset="0"/>
              </a:defRPr>
            </a:lvl2pPr>
            <a:lvl3pPr>
              <a:defRPr sz="1800">
                <a:solidFill>
                  <a:schemeClr val="tx1"/>
                </a:solidFill>
                <a:latin typeface="Montserrat Light" panose="00000400000000000000" pitchFamily="50" charset="0"/>
              </a:defRPr>
            </a:lvl3pPr>
            <a:lvl4pPr>
              <a:defRPr sz="1600">
                <a:solidFill>
                  <a:schemeClr val="tx1"/>
                </a:solidFill>
                <a:latin typeface="Montserrat Light" panose="00000400000000000000" pitchFamily="50" charset="0"/>
              </a:defRPr>
            </a:lvl4pPr>
            <a:lvl5pPr>
              <a:defRPr sz="1400">
                <a:solidFill>
                  <a:schemeClr val="tx1"/>
                </a:solidFill>
                <a:latin typeface="Montserrat Light" panose="00000400000000000000" pitchFamily="50" charset="0"/>
              </a:defRPr>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pic>
        <p:nvPicPr>
          <p:cNvPr id="13" name="Picture 12">
            <a:extLst>
              <a:ext uri="{FF2B5EF4-FFF2-40B4-BE49-F238E27FC236}">
                <a16:creationId xmlns:a16="http://schemas.microsoft.com/office/drawing/2014/main" id="{AE6E0398-11EA-CA4E-8CEF-209FB0E571C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53799" y="6102302"/>
            <a:ext cx="630283" cy="566921"/>
          </a:xfrm>
          <a:prstGeom prst="rect">
            <a:avLst/>
          </a:prstGeom>
        </p:spPr>
      </p:pic>
      <p:pic>
        <p:nvPicPr>
          <p:cNvPr id="10" name="Picture 9">
            <a:extLst>
              <a:ext uri="{FF2B5EF4-FFF2-40B4-BE49-F238E27FC236}">
                <a16:creationId xmlns:a16="http://schemas.microsoft.com/office/drawing/2014/main" id="{F133E76A-F7BC-49EC-AA42-A072210F8286}"/>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0"/>
            <a:ext cx="404949" cy="6858000"/>
          </a:xfrm>
          <a:prstGeom prst="rect">
            <a:avLst/>
          </a:prstGeom>
        </p:spPr>
      </p:pic>
    </p:spTree>
    <p:extLst>
      <p:ext uri="{BB962C8B-B14F-4D97-AF65-F5344CB8AC3E}">
        <p14:creationId xmlns:p14="http://schemas.microsoft.com/office/powerpoint/2010/main" val="110904262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4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228945-86BB-2F46-A588-79A48E6F3851}"/>
              </a:ext>
            </a:extLst>
          </p:cNvPr>
          <p:cNvSpPr>
            <a:spLocks noGrp="1"/>
          </p:cNvSpPr>
          <p:nvPr>
            <p:ph type="title" hasCustomPrompt="1"/>
          </p:nvPr>
        </p:nvSpPr>
        <p:spPr/>
        <p:txBody>
          <a:bodyPr>
            <a:normAutofit/>
          </a:bodyPr>
          <a:lstStyle>
            <a:lvl1pPr>
              <a:defRPr sz="4000">
                <a:solidFill>
                  <a:schemeClr val="tx1"/>
                </a:solidFill>
                <a:latin typeface="Montserrat" pitchFamily="2" charset="77"/>
              </a:defRPr>
            </a:lvl1pPr>
          </a:lstStyle>
          <a:p>
            <a:r>
              <a:rPr lang="en-US"/>
              <a:t>CLICK TO EDIT TITLE</a:t>
            </a:r>
          </a:p>
        </p:txBody>
      </p:sp>
      <p:pic>
        <p:nvPicPr>
          <p:cNvPr id="9" name="Picture 8">
            <a:extLst>
              <a:ext uri="{FF2B5EF4-FFF2-40B4-BE49-F238E27FC236}">
                <a16:creationId xmlns:a16="http://schemas.microsoft.com/office/drawing/2014/main" id="{9060FD44-8B57-FE4C-BDC8-651AF654EA2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53799" y="6102302"/>
            <a:ext cx="630283" cy="566921"/>
          </a:xfrm>
          <a:prstGeom prst="rect">
            <a:avLst/>
          </a:prstGeom>
        </p:spPr>
      </p:pic>
      <p:pic>
        <p:nvPicPr>
          <p:cNvPr id="6" name="Picture 5">
            <a:extLst>
              <a:ext uri="{FF2B5EF4-FFF2-40B4-BE49-F238E27FC236}">
                <a16:creationId xmlns:a16="http://schemas.microsoft.com/office/drawing/2014/main" id="{440347AC-C50D-4B3B-9024-023C14ED1299}"/>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0"/>
            <a:ext cx="404949" cy="6858000"/>
          </a:xfrm>
          <a:prstGeom prst="rect">
            <a:avLst/>
          </a:prstGeom>
        </p:spPr>
      </p:pic>
    </p:spTree>
    <p:extLst>
      <p:ext uri="{BB962C8B-B14F-4D97-AF65-F5344CB8AC3E}">
        <p14:creationId xmlns:p14="http://schemas.microsoft.com/office/powerpoint/2010/main" val="329975560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blank" preserve="1">
  <p:cSld name="5_Blank">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3BD2D64C-6261-9846-B401-C0516D62E23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53799" y="6102302"/>
            <a:ext cx="630283" cy="566921"/>
          </a:xfrm>
          <a:prstGeom prst="rect">
            <a:avLst/>
          </a:prstGeom>
        </p:spPr>
      </p:pic>
      <p:pic>
        <p:nvPicPr>
          <p:cNvPr id="5" name="Picture 4">
            <a:extLst>
              <a:ext uri="{FF2B5EF4-FFF2-40B4-BE49-F238E27FC236}">
                <a16:creationId xmlns:a16="http://schemas.microsoft.com/office/drawing/2014/main" id="{B7159C96-3D45-4309-B883-FCA7D0A4CA13}"/>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0"/>
            <a:ext cx="404949" cy="6858000"/>
          </a:xfrm>
          <a:prstGeom prst="rect">
            <a:avLst/>
          </a:prstGeom>
        </p:spPr>
      </p:pic>
    </p:spTree>
    <p:extLst>
      <p:ext uri="{BB962C8B-B14F-4D97-AF65-F5344CB8AC3E}">
        <p14:creationId xmlns:p14="http://schemas.microsoft.com/office/powerpoint/2010/main" val="327537433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objTx" preserve="1">
  <p:cSld name="4_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94708B-F85D-B244-B76D-7665363E927C}"/>
              </a:ext>
            </a:extLst>
          </p:cNvPr>
          <p:cNvSpPr>
            <a:spLocks noGrp="1"/>
          </p:cNvSpPr>
          <p:nvPr>
            <p:ph type="title" hasCustomPrompt="1"/>
          </p:nvPr>
        </p:nvSpPr>
        <p:spPr>
          <a:xfrm>
            <a:off x="839788" y="457200"/>
            <a:ext cx="3932237" cy="1600200"/>
          </a:xfrm>
        </p:spPr>
        <p:txBody>
          <a:bodyPr anchor="b">
            <a:normAutofit/>
          </a:bodyPr>
          <a:lstStyle>
            <a:lvl1pPr>
              <a:defRPr sz="3200">
                <a:solidFill>
                  <a:schemeClr val="tx1"/>
                </a:solidFill>
                <a:latin typeface="Montserrat" pitchFamily="2" charset="77"/>
              </a:defRPr>
            </a:lvl1pPr>
          </a:lstStyle>
          <a:p>
            <a:r>
              <a:rPr lang="en-US"/>
              <a:t>CLICK TO EDIT TITLE</a:t>
            </a:r>
          </a:p>
        </p:txBody>
      </p:sp>
      <p:sp>
        <p:nvSpPr>
          <p:cNvPr id="3" name="Content Placeholder 2">
            <a:extLst>
              <a:ext uri="{FF2B5EF4-FFF2-40B4-BE49-F238E27FC236}">
                <a16:creationId xmlns:a16="http://schemas.microsoft.com/office/drawing/2014/main" id="{74699D82-DB1D-334C-9D0C-24A2DAEF50D0}"/>
              </a:ext>
            </a:extLst>
          </p:cNvPr>
          <p:cNvSpPr>
            <a:spLocks noGrp="1"/>
          </p:cNvSpPr>
          <p:nvPr>
            <p:ph idx="1" hasCustomPrompt="1"/>
          </p:nvPr>
        </p:nvSpPr>
        <p:spPr>
          <a:xfrm>
            <a:off x="5183188" y="987425"/>
            <a:ext cx="6172200" cy="4873625"/>
          </a:xfrm>
        </p:spPr>
        <p:txBody>
          <a:bodyPr>
            <a:normAutofit/>
          </a:bodyPr>
          <a:lstStyle>
            <a:lvl1pPr>
              <a:defRPr sz="2400">
                <a:solidFill>
                  <a:schemeClr val="tx1"/>
                </a:solidFill>
                <a:latin typeface="Montserrat Light" panose="00000400000000000000" pitchFamily="50" charset="0"/>
              </a:defRPr>
            </a:lvl1pPr>
            <a:lvl2pPr>
              <a:defRPr sz="2000">
                <a:solidFill>
                  <a:schemeClr val="tx1"/>
                </a:solidFill>
                <a:latin typeface="Montserrat Light" panose="00000400000000000000" pitchFamily="50" charset="0"/>
              </a:defRPr>
            </a:lvl2pPr>
            <a:lvl3pPr>
              <a:defRPr sz="1800">
                <a:solidFill>
                  <a:schemeClr val="tx1"/>
                </a:solidFill>
                <a:latin typeface="Montserrat Light" panose="00000400000000000000" pitchFamily="50" charset="0"/>
              </a:defRPr>
            </a:lvl3pPr>
            <a:lvl4pPr>
              <a:defRPr sz="1600">
                <a:solidFill>
                  <a:schemeClr val="tx1"/>
                </a:solidFill>
                <a:latin typeface="Montserrat Light" panose="00000400000000000000" pitchFamily="50" charset="0"/>
              </a:defRPr>
            </a:lvl4pPr>
            <a:lvl5pPr>
              <a:defRPr sz="1400">
                <a:solidFill>
                  <a:schemeClr val="tx1"/>
                </a:solidFill>
                <a:latin typeface="Montserrat Light" panose="00000400000000000000" pitchFamily="50" charset="0"/>
              </a:defRPr>
            </a:lvl5pPr>
            <a:lvl6pPr>
              <a:defRPr sz="2000"/>
            </a:lvl6pPr>
            <a:lvl7pPr>
              <a:defRPr sz="2000"/>
            </a:lvl7pPr>
            <a:lvl8pPr>
              <a:defRPr sz="2000"/>
            </a:lvl8pPr>
            <a:lvl9pPr>
              <a:defRPr sz="2000"/>
            </a:lvl9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48442DC-2A24-1246-A016-34C036D5BDBB}"/>
              </a:ext>
            </a:extLst>
          </p:cNvPr>
          <p:cNvSpPr>
            <a:spLocks noGrp="1"/>
          </p:cNvSpPr>
          <p:nvPr>
            <p:ph type="body" sz="half" idx="2" hasCustomPrompt="1"/>
          </p:nvPr>
        </p:nvSpPr>
        <p:spPr>
          <a:xfrm>
            <a:off x="839788" y="2057400"/>
            <a:ext cx="3932237" cy="3811588"/>
          </a:xfrm>
        </p:spPr>
        <p:txBody>
          <a:bodyPr>
            <a:normAutofit/>
          </a:bodyPr>
          <a:lstStyle>
            <a:lvl1pPr marL="0" indent="0">
              <a:buNone/>
              <a:defRPr sz="1800">
                <a:solidFill>
                  <a:schemeClr val="tx1"/>
                </a:solidFill>
                <a:latin typeface="Montserrat Light" panose="00000400000000000000" pitchFamily="50"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text</a:t>
            </a:r>
          </a:p>
        </p:txBody>
      </p:sp>
      <p:pic>
        <p:nvPicPr>
          <p:cNvPr id="11" name="Picture 10">
            <a:extLst>
              <a:ext uri="{FF2B5EF4-FFF2-40B4-BE49-F238E27FC236}">
                <a16:creationId xmlns:a16="http://schemas.microsoft.com/office/drawing/2014/main" id="{A6D398F6-9B1E-B840-AD2C-7C078BE8EBA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53799" y="6102302"/>
            <a:ext cx="630283" cy="566921"/>
          </a:xfrm>
          <a:prstGeom prst="rect">
            <a:avLst/>
          </a:prstGeom>
        </p:spPr>
      </p:pic>
      <p:pic>
        <p:nvPicPr>
          <p:cNvPr id="8" name="Picture 7">
            <a:extLst>
              <a:ext uri="{FF2B5EF4-FFF2-40B4-BE49-F238E27FC236}">
                <a16:creationId xmlns:a16="http://schemas.microsoft.com/office/drawing/2014/main" id="{93785835-D5B1-4E8E-A64A-464B98AB28F2}"/>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0"/>
            <a:ext cx="404949" cy="6858000"/>
          </a:xfrm>
          <a:prstGeom prst="rect">
            <a:avLst/>
          </a:prstGeom>
        </p:spPr>
      </p:pic>
    </p:spTree>
    <p:extLst>
      <p:ext uri="{BB962C8B-B14F-4D97-AF65-F5344CB8AC3E}">
        <p14:creationId xmlns:p14="http://schemas.microsoft.com/office/powerpoint/2010/main" val="428360569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picTx" preserve="1">
  <p:cSld name="3_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04FBA5-6B4E-EC4E-A1BD-ADC2BADFF96B}"/>
              </a:ext>
            </a:extLst>
          </p:cNvPr>
          <p:cNvSpPr>
            <a:spLocks noGrp="1"/>
          </p:cNvSpPr>
          <p:nvPr>
            <p:ph type="title" hasCustomPrompt="1"/>
          </p:nvPr>
        </p:nvSpPr>
        <p:spPr>
          <a:xfrm>
            <a:off x="839788" y="457200"/>
            <a:ext cx="3932237" cy="1600200"/>
          </a:xfrm>
        </p:spPr>
        <p:txBody>
          <a:bodyPr anchor="b">
            <a:normAutofit/>
          </a:bodyPr>
          <a:lstStyle>
            <a:lvl1pPr>
              <a:defRPr sz="3200">
                <a:solidFill>
                  <a:schemeClr val="tx1"/>
                </a:solidFill>
                <a:latin typeface="Montserrat" pitchFamily="2" charset="77"/>
              </a:defRPr>
            </a:lvl1pPr>
          </a:lstStyle>
          <a:p>
            <a:r>
              <a:rPr lang="en-US"/>
              <a:t>CLICK TO EDIT TITLE</a:t>
            </a:r>
          </a:p>
        </p:txBody>
      </p:sp>
      <p:sp>
        <p:nvSpPr>
          <p:cNvPr id="3" name="Picture Placeholder 2">
            <a:extLst>
              <a:ext uri="{FF2B5EF4-FFF2-40B4-BE49-F238E27FC236}">
                <a16:creationId xmlns:a16="http://schemas.microsoft.com/office/drawing/2014/main" id="{13C65746-ACAD-4648-A241-DBEAE0D92059}"/>
              </a:ext>
            </a:extLst>
          </p:cNvPr>
          <p:cNvSpPr>
            <a:spLocks noGrp="1"/>
          </p:cNvSpPr>
          <p:nvPr>
            <p:ph type="pic" idx="1"/>
          </p:nvPr>
        </p:nvSpPr>
        <p:spPr>
          <a:xfrm>
            <a:off x="5183188" y="987425"/>
            <a:ext cx="6172200" cy="4873625"/>
          </a:xfrm>
        </p:spPr>
        <p:txBody>
          <a:bodyPr/>
          <a:lstStyle>
            <a:lvl1pPr marL="0" indent="0">
              <a:buNone/>
              <a:defRPr sz="3200">
                <a:solidFill>
                  <a:schemeClr val="tx1"/>
                </a:solidFill>
                <a:latin typeface="Montserrat Light" panose="00000400000000000000" pitchFamily="50"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9D49BA78-2353-F449-809F-A41F92D937CE}"/>
              </a:ext>
            </a:extLst>
          </p:cNvPr>
          <p:cNvSpPr>
            <a:spLocks noGrp="1"/>
          </p:cNvSpPr>
          <p:nvPr>
            <p:ph type="body" sz="half" idx="2" hasCustomPrompt="1"/>
          </p:nvPr>
        </p:nvSpPr>
        <p:spPr>
          <a:xfrm>
            <a:off x="839788" y="2057400"/>
            <a:ext cx="3932237" cy="3811588"/>
          </a:xfrm>
        </p:spPr>
        <p:txBody>
          <a:bodyPr>
            <a:normAutofit/>
          </a:bodyPr>
          <a:lstStyle>
            <a:lvl1pPr marL="0" indent="0">
              <a:buNone/>
              <a:defRPr sz="1800">
                <a:solidFill>
                  <a:schemeClr val="tx1"/>
                </a:solidFill>
                <a:latin typeface="Montserrat Light" panose="00000400000000000000" pitchFamily="50"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text</a:t>
            </a:r>
          </a:p>
        </p:txBody>
      </p:sp>
      <p:pic>
        <p:nvPicPr>
          <p:cNvPr id="11" name="Picture 10">
            <a:extLst>
              <a:ext uri="{FF2B5EF4-FFF2-40B4-BE49-F238E27FC236}">
                <a16:creationId xmlns:a16="http://schemas.microsoft.com/office/drawing/2014/main" id="{0F22FF10-724D-9941-B9E8-CE4BD3CA01BA}"/>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353799" y="6102302"/>
            <a:ext cx="630283" cy="566921"/>
          </a:xfrm>
          <a:prstGeom prst="rect">
            <a:avLst/>
          </a:prstGeom>
        </p:spPr>
      </p:pic>
      <p:pic>
        <p:nvPicPr>
          <p:cNvPr id="8" name="Picture 7">
            <a:extLst>
              <a:ext uri="{FF2B5EF4-FFF2-40B4-BE49-F238E27FC236}">
                <a16:creationId xmlns:a16="http://schemas.microsoft.com/office/drawing/2014/main" id="{B21114DF-8BD4-4311-ABD2-8F0D68B97195}"/>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0"/>
            <a:ext cx="404949" cy="6858000"/>
          </a:xfrm>
          <a:prstGeom prst="rect">
            <a:avLst/>
          </a:prstGeom>
        </p:spPr>
      </p:pic>
    </p:spTree>
    <p:extLst>
      <p:ext uri="{BB962C8B-B14F-4D97-AF65-F5344CB8AC3E}">
        <p14:creationId xmlns:p14="http://schemas.microsoft.com/office/powerpoint/2010/main" val="62538094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1_Blank">
    <p:bg>
      <p:bgRef idx="1001">
        <a:schemeClr val="bg1"/>
      </p:bgRef>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1DB6A8A-5C5C-4B14-AC9E-82E8BD3DD85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3513902" y="1869492"/>
            <a:ext cx="5164196" cy="2434422"/>
          </a:xfrm>
          <a:prstGeom prst="rect">
            <a:avLst/>
          </a:prstGeom>
        </p:spPr>
      </p:pic>
      <p:pic>
        <p:nvPicPr>
          <p:cNvPr id="8" name="Picture 7">
            <a:extLst>
              <a:ext uri="{FF2B5EF4-FFF2-40B4-BE49-F238E27FC236}">
                <a16:creationId xmlns:a16="http://schemas.microsoft.com/office/drawing/2014/main" id="{9C49069D-E7DC-4BAB-9BC4-6D8FD783F16D}"/>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4462549" y="5215766"/>
            <a:ext cx="3266907" cy="1403729"/>
          </a:xfrm>
          <a:prstGeom prst="rect">
            <a:avLst/>
          </a:prstGeom>
        </p:spPr>
      </p:pic>
    </p:spTree>
    <p:extLst>
      <p:ext uri="{BB962C8B-B14F-4D97-AF65-F5344CB8AC3E}">
        <p14:creationId xmlns:p14="http://schemas.microsoft.com/office/powerpoint/2010/main" val="105665680"/>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1F1EF"/>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0B2C0BB-249E-9046-8862-208A034F43D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0EEA3C5-4E1A-C341-ABA0-60A772282E9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5525551"/>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 id="2147483677" r:id="rId16"/>
    <p:sldLayoutId id="2147483678" r:id="rId17"/>
    <p:sldLayoutId id="2147483679" r:id="rId18"/>
    <p:sldLayoutId id="2147483680" r:id="rId19"/>
    <p:sldLayoutId id="2147483681" r:id="rId20"/>
    <p:sldLayoutId id="2147483682" r:id="rId21"/>
    <p:sldLayoutId id="2147483683" r:id="rId22"/>
    <p:sldLayoutId id="2147483684" r:id="rId23"/>
    <p:sldLayoutId id="2147483685" r:id="rId24"/>
    <p:sldLayoutId id="2147483686" r:id="rId25"/>
    <p:sldLayoutId id="2147483687" r:id="rId26"/>
    <p:sldLayoutId id="2147483688" r:id="rId27"/>
    <p:sldLayoutId id="2147483689" r:id="rId28"/>
    <p:sldLayoutId id="2147483690" r:id="rId29"/>
    <p:sldLayoutId id="2147483691" r:id="rId30"/>
    <p:sldLayoutId id="2147483692" r:id="rId31"/>
    <p:sldLayoutId id="2147483693" r:id="rId32"/>
    <p:sldLayoutId id="2147483694" r:id="rId33"/>
    <p:sldLayoutId id="2147483695" r:id="rId34"/>
    <p:sldLayoutId id="2147483696" r:id="rId35"/>
    <p:sldLayoutId id="2147483697" r:id="rId36"/>
    <p:sldLayoutId id="2147483698" r:id="rId37"/>
    <p:sldLayoutId id="2147483699" r:id="rId38"/>
    <p:sldLayoutId id="2147483700" r:id="rId39"/>
    <p:sldLayoutId id="2147483701" r:id="rId40"/>
    <p:sldLayoutId id="2147483702" r:id="rId41"/>
    <p:sldLayoutId id="2147483703" r:id="rId42"/>
    <p:sldLayoutId id="2147483704" r:id="rId43"/>
    <p:sldLayoutId id="2147483705" r:id="rId44"/>
    <p:sldLayoutId id="2147483706" r:id="rId45"/>
    <p:sldLayoutId id="2147483707" r:id="rId46"/>
    <p:sldLayoutId id="2147483708" r:id="rId47"/>
    <p:sldLayoutId id="2147483709" r:id="rId48"/>
    <p:sldLayoutId id="2147483710" r:id="rId49"/>
    <p:sldLayoutId id="2147483711" r:id="rId50"/>
    <p:sldLayoutId id="2147483712" r:id="rId51"/>
  </p:sldLayoutIdLst>
  <p:txStyles>
    <p:titleStyle>
      <a:lvl1pPr algn="l" defTabSz="914400" rtl="0" eaLnBrk="1" latinLnBrk="0" hangingPunct="1">
        <a:lnSpc>
          <a:spcPct val="90000"/>
        </a:lnSpc>
        <a:spcBef>
          <a:spcPct val="0"/>
        </a:spcBef>
        <a:buNone/>
        <a:defRPr sz="4000" kern="1200">
          <a:solidFill>
            <a:srgbClr val="313A59"/>
          </a:solidFill>
          <a:latin typeface="Montserrat" pitchFamily="2" charset="77"/>
          <a:ea typeface="+mj-ea"/>
          <a:cs typeface="+mj-cs"/>
        </a:defRPr>
      </a:lvl1pPr>
    </p:titleStyle>
    <p:bodyStyle>
      <a:lvl1pPr marL="228600" indent="-228600" algn="l" defTabSz="914400" rtl="0" eaLnBrk="1" latinLnBrk="0" hangingPunct="1">
        <a:lnSpc>
          <a:spcPct val="114000"/>
        </a:lnSpc>
        <a:spcBef>
          <a:spcPts val="0"/>
        </a:spcBef>
        <a:spcAft>
          <a:spcPts val="0"/>
        </a:spcAft>
        <a:buFont typeface="Arial" panose="020B0604020202020204" pitchFamily="34" charset="0"/>
        <a:buChar char="•"/>
        <a:defRPr sz="2400" kern="1200">
          <a:solidFill>
            <a:srgbClr val="313A59"/>
          </a:solidFill>
          <a:latin typeface="Montserrat Light" panose="00000400000000000000" pitchFamily="50" charset="0"/>
          <a:ea typeface="+mn-ea"/>
          <a:cs typeface="+mn-cs"/>
        </a:defRPr>
      </a:lvl1pPr>
      <a:lvl2pPr marL="685800" indent="-228600" algn="l" defTabSz="914400" rtl="0" eaLnBrk="1" latinLnBrk="0" hangingPunct="1">
        <a:lnSpc>
          <a:spcPct val="114000"/>
        </a:lnSpc>
        <a:spcBef>
          <a:spcPts val="0"/>
        </a:spcBef>
        <a:spcAft>
          <a:spcPts val="0"/>
        </a:spcAft>
        <a:buFont typeface="Arial" panose="020B0604020202020204" pitchFamily="34" charset="0"/>
        <a:buChar char="•"/>
        <a:defRPr sz="2000" kern="1200">
          <a:solidFill>
            <a:srgbClr val="313A59"/>
          </a:solidFill>
          <a:latin typeface="Montserrat Light" panose="00000400000000000000" pitchFamily="50" charset="0"/>
          <a:ea typeface="+mn-ea"/>
          <a:cs typeface="+mn-cs"/>
        </a:defRPr>
      </a:lvl2pPr>
      <a:lvl3pPr marL="1143000" indent="-228600" algn="l" defTabSz="914400" rtl="0" eaLnBrk="1" latinLnBrk="0" hangingPunct="1">
        <a:lnSpc>
          <a:spcPct val="114000"/>
        </a:lnSpc>
        <a:spcBef>
          <a:spcPts val="0"/>
        </a:spcBef>
        <a:spcAft>
          <a:spcPts val="0"/>
        </a:spcAft>
        <a:buFont typeface="Arial" panose="020B0604020202020204" pitchFamily="34" charset="0"/>
        <a:buChar char="•"/>
        <a:defRPr sz="1800" kern="1200">
          <a:solidFill>
            <a:srgbClr val="313A59"/>
          </a:solidFill>
          <a:latin typeface="Montserrat Light" panose="00000400000000000000" pitchFamily="50" charset="0"/>
          <a:ea typeface="+mn-ea"/>
          <a:cs typeface="+mn-cs"/>
        </a:defRPr>
      </a:lvl3pPr>
      <a:lvl4pPr marL="1600200" indent="-228600" algn="l" defTabSz="914400" rtl="0" eaLnBrk="1" latinLnBrk="0" hangingPunct="1">
        <a:lnSpc>
          <a:spcPct val="114000"/>
        </a:lnSpc>
        <a:spcBef>
          <a:spcPts val="0"/>
        </a:spcBef>
        <a:spcAft>
          <a:spcPts val="0"/>
        </a:spcAft>
        <a:buFont typeface="Arial" panose="020B0604020202020204" pitchFamily="34" charset="0"/>
        <a:buChar char="•"/>
        <a:defRPr sz="1600" kern="1200">
          <a:solidFill>
            <a:srgbClr val="313A59"/>
          </a:solidFill>
          <a:latin typeface="Montserrat Light" panose="00000400000000000000" pitchFamily="50" charset="0"/>
          <a:ea typeface="+mn-ea"/>
          <a:cs typeface="+mn-cs"/>
        </a:defRPr>
      </a:lvl4pPr>
      <a:lvl5pPr marL="2057400" indent="-228600" algn="l" defTabSz="914400" rtl="0" eaLnBrk="1" latinLnBrk="0" hangingPunct="1">
        <a:lnSpc>
          <a:spcPct val="114000"/>
        </a:lnSpc>
        <a:spcBef>
          <a:spcPts val="0"/>
        </a:spcBef>
        <a:spcAft>
          <a:spcPts val="0"/>
        </a:spcAft>
        <a:buFont typeface="Arial" panose="020B0604020202020204" pitchFamily="34" charset="0"/>
        <a:buChar char="•"/>
        <a:defRPr sz="1400" kern="1200">
          <a:solidFill>
            <a:srgbClr val="313A59"/>
          </a:solidFill>
          <a:latin typeface="Montserrat Light" panose="00000400000000000000" pitchFamily="50"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hyperlink" Target="mailto:cmc-pool@10thmagnitdue.com" TargetMode="External"/><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rmAutofit fontScale="90000"/>
          </a:bodyPr>
          <a:lstStyle/>
          <a:p>
            <a:br>
              <a:rPr lang="en-US" sz="4800" dirty="0"/>
            </a:br>
            <a:br>
              <a:rPr lang="en-US" sz="4800" dirty="0"/>
            </a:br>
            <a:br>
              <a:rPr lang="en-US" sz="4800" dirty="0"/>
            </a:br>
            <a:r>
              <a:rPr lang="en-US" sz="3600" dirty="0"/>
              <a:t>A detailed overview of</a:t>
            </a:r>
            <a:br>
              <a:rPr lang="en-US" sz="4800" dirty="0"/>
            </a:br>
            <a:r>
              <a:rPr lang="en-US" sz="4800" dirty="0"/>
              <a:t>The 10M Migration Process</a:t>
            </a:r>
          </a:p>
        </p:txBody>
      </p:sp>
    </p:spTree>
    <p:extLst>
      <p:ext uri="{BB962C8B-B14F-4D97-AF65-F5344CB8AC3E}">
        <p14:creationId xmlns:p14="http://schemas.microsoft.com/office/powerpoint/2010/main" val="2933063731"/>
      </p:ext>
    </p:extLst>
  </p:cSld>
  <p:clrMapOvr>
    <a:masterClrMapping/>
  </p:clrMapOvr>
  <p:transition spd="slow">
    <p:cove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64811-9021-4D76-BB33-C00BBF026B9E}"/>
              </a:ext>
            </a:extLst>
          </p:cNvPr>
          <p:cNvSpPr>
            <a:spLocks noGrp="1"/>
          </p:cNvSpPr>
          <p:nvPr>
            <p:ph type="title"/>
          </p:nvPr>
        </p:nvSpPr>
        <p:spPr/>
        <p:txBody>
          <a:bodyPr/>
          <a:lstStyle/>
          <a:p>
            <a:r>
              <a:rPr lang="en-US" dirty="0"/>
              <a:t>Agenda</a:t>
            </a:r>
            <a:endParaRPr lang="en-UG" dirty="0"/>
          </a:p>
        </p:txBody>
      </p:sp>
      <p:sp>
        <p:nvSpPr>
          <p:cNvPr id="3" name="Content Placeholder 2">
            <a:extLst>
              <a:ext uri="{FF2B5EF4-FFF2-40B4-BE49-F238E27FC236}">
                <a16:creationId xmlns:a16="http://schemas.microsoft.com/office/drawing/2014/main" id="{C49BE286-40EE-4AEB-9684-F03ECFDDE409}"/>
              </a:ext>
            </a:extLst>
          </p:cNvPr>
          <p:cNvSpPr>
            <a:spLocks noGrp="1"/>
          </p:cNvSpPr>
          <p:nvPr>
            <p:ph idx="1"/>
          </p:nvPr>
        </p:nvSpPr>
        <p:spPr/>
        <p:txBody>
          <a:bodyPr>
            <a:normAutofit/>
          </a:bodyPr>
          <a:lstStyle/>
          <a:p>
            <a:pPr marL="342900" marR="0" lvl="0" indent="-342900">
              <a:spcBef>
                <a:spcPts val="0"/>
              </a:spcBef>
              <a:spcAft>
                <a:spcPts val="0"/>
              </a:spcAft>
              <a:buFont typeface="Symbol" panose="05050102010706020507" pitchFamily="18" charset="2"/>
              <a:buChar char=""/>
            </a:pPr>
            <a:r>
              <a:rPr lang="en-US" sz="2800" dirty="0">
                <a:effectLst/>
                <a:latin typeface="Calibri" panose="020F0502020204030204" pitchFamily="34" charset="0"/>
                <a:ea typeface="Times New Roman" panose="02020603050405020304" pitchFamily="18" charset="0"/>
              </a:rPr>
              <a:t>Project setup</a:t>
            </a:r>
            <a:endParaRPr lang="en-US" sz="2800" dirty="0">
              <a:effectLst/>
              <a:latin typeface="Calibri" panose="020F0502020204030204" pitchFamily="34" charset="0"/>
              <a:ea typeface="Calibri" panose="020F0502020204030204" pitchFamily="34" charset="0"/>
            </a:endParaRPr>
          </a:p>
          <a:p>
            <a:pPr marL="342900" indent="-342900">
              <a:buFont typeface="Symbol" panose="05050102010706020507" pitchFamily="18" charset="2"/>
              <a:buChar char=""/>
            </a:pPr>
            <a:r>
              <a:rPr lang="en-US" sz="2800" dirty="0">
                <a:latin typeface="Calibri" panose="020F0502020204030204" pitchFamily="34" charset="0"/>
                <a:ea typeface="Times New Roman" panose="02020603050405020304" pitchFamily="18" charset="0"/>
              </a:rPr>
              <a:t>Workload planning</a:t>
            </a:r>
          </a:p>
          <a:p>
            <a:pPr marL="342900" marR="0" lvl="0" indent="-342900">
              <a:spcBef>
                <a:spcPts val="0"/>
              </a:spcBef>
              <a:spcAft>
                <a:spcPts val="0"/>
              </a:spcAft>
              <a:buFont typeface="Symbol" panose="05050102010706020507" pitchFamily="18" charset="2"/>
              <a:buChar char=""/>
            </a:pPr>
            <a:r>
              <a:rPr lang="en-US" sz="2800" dirty="0">
                <a:effectLst/>
                <a:latin typeface="Calibri" panose="020F0502020204030204" pitchFamily="34" charset="0"/>
                <a:ea typeface="Times New Roman" panose="02020603050405020304" pitchFamily="18" charset="0"/>
              </a:rPr>
              <a:t>Project backlogs</a:t>
            </a:r>
          </a:p>
          <a:p>
            <a:pPr marL="342900" marR="0" lvl="0" indent="-342900">
              <a:spcBef>
                <a:spcPts val="0"/>
              </a:spcBef>
              <a:spcAft>
                <a:spcPts val="0"/>
              </a:spcAft>
              <a:buFont typeface="Symbol" panose="05050102010706020507" pitchFamily="18" charset="2"/>
              <a:buChar char=""/>
            </a:pPr>
            <a:r>
              <a:rPr lang="en-US" sz="2800" dirty="0">
                <a:effectLst/>
                <a:latin typeface="Calibri" panose="020F0502020204030204" pitchFamily="34" charset="0"/>
                <a:ea typeface="Times New Roman" panose="02020603050405020304" pitchFamily="18" charset="0"/>
              </a:rPr>
              <a:t>Landing zone assessment</a:t>
            </a:r>
            <a:endParaRPr lang="en-US" sz="2800" dirty="0">
              <a:effectLst/>
              <a:latin typeface="Calibri" panose="020F0502020204030204" pitchFamily="34" charset="0"/>
              <a:ea typeface="Calibri" panose="020F0502020204030204" pitchFamily="34" charset="0"/>
            </a:endParaRPr>
          </a:p>
          <a:p>
            <a:pPr marL="342900" marR="0" lvl="0" indent="-342900">
              <a:spcBef>
                <a:spcPts val="0"/>
              </a:spcBef>
              <a:spcAft>
                <a:spcPts val="0"/>
              </a:spcAft>
              <a:buFont typeface="Symbol" panose="05050102010706020507" pitchFamily="18" charset="2"/>
              <a:buChar char=""/>
            </a:pPr>
            <a:r>
              <a:rPr lang="en-US" sz="2800" dirty="0">
                <a:effectLst/>
                <a:latin typeface="Calibri" panose="020F0502020204030204" pitchFamily="34" charset="0"/>
                <a:ea typeface="Times New Roman" panose="02020603050405020304" pitchFamily="18" charset="0"/>
              </a:rPr>
              <a:t>Migration tooling</a:t>
            </a:r>
          </a:p>
          <a:p>
            <a:pPr marL="342900" marR="0" lvl="0" indent="-342900">
              <a:spcBef>
                <a:spcPts val="0"/>
              </a:spcBef>
              <a:spcAft>
                <a:spcPts val="0"/>
              </a:spcAft>
              <a:buFont typeface="Symbol" panose="05050102010706020507" pitchFamily="18" charset="2"/>
              <a:buChar char=""/>
            </a:pPr>
            <a:r>
              <a:rPr lang="en-US" sz="2800" dirty="0">
                <a:latin typeface="Calibri" panose="020F0502020204030204" pitchFamily="34" charset="0"/>
                <a:ea typeface="Times New Roman" panose="02020603050405020304" pitchFamily="18" charset="0"/>
              </a:rPr>
              <a:t>Migration Pilot</a:t>
            </a:r>
            <a:endParaRPr lang="en-US" sz="2800" dirty="0">
              <a:effectLst/>
              <a:latin typeface="Calibri" panose="020F0502020204030204" pitchFamily="34" charset="0"/>
              <a:ea typeface="Times New Roman" panose="02020603050405020304" pitchFamily="18" charset="0"/>
            </a:endParaRPr>
          </a:p>
          <a:p>
            <a:pPr marL="342900" marR="0" lvl="0" indent="-342900">
              <a:spcBef>
                <a:spcPts val="0"/>
              </a:spcBef>
              <a:spcAft>
                <a:spcPts val="0"/>
              </a:spcAft>
              <a:buFont typeface="Symbol" panose="05050102010706020507" pitchFamily="18" charset="2"/>
              <a:buChar char=""/>
            </a:pPr>
            <a:r>
              <a:rPr lang="en-US" sz="2800" dirty="0">
                <a:latin typeface="Calibri" panose="020F0502020204030204" pitchFamily="34" charset="0"/>
                <a:ea typeface="Times New Roman" panose="02020603050405020304" pitchFamily="18" charset="0"/>
              </a:rPr>
              <a:t>Workload discovery</a:t>
            </a:r>
            <a:endParaRPr lang="en-US" sz="2800" dirty="0">
              <a:effectLst/>
              <a:latin typeface="Calibri" panose="020F0502020204030204" pitchFamily="34" charset="0"/>
              <a:ea typeface="Times New Roman" panose="02020603050405020304" pitchFamily="18" charset="0"/>
            </a:endParaRPr>
          </a:p>
          <a:p>
            <a:pPr marL="342900" marR="0" lvl="0" indent="-342900">
              <a:spcBef>
                <a:spcPts val="0"/>
              </a:spcBef>
              <a:spcAft>
                <a:spcPts val="0"/>
              </a:spcAft>
              <a:buFont typeface="Symbol" panose="05050102010706020507" pitchFamily="18" charset="2"/>
              <a:buChar char=""/>
            </a:pPr>
            <a:r>
              <a:rPr lang="en-US" sz="2800" dirty="0">
                <a:effectLst/>
                <a:latin typeface="Calibri" panose="020F0502020204030204" pitchFamily="34" charset="0"/>
                <a:ea typeface="Times New Roman" panose="02020603050405020304" pitchFamily="18" charset="0"/>
              </a:rPr>
              <a:t>Migration</a:t>
            </a:r>
            <a:endParaRPr lang="en-US" sz="2800" dirty="0">
              <a:effectLst/>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14756228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64811-9021-4D76-BB33-C00BBF026B9E}"/>
              </a:ext>
            </a:extLst>
          </p:cNvPr>
          <p:cNvSpPr>
            <a:spLocks noGrp="1"/>
          </p:cNvSpPr>
          <p:nvPr>
            <p:ph type="title"/>
          </p:nvPr>
        </p:nvSpPr>
        <p:spPr/>
        <p:txBody>
          <a:bodyPr/>
          <a:lstStyle/>
          <a:p>
            <a:r>
              <a:rPr lang="en-US" dirty="0"/>
              <a:t>Project Setup – Getting Started</a:t>
            </a:r>
            <a:endParaRPr lang="en-UG" dirty="0"/>
          </a:p>
        </p:txBody>
      </p:sp>
      <p:sp>
        <p:nvSpPr>
          <p:cNvPr id="3" name="Content Placeholder 2">
            <a:extLst>
              <a:ext uri="{FF2B5EF4-FFF2-40B4-BE49-F238E27FC236}">
                <a16:creationId xmlns:a16="http://schemas.microsoft.com/office/drawing/2014/main" id="{C49BE286-40EE-4AEB-9684-F03ECFDDE409}"/>
              </a:ext>
            </a:extLst>
          </p:cNvPr>
          <p:cNvSpPr>
            <a:spLocks noGrp="1"/>
          </p:cNvSpPr>
          <p:nvPr>
            <p:ph idx="1"/>
          </p:nvPr>
        </p:nvSpPr>
        <p:spPr>
          <a:xfrm>
            <a:off x="838200" y="1516699"/>
            <a:ext cx="7620000" cy="4660264"/>
          </a:xfrm>
        </p:spPr>
        <p:txBody>
          <a:bodyPr>
            <a:normAutofit/>
          </a:bodyPr>
          <a:lstStyle/>
          <a:p>
            <a:pPr marL="342900" indent="-342900">
              <a:buFont typeface="Symbol" panose="05050102010706020507" pitchFamily="18" charset="2"/>
              <a:buChar char=""/>
            </a:pPr>
            <a:r>
              <a:rPr lang="en-US" sz="2800" dirty="0">
                <a:effectLst/>
                <a:latin typeface="Calibri" panose="020F0502020204030204" pitchFamily="34" charset="0"/>
                <a:ea typeface="Times New Roman" panose="02020603050405020304" pitchFamily="18" charset="0"/>
              </a:rPr>
              <a:t>Client Onboarding</a:t>
            </a:r>
          </a:p>
          <a:p>
            <a:pPr marL="800100" lvl="1" indent="-342900">
              <a:buFont typeface="Symbol" panose="05050102010706020507" pitchFamily="18" charset="2"/>
              <a:buChar char=""/>
            </a:pPr>
            <a:r>
              <a:rPr lang="en-US" sz="2400" dirty="0">
                <a:latin typeface="Calibri" panose="020F0502020204030204" pitchFamily="34" charset="0"/>
                <a:ea typeface="Calibri" panose="020F0502020204030204" pitchFamily="34" charset="0"/>
              </a:rPr>
              <a:t>Initial communications</a:t>
            </a:r>
          </a:p>
          <a:p>
            <a:pPr marL="800100" lvl="1" indent="-342900">
              <a:buFont typeface="Symbol" panose="05050102010706020507" pitchFamily="18" charset="2"/>
              <a:buChar char=""/>
            </a:pPr>
            <a:r>
              <a:rPr lang="en-US" sz="2400" dirty="0">
                <a:latin typeface="Calibri" panose="020F0502020204030204" pitchFamily="34" charset="0"/>
                <a:ea typeface="Times New Roman" panose="02020603050405020304" pitchFamily="18" charset="0"/>
              </a:rPr>
              <a:t>Request project platform and communications channels through the Service Desk (</a:t>
            </a:r>
            <a:r>
              <a:rPr lang="en-US" sz="2400" dirty="0" err="1">
                <a:latin typeface="Calibri" panose="020F0502020204030204" pitchFamily="34" charset="0"/>
                <a:ea typeface="Times New Roman" panose="02020603050405020304" pitchFamily="18" charset="0"/>
              </a:rPr>
              <a:t>SAManage</a:t>
            </a:r>
            <a:r>
              <a:rPr lang="en-US" sz="2400" dirty="0">
                <a:latin typeface="Calibri" panose="020F0502020204030204" pitchFamily="34" charset="0"/>
                <a:ea typeface="Times New Roman" panose="02020603050405020304" pitchFamily="18" charset="0"/>
              </a:rPr>
              <a:t>)</a:t>
            </a:r>
          </a:p>
          <a:p>
            <a:pPr marL="1257300" lvl="2" indent="-342900">
              <a:buFont typeface="Symbol" panose="05050102010706020507" pitchFamily="18" charset="2"/>
              <a:buChar char=""/>
            </a:pPr>
            <a:r>
              <a:rPr lang="en-US" sz="2200" dirty="0">
                <a:latin typeface="Calibri" panose="020F0502020204030204" pitchFamily="34" charset="0"/>
                <a:ea typeface="Times New Roman" panose="02020603050405020304" pitchFamily="18" charset="0"/>
              </a:rPr>
              <a:t>Azure DevOps Org for the client</a:t>
            </a:r>
            <a:endParaRPr lang="en-US" sz="2000" dirty="0">
              <a:latin typeface="Calibri" panose="020F0502020204030204" pitchFamily="34" charset="0"/>
              <a:ea typeface="Times New Roman" panose="02020603050405020304" pitchFamily="18" charset="0"/>
            </a:endParaRPr>
          </a:p>
          <a:p>
            <a:pPr marL="1257300" lvl="2" indent="-342900">
              <a:buFont typeface="Symbol" panose="05050102010706020507" pitchFamily="18" charset="2"/>
              <a:buChar char=""/>
            </a:pPr>
            <a:r>
              <a:rPr lang="en-US" sz="2200" dirty="0">
                <a:latin typeface="Calibri" panose="020F0502020204030204" pitchFamily="34" charset="0"/>
                <a:ea typeface="Times New Roman" panose="02020603050405020304" pitchFamily="18" charset="0"/>
              </a:rPr>
              <a:t>Internal/External Teams channels</a:t>
            </a:r>
            <a:endParaRPr lang="en-US" sz="2600" dirty="0">
              <a:effectLst/>
              <a:latin typeface="Calibri" panose="020F0502020204030204" pitchFamily="34" charset="0"/>
              <a:ea typeface="Times New Roman" panose="02020603050405020304" pitchFamily="18" charset="0"/>
            </a:endParaRPr>
          </a:p>
          <a:p>
            <a:pPr marL="800100" lvl="1" indent="-342900">
              <a:buFont typeface="Symbol" panose="05050102010706020507" pitchFamily="18" charset="2"/>
              <a:buChar char=""/>
            </a:pPr>
            <a:r>
              <a:rPr lang="en-US" sz="2400" dirty="0">
                <a:effectLst/>
                <a:latin typeface="Calibri" panose="020F0502020204030204" pitchFamily="34" charset="0"/>
                <a:ea typeface="Calibri" panose="020F0502020204030204" pitchFamily="34" charset="0"/>
              </a:rPr>
              <a:t>Sending the welcome kit</a:t>
            </a:r>
          </a:p>
          <a:p>
            <a:pPr marL="1257300" lvl="2" indent="-342900">
              <a:buFont typeface="Symbol" panose="05050102010706020507" pitchFamily="18" charset="2"/>
              <a:buChar char=""/>
            </a:pPr>
            <a:r>
              <a:rPr lang="en-US" sz="2200" dirty="0">
                <a:latin typeface="Calibri" panose="020F0502020204030204" pitchFamily="34" charset="0"/>
                <a:ea typeface="Calibri" panose="020F0502020204030204" pitchFamily="34" charset="0"/>
              </a:rPr>
              <a:t>What is it?</a:t>
            </a:r>
          </a:p>
          <a:p>
            <a:pPr marL="1257300" lvl="2" indent="-342900">
              <a:buFont typeface="Symbol" panose="05050102010706020507" pitchFamily="18" charset="2"/>
              <a:buChar char=""/>
            </a:pPr>
            <a:r>
              <a:rPr lang="en-US" sz="2200" dirty="0">
                <a:effectLst/>
                <a:latin typeface="Calibri" panose="020F0502020204030204" pitchFamily="34" charset="0"/>
                <a:ea typeface="Calibri" panose="020F0502020204030204" pitchFamily="34" charset="0"/>
              </a:rPr>
              <a:t>Why its important</a:t>
            </a:r>
          </a:p>
          <a:p>
            <a:pPr marL="800100" lvl="1" indent="-342900">
              <a:buFont typeface="Symbol" panose="05050102010706020507" pitchFamily="18" charset="2"/>
              <a:buChar char=""/>
            </a:pPr>
            <a:r>
              <a:rPr lang="en-US" sz="2400" dirty="0">
                <a:latin typeface="Calibri" panose="020F0502020204030204" pitchFamily="34" charset="0"/>
                <a:ea typeface="Calibri" panose="020F0502020204030204" pitchFamily="34" charset="0"/>
              </a:rPr>
              <a:t>Setting up backlogs in DevOps from template</a:t>
            </a:r>
          </a:p>
          <a:p>
            <a:pPr marL="1257300" lvl="2" indent="-342900">
              <a:buFont typeface="Symbol" panose="05050102010706020507" pitchFamily="18" charset="2"/>
              <a:buChar char=""/>
            </a:pPr>
            <a:r>
              <a:rPr lang="en-US" sz="2200" dirty="0">
                <a:effectLst/>
                <a:latin typeface="Calibri" panose="020F0502020204030204" pitchFamily="34" charset="0"/>
                <a:ea typeface="Calibri" panose="020F0502020204030204" pitchFamily="34" charset="0"/>
              </a:rPr>
              <a:t>Handled by the project tech lead/architect</a:t>
            </a:r>
          </a:p>
        </p:txBody>
      </p:sp>
      <p:grpSp>
        <p:nvGrpSpPr>
          <p:cNvPr id="7" name="Group 6">
            <a:extLst>
              <a:ext uri="{FF2B5EF4-FFF2-40B4-BE49-F238E27FC236}">
                <a16:creationId xmlns:a16="http://schemas.microsoft.com/office/drawing/2014/main" id="{F53C0AEF-EE6B-42C0-B22C-694BE2A36103}"/>
              </a:ext>
            </a:extLst>
          </p:cNvPr>
          <p:cNvGrpSpPr/>
          <p:nvPr/>
        </p:nvGrpSpPr>
        <p:grpSpPr>
          <a:xfrm>
            <a:off x="8149162" y="1376593"/>
            <a:ext cx="3479942" cy="2705200"/>
            <a:chOff x="8031174" y="2389239"/>
            <a:chExt cx="2968664" cy="2403023"/>
          </a:xfrm>
        </p:grpSpPr>
        <p:pic>
          <p:nvPicPr>
            <p:cNvPr id="5" name="Picture 4">
              <a:extLst>
                <a:ext uri="{FF2B5EF4-FFF2-40B4-BE49-F238E27FC236}">
                  <a16:creationId xmlns:a16="http://schemas.microsoft.com/office/drawing/2014/main" id="{2947DE94-CE81-4E56-8F64-FB880EA8385D}"/>
                </a:ext>
              </a:extLst>
            </p:cNvPr>
            <p:cNvPicPr>
              <a:picLocks noChangeAspect="1"/>
            </p:cNvPicPr>
            <p:nvPr/>
          </p:nvPicPr>
          <p:blipFill>
            <a:blip r:embed="rId3"/>
            <a:stretch>
              <a:fillRect/>
            </a:stretch>
          </p:blipFill>
          <p:spPr>
            <a:xfrm>
              <a:off x="8031175" y="2389239"/>
              <a:ext cx="2968663" cy="2403023"/>
            </a:xfrm>
            <a:prstGeom prst="rect">
              <a:avLst/>
            </a:prstGeom>
          </p:spPr>
        </p:pic>
        <p:sp>
          <p:nvSpPr>
            <p:cNvPr id="6" name="Rectangle 5">
              <a:extLst>
                <a:ext uri="{FF2B5EF4-FFF2-40B4-BE49-F238E27FC236}">
                  <a16:creationId xmlns:a16="http://schemas.microsoft.com/office/drawing/2014/main" id="{4EE3CD74-73CA-49C1-B335-F6CD87016BBA}"/>
                </a:ext>
              </a:extLst>
            </p:cNvPr>
            <p:cNvSpPr/>
            <p:nvPr/>
          </p:nvSpPr>
          <p:spPr>
            <a:xfrm>
              <a:off x="8031174" y="2389239"/>
              <a:ext cx="2968663" cy="240302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1865948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64811-9021-4D76-BB33-C00BBF026B9E}"/>
              </a:ext>
            </a:extLst>
          </p:cNvPr>
          <p:cNvSpPr>
            <a:spLocks noGrp="1"/>
          </p:cNvSpPr>
          <p:nvPr>
            <p:ph type="title"/>
          </p:nvPr>
        </p:nvSpPr>
        <p:spPr/>
        <p:txBody>
          <a:bodyPr/>
          <a:lstStyle/>
          <a:p>
            <a:r>
              <a:rPr lang="en-US" dirty="0"/>
              <a:t>Project Setup – Collaboration</a:t>
            </a:r>
            <a:endParaRPr lang="en-UG" dirty="0"/>
          </a:p>
        </p:txBody>
      </p:sp>
      <p:sp>
        <p:nvSpPr>
          <p:cNvPr id="3" name="Content Placeholder 2">
            <a:extLst>
              <a:ext uri="{FF2B5EF4-FFF2-40B4-BE49-F238E27FC236}">
                <a16:creationId xmlns:a16="http://schemas.microsoft.com/office/drawing/2014/main" id="{C49BE286-40EE-4AEB-9684-F03ECFDDE409}"/>
              </a:ext>
            </a:extLst>
          </p:cNvPr>
          <p:cNvSpPr>
            <a:spLocks noGrp="1"/>
          </p:cNvSpPr>
          <p:nvPr>
            <p:ph idx="1"/>
          </p:nvPr>
        </p:nvSpPr>
        <p:spPr>
          <a:xfrm>
            <a:off x="838199" y="1516699"/>
            <a:ext cx="10267335" cy="4660264"/>
          </a:xfrm>
        </p:spPr>
        <p:txBody>
          <a:bodyPr>
            <a:normAutofit/>
          </a:bodyPr>
          <a:lstStyle/>
          <a:p>
            <a:pPr marL="342900" indent="-342900">
              <a:buFont typeface="Symbol" panose="05050102010706020507" pitchFamily="18" charset="2"/>
              <a:buChar char=""/>
            </a:pPr>
            <a:r>
              <a:rPr lang="en-US" dirty="0">
                <a:effectLst/>
                <a:latin typeface="Calibri" panose="020F0502020204030204" pitchFamily="34" charset="0"/>
                <a:ea typeface="Calibri" panose="020F0502020204030204" pitchFamily="34" charset="0"/>
              </a:rPr>
              <a:t>In addition to the </a:t>
            </a:r>
            <a:r>
              <a:rPr lang="en-US" dirty="0">
                <a:latin typeface="Calibri" panose="020F0502020204030204" pitchFamily="34" charset="0"/>
                <a:ea typeface="Calibri" panose="020F0502020204030204" pitchFamily="34" charset="0"/>
              </a:rPr>
              <a:t>project </a:t>
            </a:r>
            <a:r>
              <a:rPr lang="en-US" dirty="0">
                <a:effectLst/>
                <a:latin typeface="Calibri" panose="020F0502020204030204" pitchFamily="34" charset="0"/>
                <a:ea typeface="Calibri" panose="020F0502020204030204" pitchFamily="34" charset="0"/>
              </a:rPr>
              <a:t>meetings, the CMC will setup and host a 1-2x week cadence to sync with the project leadership. This allows us to work through any issues internally, strategize, and plan capacity.</a:t>
            </a:r>
          </a:p>
          <a:p>
            <a:pPr marL="342900" indent="-342900">
              <a:buFont typeface="Symbol" panose="05050102010706020507" pitchFamily="18" charset="2"/>
              <a:buChar char=""/>
            </a:pPr>
            <a:r>
              <a:rPr lang="en-US" dirty="0">
                <a:latin typeface="Calibri" panose="020F0502020204030204" pitchFamily="34" charset="0"/>
                <a:ea typeface="Calibri" panose="020F0502020204030204" pitchFamily="34" charset="0"/>
              </a:rPr>
              <a:t>Teams channels</a:t>
            </a:r>
          </a:p>
          <a:p>
            <a:pPr marL="800100" lvl="1" indent="-342900">
              <a:buFont typeface="Symbol" panose="05050102010706020507" pitchFamily="18" charset="2"/>
              <a:buChar char=""/>
            </a:pPr>
            <a:r>
              <a:rPr lang="en-US" dirty="0">
                <a:latin typeface="Calibri" panose="020F0502020204030204" pitchFamily="34" charset="0"/>
                <a:ea typeface="Calibri" panose="020F0502020204030204" pitchFamily="34" charset="0"/>
              </a:rPr>
              <a:t>Use internal channels (naming convention INTERNAL-Clients/INTERNAL-</a:t>
            </a:r>
            <a:r>
              <a:rPr lang="en-US" dirty="0" err="1">
                <a:latin typeface="Calibri" panose="020F0502020204030204" pitchFamily="34" charset="0"/>
                <a:ea typeface="Calibri" panose="020F0502020204030204" pitchFamily="34" charset="0"/>
              </a:rPr>
              <a:t>ClientName</a:t>
            </a:r>
            <a:r>
              <a:rPr lang="en-US" dirty="0">
                <a:latin typeface="Calibri" panose="020F0502020204030204" pitchFamily="34" charset="0"/>
                <a:ea typeface="Calibri" panose="020F0502020204030204" pitchFamily="34" charset="0"/>
              </a:rPr>
              <a:t>) for internal collaboration, file sharing, file staging</a:t>
            </a:r>
          </a:p>
          <a:p>
            <a:pPr marL="800100" lvl="1" indent="-342900">
              <a:buFont typeface="Symbol" panose="05050102010706020507" pitchFamily="18" charset="2"/>
              <a:buChar char=""/>
            </a:pPr>
            <a:r>
              <a:rPr lang="en-US" dirty="0">
                <a:effectLst/>
                <a:latin typeface="Calibri" panose="020F0502020204030204" pitchFamily="34" charset="0"/>
                <a:ea typeface="Calibri" panose="020F0502020204030204" pitchFamily="34" charset="0"/>
              </a:rPr>
              <a:t>Use external channels (naming convention Client-Name) for client collaboration and file sharing</a:t>
            </a:r>
          </a:p>
          <a:p>
            <a:pPr marL="800100" lvl="1" indent="-342900">
              <a:buFont typeface="Symbol" panose="05050102010706020507" pitchFamily="18" charset="2"/>
              <a:buChar char=""/>
            </a:pPr>
            <a:r>
              <a:rPr lang="en-US" dirty="0">
                <a:effectLst/>
                <a:latin typeface="Calibri" panose="020F0502020204030204" pitchFamily="34" charset="0"/>
                <a:ea typeface="Calibri" panose="020F0502020204030204" pitchFamily="34" charset="0"/>
              </a:rPr>
              <a:t>Other internal channels to get questions quickly answered</a:t>
            </a:r>
          </a:p>
          <a:p>
            <a:pPr marL="1257300" lvl="2" indent="-342900">
              <a:buFont typeface="Symbol" panose="05050102010706020507" pitchFamily="18" charset="2"/>
              <a:buChar char=""/>
            </a:pPr>
            <a:r>
              <a:rPr lang="en-US" dirty="0">
                <a:latin typeface="Calibri" panose="020F0502020204030204" pitchFamily="34" charset="0"/>
                <a:ea typeface="Calibri" panose="020F0502020204030204" pitchFamily="34" charset="0"/>
              </a:rPr>
              <a:t>10M – Solutions Development / ACM – Azure Cloud Migration</a:t>
            </a:r>
            <a:endParaRPr lang="en-US" dirty="0">
              <a:effectLst/>
              <a:latin typeface="Calibri" panose="020F0502020204030204" pitchFamily="34" charset="0"/>
              <a:ea typeface="Calibri" panose="020F0502020204030204" pitchFamily="34" charset="0"/>
            </a:endParaRPr>
          </a:p>
          <a:p>
            <a:pPr marL="800100" lvl="1" indent="-342900">
              <a:buFont typeface="Symbol" panose="05050102010706020507" pitchFamily="18" charset="2"/>
              <a:buChar char=""/>
            </a:pPr>
            <a:endParaRPr lang="en-US" dirty="0">
              <a:effectLst/>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28453853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64811-9021-4D76-BB33-C00BBF026B9E}"/>
              </a:ext>
            </a:extLst>
          </p:cNvPr>
          <p:cNvSpPr>
            <a:spLocks noGrp="1"/>
          </p:cNvSpPr>
          <p:nvPr>
            <p:ph type="title"/>
          </p:nvPr>
        </p:nvSpPr>
        <p:spPr/>
        <p:txBody>
          <a:bodyPr/>
          <a:lstStyle/>
          <a:p>
            <a:r>
              <a:rPr lang="en-US" dirty="0"/>
              <a:t>Workload Planning</a:t>
            </a:r>
            <a:endParaRPr lang="en-UG" dirty="0"/>
          </a:p>
        </p:txBody>
      </p:sp>
      <p:sp>
        <p:nvSpPr>
          <p:cNvPr id="3" name="Content Placeholder 2">
            <a:extLst>
              <a:ext uri="{FF2B5EF4-FFF2-40B4-BE49-F238E27FC236}">
                <a16:creationId xmlns:a16="http://schemas.microsoft.com/office/drawing/2014/main" id="{C49BE286-40EE-4AEB-9684-F03ECFDDE409}"/>
              </a:ext>
            </a:extLst>
          </p:cNvPr>
          <p:cNvSpPr>
            <a:spLocks noGrp="1"/>
          </p:cNvSpPr>
          <p:nvPr>
            <p:ph idx="1"/>
          </p:nvPr>
        </p:nvSpPr>
        <p:spPr>
          <a:xfrm>
            <a:off x="838200" y="1516699"/>
            <a:ext cx="10134600" cy="4660264"/>
          </a:xfrm>
        </p:spPr>
        <p:txBody>
          <a:bodyPr>
            <a:normAutofit/>
          </a:bodyPr>
          <a:lstStyle/>
          <a:p>
            <a:pPr marL="342900" indent="-342900">
              <a:buFont typeface="Symbol" panose="05050102010706020507" pitchFamily="18" charset="2"/>
              <a:buChar char=""/>
            </a:pPr>
            <a:r>
              <a:rPr lang="en-US" sz="2800" dirty="0">
                <a:latin typeface="Calibri" panose="020F0502020204030204" pitchFamily="34" charset="0"/>
                <a:ea typeface="Calibri" panose="020F0502020204030204" pitchFamily="34" charset="0"/>
              </a:rPr>
              <a:t>Initial planning</a:t>
            </a:r>
          </a:p>
          <a:p>
            <a:pPr marL="800100" lvl="1" indent="-342900">
              <a:buFont typeface="Symbol" panose="05050102010706020507" pitchFamily="18" charset="2"/>
              <a:buChar char=""/>
            </a:pPr>
            <a:r>
              <a:rPr lang="en-US" sz="2400" dirty="0">
                <a:effectLst/>
                <a:latin typeface="Calibri" panose="020F0502020204030204" pitchFamily="34" charset="0"/>
                <a:ea typeface="Calibri" panose="020F0502020204030204" pitchFamily="34" charset="0"/>
              </a:rPr>
              <a:t>Collaborative effort between DD/DM, tech lead/architect, migration analyst</a:t>
            </a:r>
          </a:p>
          <a:p>
            <a:pPr marL="800100" lvl="1" indent="-342900">
              <a:buFont typeface="Symbol" panose="05050102010706020507" pitchFamily="18" charset="2"/>
              <a:buChar char=""/>
            </a:pPr>
            <a:r>
              <a:rPr lang="en-US" sz="2400" dirty="0">
                <a:effectLst/>
                <a:latin typeface="Calibri" panose="020F0502020204030204" pitchFamily="34" charset="0"/>
                <a:ea typeface="Calibri" panose="020F0502020204030204" pitchFamily="34" charset="0"/>
              </a:rPr>
              <a:t>Gather</a:t>
            </a:r>
            <a:r>
              <a:rPr lang="en-US" sz="2400" dirty="0">
                <a:latin typeface="Calibri" panose="020F0502020204030204" pitchFamily="34" charset="0"/>
                <a:ea typeface="Calibri" panose="020F0502020204030204" pitchFamily="34" charset="0"/>
              </a:rPr>
              <a:t>ing workload and server lists from the client</a:t>
            </a:r>
          </a:p>
          <a:p>
            <a:pPr marL="800100" lvl="1" indent="-342900">
              <a:buFont typeface="Symbol" panose="05050102010706020507" pitchFamily="18" charset="2"/>
              <a:buChar char=""/>
            </a:pPr>
            <a:r>
              <a:rPr lang="en-US" sz="2400" dirty="0">
                <a:effectLst/>
                <a:latin typeface="Calibri" panose="020F0502020204030204" pitchFamily="34" charset="0"/>
                <a:ea typeface="Calibri" panose="020F0502020204030204" pitchFamily="34" charset="0"/>
              </a:rPr>
              <a:t>Identifying priority and migration scheduling factors (blackout periods, </a:t>
            </a:r>
            <a:r>
              <a:rPr lang="en-US" sz="2400" dirty="0" err="1">
                <a:effectLst/>
                <a:latin typeface="Calibri" panose="020F0502020204030204" pitchFamily="34" charset="0"/>
                <a:ea typeface="Calibri" panose="020F0502020204030204" pitchFamily="34" charset="0"/>
              </a:rPr>
              <a:t>etc</a:t>
            </a:r>
            <a:r>
              <a:rPr lang="en-US" sz="2400" dirty="0">
                <a:effectLst/>
                <a:latin typeface="Calibri" panose="020F0502020204030204" pitchFamily="34" charset="0"/>
                <a:ea typeface="Calibri" panose="020F0502020204030204" pitchFamily="34" charset="0"/>
              </a:rPr>
              <a:t>) for workloads</a:t>
            </a:r>
          </a:p>
          <a:p>
            <a:pPr marL="800100" lvl="1" indent="-342900">
              <a:buFont typeface="Symbol" panose="05050102010706020507" pitchFamily="18" charset="2"/>
              <a:buChar char=""/>
            </a:pPr>
            <a:r>
              <a:rPr lang="en-US" sz="2400" dirty="0">
                <a:latin typeface="Calibri" panose="020F0502020204030204" pitchFamily="34" charset="0"/>
                <a:ea typeface="Calibri" panose="020F0502020204030204" pitchFamily="34" charset="0"/>
              </a:rPr>
              <a:t>Creating a draft plan, schedule, and adapting client workload/server lists into our templates</a:t>
            </a:r>
          </a:p>
          <a:p>
            <a:pPr marL="342900" indent="-342900">
              <a:buFont typeface="Symbol" panose="05050102010706020507" pitchFamily="18" charset="2"/>
              <a:buChar char=""/>
            </a:pPr>
            <a:r>
              <a:rPr lang="en-US" sz="2800" dirty="0">
                <a:effectLst/>
                <a:latin typeface="Calibri" panose="020F0502020204030204" pitchFamily="34" charset="0"/>
                <a:ea typeface="Calibri" panose="020F0502020204030204" pitchFamily="34" charset="0"/>
              </a:rPr>
              <a:t>Ongoing effort for the duration of the project</a:t>
            </a:r>
          </a:p>
          <a:p>
            <a:pPr marL="800100" lvl="1" indent="-342900">
              <a:buFont typeface="Symbol" panose="05050102010706020507" pitchFamily="18" charset="2"/>
              <a:buChar char=""/>
            </a:pPr>
            <a:r>
              <a:rPr lang="en-US" sz="2400" dirty="0">
                <a:latin typeface="Calibri" panose="020F0502020204030204" pitchFamily="34" charset="0"/>
                <a:ea typeface="Calibri" panose="020F0502020204030204" pitchFamily="34" charset="0"/>
              </a:rPr>
              <a:t>Plans change due to various business factors</a:t>
            </a:r>
            <a:endParaRPr lang="en-US" sz="2400" dirty="0">
              <a:effectLst/>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16732582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64811-9021-4D76-BB33-C00BBF026B9E}"/>
              </a:ext>
            </a:extLst>
          </p:cNvPr>
          <p:cNvSpPr>
            <a:spLocks noGrp="1"/>
          </p:cNvSpPr>
          <p:nvPr>
            <p:ph type="title"/>
          </p:nvPr>
        </p:nvSpPr>
        <p:spPr/>
        <p:txBody>
          <a:bodyPr/>
          <a:lstStyle/>
          <a:p>
            <a:r>
              <a:rPr lang="en-US" dirty="0"/>
              <a:t>Workload Planning – Migration Schedule</a:t>
            </a:r>
            <a:endParaRPr lang="en-UG" dirty="0"/>
          </a:p>
        </p:txBody>
      </p:sp>
      <p:sp>
        <p:nvSpPr>
          <p:cNvPr id="3" name="Content Placeholder 2">
            <a:extLst>
              <a:ext uri="{FF2B5EF4-FFF2-40B4-BE49-F238E27FC236}">
                <a16:creationId xmlns:a16="http://schemas.microsoft.com/office/drawing/2014/main" id="{C49BE286-40EE-4AEB-9684-F03ECFDDE409}"/>
              </a:ext>
            </a:extLst>
          </p:cNvPr>
          <p:cNvSpPr>
            <a:spLocks noGrp="1"/>
          </p:cNvSpPr>
          <p:nvPr>
            <p:ph idx="1"/>
          </p:nvPr>
        </p:nvSpPr>
        <p:spPr>
          <a:xfrm>
            <a:off x="838200" y="1516700"/>
            <a:ext cx="10515600" cy="1484598"/>
          </a:xfrm>
        </p:spPr>
        <p:txBody>
          <a:bodyPr>
            <a:normAutofit fontScale="77500" lnSpcReduction="20000"/>
          </a:bodyPr>
          <a:lstStyle/>
          <a:p>
            <a:r>
              <a:rPr lang="en-US" sz="2800" dirty="0">
                <a:effectLst/>
                <a:latin typeface="Calibri" panose="020F0502020204030204" pitchFamily="34" charset="0"/>
                <a:ea typeface="Calibri" panose="020F0502020204030204" pitchFamily="34" charset="0"/>
              </a:rPr>
              <a:t>Build a central visual migration schedule</a:t>
            </a:r>
          </a:p>
          <a:p>
            <a:pPr lvl="1"/>
            <a:r>
              <a:rPr lang="en-US" sz="2400" dirty="0">
                <a:effectLst/>
                <a:latin typeface="Calibri" panose="020F0502020204030204" pitchFamily="34" charset="0"/>
                <a:ea typeface="Calibri" panose="020F0502020204030204" pitchFamily="34" charset="0"/>
              </a:rPr>
              <a:t>First draft should be completed by the DD/DM ASAP</a:t>
            </a:r>
          </a:p>
          <a:p>
            <a:pPr lvl="1"/>
            <a:r>
              <a:rPr lang="en-US" sz="2400" dirty="0">
                <a:effectLst/>
                <a:latin typeface="Calibri" panose="020F0502020204030204" pitchFamily="34" charset="0"/>
                <a:ea typeface="Calibri" panose="020F0502020204030204" pitchFamily="34" charset="0"/>
              </a:rPr>
              <a:t>Should </a:t>
            </a:r>
            <a:r>
              <a:rPr lang="en-US" sz="2400" dirty="0">
                <a:latin typeface="Calibri" panose="020F0502020204030204" pitchFamily="34" charset="0"/>
                <a:ea typeface="Calibri" panose="020F0502020204030204" pitchFamily="34" charset="0"/>
              </a:rPr>
              <a:t>note the full lifecycle of each workload and milestones</a:t>
            </a:r>
          </a:p>
          <a:p>
            <a:pPr lvl="2"/>
            <a:r>
              <a:rPr lang="en-US" sz="2200" dirty="0">
                <a:latin typeface="Calibri" panose="020F0502020204030204" pitchFamily="34" charset="0"/>
                <a:ea typeface="Calibri" panose="020F0502020204030204" pitchFamily="34" charset="0"/>
              </a:rPr>
              <a:t>Timeline for discovery &gt; replication &gt; failover test &gt; cutover window &gt; handoff</a:t>
            </a:r>
          </a:p>
          <a:p>
            <a:pPr lvl="1"/>
            <a:r>
              <a:rPr lang="en-US" sz="2400" dirty="0">
                <a:latin typeface="Calibri" panose="020F0502020204030204" pitchFamily="34" charset="0"/>
                <a:ea typeface="Calibri" panose="020F0502020204030204" pitchFamily="34" charset="0"/>
              </a:rPr>
              <a:t>Easy to present where we are the project and what's coming as it progresses</a:t>
            </a:r>
            <a:endParaRPr lang="en-US" sz="2400" dirty="0">
              <a:effectLst/>
              <a:latin typeface="Calibri" panose="020F0502020204030204" pitchFamily="34" charset="0"/>
              <a:ea typeface="Calibri" panose="020F0502020204030204" pitchFamily="34" charset="0"/>
            </a:endParaRPr>
          </a:p>
        </p:txBody>
      </p:sp>
      <p:pic>
        <p:nvPicPr>
          <p:cNvPr id="4" name="Picture 3">
            <a:extLst>
              <a:ext uri="{FF2B5EF4-FFF2-40B4-BE49-F238E27FC236}">
                <a16:creationId xmlns:a16="http://schemas.microsoft.com/office/drawing/2014/main" id="{F7D461C8-23AF-469B-A6B1-2832FA37C62C}"/>
              </a:ext>
            </a:extLst>
          </p:cNvPr>
          <p:cNvPicPr>
            <a:picLocks noChangeAspect="1"/>
          </p:cNvPicPr>
          <p:nvPr/>
        </p:nvPicPr>
        <p:blipFill>
          <a:blip r:embed="rId3"/>
          <a:stretch>
            <a:fillRect/>
          </a:stretch>
        </p:blipFill>
        <p:spPr>
          <a:xfrm>
            <a:off x="1799302" y="3305495"/>
            <a:ext cx="8423787" cy="3187379"/>
          </a:xfrm>
          <a:prstGeom prst="rect">
            <a:avLst/>
          </a:prstGeom>
        </p:spPr>
      </p:pic>
      <p:sp>
        <p:nvSpPr>
          <p:cNvPr id="5" name="Rectangle 4">
            <a:extLst>
              <a:ext uri="{FF2B5EF4-FFF2-40B4-BE49-F238E27FC236}">
                <a16:creationId xmlns:a16="http://schemas.microsoft.com/office/drawing/2014/main" id="{B63350F4-2BAA-4340-9EDA-7A257AB11914}"/>
              </a:ext>
            </a:extLst>
          </p:cNvPr>
          <p:cNvSpPr/>
          <p:nvPr/>
        </p:nvSpPr>
        <p:spPr>
          <a:xfrm>
            <a:off x="1799302" y="3305495"/>
            <a:ext cx="8423787" cy="318737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504411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64811-9021-4D76-BB33-C00BBF026B9E}"/>
              </a:ext>
            </a:extLst>
          </p:cNvPr>
          <p:cNvSpPr>
            <a:spLocks noGrp="1"/>
          </p:cNvSpPr>
          <p:nvPr>
            <p:ph type="title"/>
          </p:nvPr>
        </p:nvSpPr>
        <p:spPr/>
        <p:txBody>
          <a:bodyPr>
            <a:normAutofit fontScale="90000"/>
          </a:bodyPr>
          <a:lstStyle/>
          <a:p>
            <a:r>
              <a:rPr lang="en-US" dirty="0"/>
              <a:t>Workload Planning - Workload and Server Lists</a:t>
            </a:r>
            <a:endParaRPr lang="en-UG" dirty="0"/>
          </a:p>
        </p:txBody>
      </p:sp>
      <p:sp>
        <p:nvSpPr>
          <p:cNvPr id="3" name="Content Placeholder 2">
            <a:extLst>
              <a:ext uri="{FF2B5EF4-FFF2-40B4-BE49-F238E27FC236}">
                <a16:creationId xmlns:a16="http://schemas.microsoft.com/office/drawing/2014/main" id="{C49BE286-40EE-4AEB-9684-F03ECFDDE409}"/>
              </a:ext>
            </a:extLst>
          </p:cNvPr>
          <p:cNvSpPr>
            <a:spLocks noGrp="1"/>
          </p:cNvSpPr>
          <p:nvPr>
            <p:ph idx="1"/>
          </p:nvPr>
        </p:nvSpPr>
        <p:spPr>
          <a:xfrm>
            <a:off x="838200" y="1516700"/>
            <a:ext cx="10515600" cy="2115022"/>
          </a:xfrm>
        </p:spPr>
        <p:txBody>
          <a:bodyPr>
            <a:normAutofit fontScale="70000" lnSpcReduction="20000"/>
          </a:bodyPr>
          <a:lstStyle/>
          <a:p>
            <a:r>
              <a:rPr lang="en-US" sz="2800" dirty="0">
                <a:latin typeface="Calibri" panose="020F0502020204030204" pitchFamily="34" charset="0"/>
                <a:ea typeface="Calibri" panose="020F0502020204030204" pitchFamily="34" charset="0"/>
              </a:rPr>
              <a:t>Build a</a:t>
            </a:r>
            <a:r>
              <a:rPr lang="en-US" sz="2800" dirty="0">
                <a:effectLst/>
                <a:latin typeface="Calibri" panose="020F0502020204030204" pitchFamily="34" charset="0"/>
                <a:ea typeface="Calibri" panose="020F0502020204030204" pitchFamily="34" charset="0"/>
              </a:rPr>
              <a:t> central workload and server list</a:t>
            </a:r>
          </a:p>
          <a:p>
            <a:pPr lvl="1"/>
            <a:r>
              <a:rPr lang="en-US" sz="2400" dirty="0">
                <a:latin typeface="Calibri" panose="020F0502020204030204" pitchFamily="34" charset="0"/>
                <a:ea typeface="Calibri" panose="020F0502020204030204" pitchFamily="34" charset="0"/>
              </a:rPr>
              <a:t>There must be only one source of truth!</a:t>
            </a:r>
          </a:p>
          <a:p>
            <a:pPr lvl="1"/>
            <a:r>
              <a:rPr lang="en-US" sz="2400" dirty="0">
                <a:latin typeface="Calibri" panose="020F0502020204030204" pitchFamily="34" charset="0"/>
                <a:ea typeface="Calibri" panose="020F0502020204030204" pitchFamily="34" charset="0"/>
              </a:rPr>
              <a:t>The project lead/architect takes what the customer has given us and puts that into our template format. We have templates for all of this.</a:t>
            </a:r>
          </a:p>
          <a:p>
            <a:pPr lvl="1"/>
            <a:r>
              <a:rPr lang="en-US" sz="2400" dirty="0">
                <a:latin typeface="Calibri" panose="020F0502020204030204" pitchFamily="34" charset="0"/>
                <a:ea typeface="Calibri" panose="020F0502020204030204" pitchFamily="34" charset="0"/>
              </a:rPr>
              <a:t>These should be shared with the customer so they can modify as needed. Ideally these would be shared via the external client Teams channel.</a:t>
            </a:r>
          </a:p>
          <a:p>
            <a:pPr lvl="1"/>
            <a:r>
              <a:rPr lang="en-US" sz="2400" dirty="0">
                <a:latin typeface="Calibri" panose="020F0502020204030204" pitchFamily="34" charset="0"/>
                <a:ea typeface="Calibri" panose="020F0502020204030204" pitchFamily="34" charset="0"/>
              </a:rPr>
              <a:t>The server list template details all information about what we migrated and its configuration. It is used as a deliverable when the migration is complete.</a:t>
            </a:r>
          </a:p>
        </p:txBody>
      </p:sp>
      <p:pic>
        <p:nvPicPr>
          <p:cNvPr id="6" name="Picture 5">
            <a:extLst>
              <a:ext uri="{FF2B5EF4-FFF2-40B4-BE49-F238E27FC236}">
                <a16:creationId xmlns:a16="http://schemas.microsoft.com/office/drawing/2014/main" id="{C21F34A3-242D-43F0-B558-B91A8DA83EDC}"/>
              </a:ext>
            </a:extLst>
          </p:cNvPr>
          <p:cNvPicPr>
            <a:picLocks noChangeAspect="1"/>
          </p:cNvPicPr>
          <p:nvPr/>
        </p:nvPicPr>
        <p:blipFill>
          <a:blip r:embed="rId3"/>
          <a:stretch>
            <a:fillRect/>
          </a:stretch>
        </p:blipFill>
        <p:spPr>
          <a:xfrm>
            <a:off x="1795726" y="3926459"/>
            <a:ext cx="4897703" cy="997793"/>
          </a:xfrm>
          <a:prstGeom prst="rect">
            <a:avLst/>
          </a:prstGeom>
        </p:spPr>
      </p:pic>
      <p:pic>
        <p:nvPicPr>
          <p:cNvPr id="7" name="Picture 6">
            <a:extLst>
              <a:ext uri="{FF2B5EF4-FFF2-40B4-BE49-F238E27FC236}">
                <a16:creationId xmlns:a16="http://schemas.microsoft.com/office/drawing/2014/main" id="{67D81358-223C-4F67-B496-0FDC75C263FD}"/>
              </a:ext>
            </a:extLst>
          </p:cNvPr>
          <p:cNvPicPr>
            <a:picLocks noChangeAspect="1"/>
          </p:cNvPicPr>
          <p:nvPr/>
        </p:nvPicPr>
        <p:blipFill>
          <a:blip r:embed="rId4"/>
          <a:stretch>
            <a:fillRect/>
          </a:stretch>
        </p:blipFill>
        <p:spPr>
          <a:xfrm>
            <a:off x="3873253" y="4617449"/>
            <a:ext cx="4321836" cy="1286871"/>
          </a:xfrm>
          <a:prstGeom prst="rect">
            <a:avLst/>
          </a:prstGeom>
        </p:spPr>
      </p:pic>
      <p:pic>
        <p:nvPicPr>
          <p:cNvPr id="9" name="Picture 8">
            <a:extLst>
              <a:ext uri="{FF2B5EF4-FFF2-40B4-BE49-F238E27FC236}">
                <a16:creationId xmlns:a16="http://schemas.microsoft.com/office/drawing/2014/main" id="{8974F632-B529-4262-A28F-217CB6B006F4}"/>
              </a:ext>
            </a:extLst>
          </p:cNvPr>
          <p:cNvPicPr>
            <a:picLocks noChangeAspect="1"/>
          </p:cNvPicPr>
          <p:nvPr/>
        </p:nvPicPr>
        <p:blipFill>
          <a:blip r:embed="rId5"/>
          <a:stretch>
            <a:fillRect/>
          </a:stretch>
        </p:blipFill>
        <p:spPr>
          <a:xfrm>
            <a:off x="6034171" y="5526478"/>
            <a:ext cx="4413987" cy="1156607"/>
          </a:xfrm>
          <a:prstGeom prst="rect">
            <a:avLst/>
          </a:prstGeom>
        </p:spPr>
      </p:pic>
    </p:spTree>
    <p:extLst>
      <p:ext uri="{BB962C8B-B14F-4D97-AF65-F5344CB8AC3E}">
        <p14:creationId xmlns:p14="http://schemas.microsoft.com/office/powerpoint/2010/main" val="12126973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64811-9021-4D76-BB33-C00BBF026B9E}"/>
              </a:ext>
            </a:extLst>
          </p:cNvPr>
          <p:cNvSpPr>
            <a:spLocks noGrp="1"/>
          </p:cNvSpPr>
          <p:nvPr>
            <p:ph type="title"/>
          </p:nvPr>
        </p:nvSpPr>
        <p:spPr/>
        <p:txBody>
          <a:bodyPr/>
          <a:lstStyle/>
          <a:p>
            <a:r>
              <a:rPr lang="en-US" dirty="0"/>
              <a:t>Project Backlog</a:t>
            </a:r>
            <a:endParaRPr lang="en-UG" dirty="0"/>
          </a:p>
        </p:txBody>
      </p:sp>
      <p:sp>
        <p:nvSpPr>
          <p:cNvPr id="3" name="Content Placeholder 2">
            <a:extLst>
              <a:ext uri="{FF2B5EF4-FFF2-40B4-BE49-F238E27FC236}">
                <a16:creationId xmlns:a16="http://schemas.microsoft.com/office/drawing/2014/main" id="{C49BE286-40EE-4AEB-9684-F03ECFDDE409}"/>
              </a:ext>
            </a:extLst>
          </p:cNvPr>
          <p:cNvSpPr>
            <a:spLocks noGrp="1"/>
          </p:cNvSpPr>
          <p:nvPr>
            <p:ph idx="1"/>
          </p:nvPr>
        </p:nvSpPr>
        <p:spPr>
          <a:xfrm>
            <a:off x="838200" y="1516699"/>
            <a:ext cx="6364857" cy="4660264"/>
          </a:xfrm>
        </p:spPr>
        <p:txBody>
          <a:bodyPr>
            <a:normAutofit fontScale="77500" lnSpcReduction="20000"/>
          </a:bodyPr>
          <a:lstStyle/>
          <a:p>
            <a:pPr marL="342900" marR="0" lvl="0" indent="-342900">
              <a:spcBef>
                <a:spcPts val="0"/>
              </a:spcBef>
              <a:spcAft>
                <a:spcPts val="0"/>
              </a:spcAft>
              <a:buFont typeface="Symbol" panose="05050102010706020507" pitchFamily="18" charset="2"/>
              <a:buChar char=""/>
            </a:pPr>
            <a:r>
              <a:rPr lang="en-US" sz="2800" dirty="0">
                <a:effectLst/>
                <a:latin typeface="Calibri" panose="020F0502020204030204" pitchFamily="34" charset="0"/>
                <a:ea typeface="Times New Roman" panose="02020603050405020304" pitchFamily="18" charset="0"/>
              </a:rPr>
              <a:t>Use Azure DevOps</a:t>
            </a:r>
          </a:p>
          <a:p>
            <a:pPr marL="342900" marR="0" lvl="0" indent="-342900">
              <a:spcBef>
                <a:spcPts val="0"/>
              </a:spcBef>
              <a:spcAft>
                <a:spcPts val="0"/>
              </a:spcAft>
              <a:buFont typeface="Symbol" panose="05050102010706020507" pitchFamily="18" charset="2"/>
              <a:buChar char=""/>
            </a:pPr>
            <a:r>
              <a:rPr lang="en-US" sz="2800" dirty="0">
                <a:effectLst/>
                <a:latin typeface="Calibri" panose="020F0502020204030204" pitchFamily="34" charset="0"/>
                <a:ea typeface="Times New Roman" panose="02020603050405020304" pitchFamily="18" charset="0"/>
              </a:rPr>
              <a:t>Client DevOps Organization</a:t>
            </a:r>
          </a:p>
          <a:p>
            <a:pPr marL="800100" lvl="1" indent="-342900">
              <a:buFont typeface="Symbol" panose="05050102010706020507" pitchFamily="18" charset="2"/>
              <a:buChar char=""/>
            </a:pPr>
            <a:r>
              <a:rPr lang="en-US" sz="2400" dirty="0">
                <a:latin typeface="Calibri" panose="020F0502020204030204" pitchFamily="34" charset="0"/>
                <a:ea typeface="Times New Roman" panose="02020603050405020304" pitchFamily="18" charset="0"/>
              </a:rPr>
              <a:t>Where the </a:t>
            </a:r>
            <a:r>
              <a:rPr lang="en-US" sz="2400" b="1" dirty="0">
                <a:latin typeface="Calibri" panose="020F0502020204030204" pitchFamily="34" charset="0"/>
                <a:ea typeface="Times New Roman" panose="02020603050405020304" pitchFamily="18" charset="0"/>
              </a:rPr>
              <a:t>externally</a:t>
            </a:r>
            <a:r>
              <a:rPr lang="en-US" sz="2400" dirty="0">
                <a:latin typeface="Calibri" panose="020F0502020204030204" pitchFamily="34" charset="0"/>
                <a:ea typeface="Times New Roman" panose="02020603050405020304" pitchFamily="18" charset="0"/>
              </a:rPr>
              <a:t> facing backlog lives</a:t>
            </a:r>
          </a:p>
          <a:p>
            <a:pPr marL="800100" lvl="1" indent="-342900">
              <a:buFont typeface="Symbol" panose="05050102010706020507" pitchFamily="18" charset="2"/>
              <a:buChar char=""/>
            </a:pPr>
            <a:r>
              <a:rPr lang="en-US" sz="2400" dirty="0">
                <a:latin typeface="Calibri" panose="020F0502020204030204" pitchFamily="34" charset="0"/>
                <a:ea typeface="Times New Roman" panose="02020603050405020304" pitchFamily="18" charset="0"/>
              </a:rPr>
              <a:t>Created through a </a:t>
            </a:r>
            <a:r>
              <a:rPr lang="en-US" sz="2400" dirty="0" err="1">
                <a:latin typeface="Calibri" panose="020F0502020204030204" pitchFamily="34" charset="0"/>
                <a:ea typeface="Times New Roman" panose="02020603050405020304" pitchFamily="18" charset="0"/>
              </a:rPr>
              <a:t>SAManage</a:t>
            </a:r>
            <a:r>
              <a:rPr lang="en-US" sz="2400" dirty="0">
                <a:latin typeface="Calibri" panose="020F0502020204030204" pitchFamily="34" charset="0"/>
                <a:ea typeface="Times New Roman" panose="02020603050405020304" pitchFamily="18" charset="0"/>
              </a:rPr>
              <a:t> ticket</a:t>
            </a:r>
          </a:p>
          <a:p>
            <a:pPr marL="800100" lvl="1" indent="-342900">
              <a:buFont typeface="Symbol" panose="05050102010706020507" pitchFamily="18" charset="2"/>
              <a:buChar char=""/>
            </a:pPr>
            <a:r>
              <a:rPr lang="en-US" sz="2400" dirty="0">
                <a:effectLst/>
                <a:latin typeface="Calibri" panose="020F0502020204030204" pitchFamily="34" charset="0"/>
                <a:ea typeface="Times New Roman" panose="02020603050405020304" pitchFamily="18" charset="0"/>
              </a:rPr>
              <a:t>Managed by the project leadership team</a:t>
            </a:r>
          </a:p>
          <a:p>
            <a:pPr marL="800100" lvl="1" indent="-342900">
              <a:buFont typeface="Symbol" panose="05050102010706020507" pitchFamily="18" charset="2"/>
              <a:buChar char=""/>
            </a:pPr>
            <a:r>
              <a:rPr lang="en-US" sz="2400" dirty="0">
                <a:latin typeface="Calibri" panose="020F0502020204030204" pitchFamily="34" charset="0"/>
                <a:ea typeface="Times New Roman" panose="02020603050405020304" pitchFamily="18" charset="0"/>
              </a:rPr>
              <a:t>Includes all stories/tasks related to LZ, remediation, migration setup, tracking blockers</a:t>
            </a:r>
          </a:p>
          <a:p>
            <a:pPr marL="800100" lvl="1" indent="-342900">
              <a:buFont typeface="Symbol" panose="05050102010706020507" pitchFamily="18" charset="2"/>
              <a:buChar char=""/>
            </a:pPr>
            <a:r>
              <a:rPr lang="en-US" sz="2400" dirty="0">
                <a:latin typeface="Calibri" panose="020F0502020204030204" pitchFamily="34" charset="0"/>
                <a:ea typeface="Times New Roman" panose="02020603050405020304" pitchFamily="18" charset="0"/>
              </a:rPr>
              <a:t>Migration items are tracked at a high level – the workload level</a:t>
            </a:r>
          </a:p>
          <a:p>
            <a:pPr marL="800100" lvl="1" indent="-342900">
              <a:buFont typeface="Symbol" panose="05050102010706020507" pitchFamily="18" charset="2"/>
              <a:buChar char=""/>
            </a:pPr>
            <a:r>
              <a:rPr lang="en-US" sz="2400" dirty="0">
                <a:effectLst/>
                <a:latin typeface="Calibri" panose="020F0502020204030204" pitchFamily="34" charset="0"/>
                <a:ea typeface="Times New Roman" panose="02020603050405020304" pitchFamily="18" charset="0"/>
              </a:rPr>
              <a:t>External users should be added here and assigned tasks they own so they are tracked</a:t>
            </a:r>
          </a:p>
          <a:p>
            <a:pPr marL="342900" marR="0" lvl="0" indent="-342900">
              <a:spcBef>
                <a:spcPts val="0"/>
              </a:spcBef>
              <a:spcAft>
                <a:spcPts val="0"/>
              </a:spcAft>
              <a:buFont typeface="Symbol" panose="05050102010706020507" pitchFamily="18" charset="2"/>
              <a:buChar char=""/>
            </a:pPr>
            <a:r>
              <a:rPr lang="en-US" sz="2800" dirty="0">
                <a:effectLst/>
                <a:latin typeface="Calibri" panose="020F0502020204030204" pitchFamily="34" charset="0"/>
                <a:ea typeface="Times New Roman" panose="02020603050405020304" pitchFamily="18" charset="0"/>
              </a:rPr>
              <a:t>Internal CMC DevOps Organization</a:t>
            </a:r>
          </a:p>
          <a:p>
            <a:pPr marL="800100" lvl="1" indent="-342900">
              <a:buFont typeface="Symbol" panose="05050102010706020507" pitchFamily="18" charset="2"/>
              <a:buChar char=""/>
            </a:pPr>
            <a:r>
              <a:rPr lang="en-US" sz="2400" dirty="0">
                <a:latin typeface="Calibri" panose="020F0502020204030204" pitchFamily="34" charset="0"/>
                <a:ea typeface="Times New Roman" panose="02020603050405020304" pitchFamily="18" charset="0"/>
              </a:rPr>
              <a:t>Where the detailed CMC backlog lives</a:t>
            </a:r>
          </a:p>
          <a:p>
            <a:pPr marL="800100" lvl="1" indent="-342900">
              <a:buFont typeface="Symbol" panose="05050102010706020507" pitchFamily="18" charset="2"/>
              <a:buChar char=""/>
            </a:pPr>
            <a:r>
              <a:rPr lang="en-US" sz="2400" dirty="0">
                <a:effectLst/>
                <a:latin typeface="Calibri" panose="020F0502020204030204" pitchFamily="34" charset="0"/>
                <a:ea typeface="Times New Roman" panose="02020603050405020304" pitchFamily="18" charset="0"/>
              </a:rPr>
              <a:t>Managed by the CMC team</a:t>
            </a:r>
          </a:p>
          <a:p>
            <a:pPr marL="800100" lvl="1" indent="-342900">
              <a:buFont typeface="Symbol" panose="05050102010706020507" pitchFamily="18" charset="2"/>
              <a:buChar char=""/>
            </a:pPr>
            <a:r>
              <a:rPr lang="en-US" sz="2400" dirty="0">
                <a:effectLst/>
                <a:latin typeface="Calibri" panose="020F0502020204030204" pitchFamily="34" charset="0"/>
                <a:ea typeface="Times New Roman" panose="02020603050405020304" pitchFamily="18" charset="0"/>
              </a:rPr>
              <a:t>Very granular – </a:t>
            </a:r>
            <a:r>
              <a:rPr lang="en-US" sz="2400" dirty="0">
                <a:latin typeface="Calibri" panose="020F0502020204030204" pitchFamily="34" charset="0"/>
                <a:ea typeface="Times New Roman" panose="02020603050405020304" pitchFamily="18" charset="0"/>
              </a:rPr>
              <a:t>tracked down to the server status level</a:t>
            </a:r>
            <a:endParaRPr lang="en-US" sz="2400" dirty="0">
              <a:effectLst/>
              <a:latin typeface="Calibri" panose="020F0502020204030204" pitchFamily="34" charset="0"/>
              <a:ea typeface="Times New Roman" panose="02020603050405020304" pitchFamily="18" charset="0"/>
            </a:endParaRPr>
          </a:p>
        </p:txBody>
      </p:sp>
      <p:pic>
        <p:nvPicPr>
          <p:cNvPr id="6" name="Picture 5">
            <a:extLst>
              <a:ext uri="{FF2B5EF4-FFF2-40B4-BE49-F238E27FC236}">
                <a16:creationId xmlns:a16="http://schemas.microsoft.com/office/drawing/2014/main" id="{96D4C6AF-EB19-4366-99EB-F3C3F44B00E8}"/>
              </a:ext>
            </a:extLst>
          </p:cNvPr>
          <p:cNvPicPr>
            <a:picLocks noChangeAspect="1"/>
          </p:cNvPicPr>
          <p:nvPr/>
        </p:nvPicPr>
        <p:blipFill>
          <a:blip r:embed="rId3"/>
          <a:stretch>
            <a:fillRect/>
          </a:stretch>
        </p:blipFill>
        <p:spPr>
          <a:xfrm>
            <a:off x="7327896" y="3384928"/>
            <a:ext cx="4609209" cy="2204799"/>
          </a:xfrm>
          <a:prstGeom prst="rect">
            <a:avLst/>
          </a:prstGeom>
        </p:spPr>
      </p:pic>
      <p:sp>
        <p:nvSpPr>
          <p:cNvPr id="7" name="TextBox 6">
            <a:extLst>
              <a:ext uri="{FF2B5EF4-FFF2-40B4-BE49-F238E27FC236}">
                <a16:creationId xmlns:a16="http://schemas.microsoft.com/office/drawing/2014/main" id="{3FE237FC-AF04-440B-BA3B-0F83293F2838}"/>
              </a:ext>
            </a:extLst>
          </p:cNvPr>
          <p:cNvSpPr txBox="1"/>
          <p:nvPr/>
        </p:nvSpPr>
        <p:spPr>
          <a:xfrm>
            <a:off x="9125790" y="5562165"/>
            <a:ext cx="1013418" cy="276999"/>
          </a:xfrm>
          <a:prstGeom prst="rect">
            <a:avLst/>
          </a:prstGeom>
          <a:noFill/>
        </p:spPr>
        <p:txBody>
          <a:bodyPr wrap="none" rtlCol="0">
            <a:spAutoFit/>
          </a:bodyPr>
          <a:lstStyle/>
          <a:p>
            <a:pPr algn="ctr"/>
            <a:r>
              <a:rPr lang="en-US" sz="1200" b="1" dirty="0"/>
              <a:t>CMC Backlog</a:t>
            </a:r>
          </a:p>
        </p:txBody>
      </p:sp>
      <p:sp>
        <p:nvSpPr>
          <p:cNvPr id="8" name="TextBox 7">
            <a:extLst>
              <a:ext uri="{FF2B5EF4-FFF2-40B4-BE49-F238E27FC236}">
                <a16:creationId xmlns:a16="http://schemas.microsoft.com/office/drawing/2014/main" id="{00875960-0FDF-4D45-93FB-A222C883F0C9}"/>
              </a:ext>
            </a:extLst>
          </p:cNvPr>
          <p:cNvSpPr txBox="1"/>
          <p:nvPr/>
        </p:nvSpPr>
        <p:spPr>
          <a:xfrm>
            <a:off x="8899893" y="2836054"/>
            <a:ext cx="1351652" cy="276999"/>
          </a:xfrm>
          <a:prstGeom prst="rect">
            <a:avLst/>
          </a:prstGeom>
          <a:noFill/>
        </p:spPr>
        <p:txBody>
          <a:bodyPr wrap="none" rtlCol="0">
            <a:spAutoFit/>
          </a:bodyPr>
          <a:lstStyle/>
          <a:p>
            <a:pPr algn="ctr"/>
            <a:r>
              <a:rPr lang="en-US" sz="1200" b="1" dirty="0"/>
              <a:t>Client Org Backlog</a:t>
            </a:r>
          </a:p>
        </p:txBody>
      </p:sp>
      <p:sp>
        <p:nvSpPr>
          <p:cNvPr id="10" name="Rectangle 9">
            <a:extLst>
              <a:ext uri="{FF2B5EF4-FFF2-40B4-BE49-F238E27FC236}">
                <a16:creationId xmlns:a16="http://schemas.microsoft.com/office/drawing/2014/main" id="{B54F6333-9F8D-4C56-8B66-B6B5CEE970FF}"/>
              </a:ext>
            </a:extLst>
          </p:cNvPr>
          <p:cNvSpPr/>
          <p:nvPr/>
        </p:nvSpPr>
        <p:spPr>
          <a:xfrm>
            <a:off x="7327896" y="3398057"/>
            <a:ext cx="4609208" cy="219167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83E94725-0053-42BC-A3D4-CF6A1612A9AB}"/>
              </a:ext>
            </a:extLst>
          </p:cNvPr>
          <p:cNvGrpSpPr/>
          <p:nvPr/>
        </p:nvGrpSpPr>
        <p:grpSpPr>
          <a:xfrm>
            <a:off x="7932866" y="240498"/>
            <a:ext cx="3285705" cy="2617678"/>
            <a:chOff x="7387043" y="343371"/>
            <a:chExt cx="3285705" cy="2617678"/>
          </a:xfrm>
        </p:grpSpPr>
        <p:pic>
          <p:nvPicPr>
            <p:cNvPr id="12" name="Picture 11">
              <a:extLst>
                <a:ext uri="{FF2B5EF4-FFF2-40B4-BE49-F238E27FC236}">
                  <a16:creationId xmlns:a16="http://schemas.microsoft.com/office/drawing/2014/main" id="{A04B2B7F-8334-4A1B-BDDE-D34F1F2B968B}"/>
                </a:ext>
              </a:extLst>
            </p:cNvPr>
            <p:cNvPicPr>
              <a:picLocks noChangeAspect="1"/>
            </p:cNvPicPr>
            <p:nvPr/>
          </p:nvPicPr>
          <p:blipFill>
            <a:blip r:embed="rId4"/>
            <a:stretch>
              <a:fillRect/>
            </a:stretch>
          </p:blipFill>
          <p:spPr>
            <a:xfrm>
              <a:off x="7387910" y="343371"/>
              <a:ext cx="3284838" cy="2617678"/>
            </a:xfrm>
            <a:prstGeom prst="rect">
              <a:avLst/>
            </a:prstGeom>
          </p:spPr>
        </p:pic>
        <p:sp>
          <p:nvSpPr>
            <p:cNvPr id="9" name="Rectangle 8">
              <a:extLst>
                <a:ext uri="{FF2B5EF4-FFF2-40B4-BE49-F238E27FC236}">
                  <a16:creationId xmlns:a16="http://schemas.microsoft.com/office/drawing/2014/main" id="{88278CA2-FA70-41F1-AB89-F850D9A953F6}"/>
                </a:ext>
              </a:extLst>
            </p:cNvPr>
            <p:cNvSpPr/>
            <p:nvPr/>
          </p:nvSpPr>
          <p:spPr>
            <a:xfrm>
              <a:off x="7387043" y="343371"/>
              <a:ext cx="3285705" cy="261767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3403160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Title 1">
            <a:extLst>
              <a:ext uri="{FF2B5EF4-FFF2-40B4-BE49-F238E27FC236}">
                <a16:creationId xmlns:a16="http://schemas.microsoft.com/office/drawing/2014/main" id="{7E54BF6E-824C-47E1-8B76-790AF0505936}"/>
              </a:ext>
            </a:extLst>
          </p:cNvPr>
          <p:cNvSpPr>
            <a:spLocks noGrp="1"/>
          </p:cNvSpPr>
          <p:nvPr>
            <p:ph type="title"/>
          </p:nvPr>
        </p:nvSpPr>
        <p:spPr>
          <a:xfrm>
            <a:off x="838200" y="255616"/>
            <a:ext cx="10515600" cy="1031115"/>
          </a:xfrm>
        </p:spPr>
        <p:txBody>
          <a:bodyPr/>
          <a:lstStyle/>
          <a:p>
            <a:r>
              <a:rPr lang="en-US">
                <a:solidFill>
                  <a:srgbClr val="F26A2E"/>
                </a:solidFill>
              </a:rPr>
              <a:t>Migration Process</a:t>
            </a:r>
          </a:p>
        </p:txBody>
      </p:sp>
      <p:sp>
        <p:nvSpPr>
          <p:cNvPr id="51" name="TextBox 50">
            <a:extLst>
              <a:ext uri="{FF2B5EF4-FFF2-40B4-BE49-F238E27FC236}">
                <a16:creationId xmlns:a16="http://schemas.microsoft.com/office/drawing/2014/main" id="{071A8B20-8D5F-463D-A11C-5AFC153E134A}"/>
              </a:ext>
            </a:extLst>
          </p:cNvPr>
          <p:cNvSpPr txBox="1"/>
          <p:nvPr/>
        </p:nvSpPr>
        <p:spPr>
          <a:xfrm>
            <a:off x="838200" y="1177495"/>
            <a:ext cx="10598624" cy="147732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52126"/>
              </a:solidFill>
              <a:effectLst/>
              <a:uLnTx/>
              <a:uFillTx/>
              <a:latin typeface="Montserra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52126"/>
              </a:solidFill>
              <a:effectLst/>
              <a:uLnTx/>
              <a:uFillTx/>
              <a:latin typeface="Montserra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52126"/>
              </a:solidFill>
              <a:effectLst/>
              <a:uLnTx/>
              <a:uFillTx/>
              <a:latin typeface="Montserra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52126"/>
              </a:solidFill>
              <a:effectLst/>
              <a:uLnTx/>
              <a:uFillTx/>
              <a:latin typeface="Montserra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52126"/>
              </a:solidFill>
              <a:effectLst/>
              <a:uLnTx/>
              <a:uFillTx/>
              <a:latin typeface="Montserrat"/>
              <a:ea typeface="+mn-ea"/>
              <a:cs typeface="+mn-cs"/>
            </a:endParaRPr>
          </a:p>
        </p:txBody>
      </p:sp>
      <p:sp>
        <p:nvSpPr>
          <p:cNvPr id="52" name="Arrow: Pentagon 51">
            <a:extLst>
              <a:ext uri="{FF2B5EF4-FFF2-40B4-BE49-F238E27FC236}">
                <a16:creationId xmlns:a16="http://schemas.microsoft.com/office/drawing/2014/main" id="{D0CFCC73-5D90-45FF-9B28-7BC9970312E2}"/>
              </a:ext>
            </a:extLst>
          </p:cNvPr>
          <p:cNvSpPr/>
          <p:nvPr/>
        </p:nvSpPr>
        <p:spPr>
          <a:xfrm>
            <a:off x="941472" y="1556084"/>
            <a:ext cx="2297028" cy="484632"/>
          </a:xfrm>
          <a:prstGeom prst="homePlate">
            <a:avLst/>
          </a:prstGeom>
          <a:solidFill>
            <a:schemeClr val="accent2"/>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Landing Zone</a:t>
            </a:r>
          </a:p>
        </p:txBody>
      </p:sp>
      <p:sp>
        <p:nvSpPr>
          <p:cNvPr id="53" name="Arrow: Chevron 52">
            <a:extLst>
              <a:ext uri="{FF2B5EF4-FFF2-40B4-BE49-F238E27FC236}">
                <a16:creationId xmlns:a16="http://schemas.microsoft.com/office/drawing/2014/main" id="{028FBE54-16D5-44FE-BC47-D6AC65814616}"/>
              </a:ext>
            </a:extLst>
          </p:cNvPr>
          <p:cNvSpPr/>
          <p:nvPr/>
        </p:nvSpPr>
        <p:spPr>
          <a:xfrm>
            <a:off x="4966338" y="1556085"/>
            <a:ext cx="1915505" cy="484631"/>
          </a:xfrm>
          <a:prstGeom prst="chevron">
            <a:avLst/>
          </a:prstGeom>
          <a:solidFill>
            <a:schemeClr val="accent2"/>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Discover</a:t>
            </a:r>
          </a:p>
        </p:txBody>
      </p:sp>
      <p:sp>
        <p:nvSpPr>
          <p:cNvPr id="54" name="Arrow: Chevron 53">
            <a:extLst>
              <a:ext uri="{FF2B5EF4-FFF2-40B4-BE49-F238E27FC236}">
                <a16:creationId xmlns:a16="http://schemas.microsoft.com/office/drawing/2014/main" id="{57A48FC2-780E-4C0A-B590-7CF0524A4545}"/>
              </a:ext>
            </a:extLst>
          </p:cNvPr>
          <p:cNvSpPr/>
          <p:nvPr/>
        </p:nvSpPr>
        <p:spPr>
          <a:xfrm>
            <a:off x="6786618" y="1556084"/>
            <a:ext cx="2566931" cy="484632"/>
          </a:xfrm>
          <a:prstGeom prst="chevron">
            <a:avLst/>
          </a:prstGeom>
          <a:solidFill>
            <a:schemeClr val="accent2"/>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Migrate</a:t>
            </a:r>
          </a:p>
        </p:txBody>
      </p:sp>
      <p:sp>
        <p:nvSpPr>
          <p:cNvPr id="55" name="Arrow: Chevron 54">
            <a:extLst>
              <a:ext uri="{FF2B5EF4-FFF2-40B4-BE49-F238E27FC236}">
                <a16:creationId xmlns:a16="http://schemas.microsoft.com/office/drawing/2014/main" id="{BFADD996-19B4-49D5-AFB5-1C9CEDFB4BD5}"/>
              </a:ext>
            </a:extLst>
          </p:cNvPr>
          <p:cNvSpPr/>
          <p:nvPr/>
        </p:nvSpPr>
        <p:spPr>
          <a:xfrm>
            <a:off x="9260809" y="1556084"/>
            <a:ext cx="2318084" cy="484632"/>
          </a:xfrm>
          <a:prstGeom prst="chevron">
            <a:avLst/>
          </a:prstGeom>
          <a:solidFill>
            <a:schemeClr val="accent2"/>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Manage, Optimize, Secure</a:t>
            </a:r>
          </a:p>
        </p:txBody>
      </p:sp>
      <p:grpSp>
        <p:nvGrpSpPr>
          <p:cNvPr id="56" name="Group 55">
            <a:extLst>
              <a:ext uri="{FF2B5EF4-FFF2-40B4-BE49-F238E27FC236}">
                <a16:creationId xmlns:a16="http://schemas.microsoft.com/office/drawing/2014/main" id="{E9AEF26A-99E8-4802-BEF4-AB1EE9728BF6}"/>
              </a:ext>
            </a:extLst>
          </p:cNvPr>
          <p:cNvGrpSpPr/>
          <p:nvPr/>
        </p:nvGrpSpPr>
        <p:grpSpPr>
          <a:xfrm>
            <a:off x="6275476" y="5444153"/>
            <a:ext cx="3589213" cy="914309"/>
            <a:chOff x="5350042" y="4019089"/>
            <a:chExt cx="1585527" cy="1295821"/>
          </a:xfrm>
          <a:solidFill>
            <a:schemeClr val="accent2">
              <a:lumMod val="60000"/>
              <a:lumOff val="40000"/>
            </a:schemeClr>
          </a:solidFill>
        </p:grpSpPr>
        <p:sp>
          <p:nvSpPr>
            <p:cNvPr id="57" name="Arrow: Curved Right 56">
              <a:extLst>
                <a:ext uri="{FF2B5EF4-FFF2-40B4-BE49-F238E27FC236}">
                  <a16:creationId xmlns:a16="http://schemas.microsoft.com/office/drawing/2014/main" id="{7EE92822-60A5-44F9-901D-8BDE4F65EBDB}"/>
                </a:ext>
              </a:extLst>
            </p:cNvPr>
            <p:cNvSpPr/>
            <p:nvPr/>
          </p:nvSpPr>
          <p:spPr>
            <a:xfrm>
              <a:off x="5350042" y="4098758"/>
              <a:ext cx="731520" cy="1216152"/>
            </a:xfrm>
            <a:prstGeom prst="curvedRightArrow">
              <a:avLst/>
            </a:prstGeom>
            <a:grp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52126"/>
                </a:solidFill>
                <a:effectLst/>
                <a:uLnTx/>
                <a:uFillTx/>
                <a:latin typeface="Montserrat"/>
                <a:ea typeface="+mn-ea"/>
                <a:cs typeface="+mn-cs"/>
              </a:endParaRPr>
            </a:p>
          </p:txBody>
        </p:sp>
        <p:sp>
          <p:nvSpPr>
            <p:cNvPr id="58" name="Arrow: Curved Left 57">
              <a:extLst>
                <a:ext uri="{FF2B5EF4-FFF2-40B4-BE49-F238E27FC236}">
                  <a16:creationId xmlns:a16="http://schemas.microsoft.com/office/drawing/2014/main" id="{352E4F31-1745-47FC-B69D-D62D73EE4FF0}"/>
                </a:ext>
              </a:extLst>
            </p:cNvPr>
            <p:cNvSpPr/>
            <p:nvPr/>
          </p:nvSpPr>
          <p:spPr>
            <a:xfrm rot="10800000" flipH="1">
              <a:off x="6204049" y="4019089"/>
              <a:ext cx="731520" cy="1216152"/>
            </a:xfrm>
            <a:prstGeom prst="curvedLeftArrow">
              <a:avLst/>
            </a:prstGeom>
            <a:grp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52126"/>
                </a:solidFill>
                <a:effectLst/>
                <a:uLnTx/>
                <a:uFillTx/>
                <a:latin typeface="Montserrat"/>
                <a:ea typeface="+mn-ea"/>
                <a:cs typeface="+mn-cs"/>
              </a:endParaRPr>
            </a:p>
          </p:txBody>
        </p:sp>
      </p:grpSp>
      <p:sp>
        <p:nvSpPr>
          <p:cNvPr id="59" name="Arrow: Chevron 58">
            <a:extLst>
              <a:ext uri="{FF2B5EF4-FFF2-40B4-BE49-F238E27FC236}">
                <a16:creationId xmlns:a16="http://schemas.microsoft.com/office/drawing/2014/main" id="{3A24F8E6-89D0-4665-9A15-84AA34A998FE}"/>
              </a:ext>
            </a:extLst>
          </p:cNvPr>
          <p:cNvSpPr/>
          <p:nvPr/>
        </p:nvSpPr>
        <p:spPr>
          <a:xfrm>
            <a:off x="3143252" y="1556084"/>
            <a:ext cx="1915528" cy="484632"/>
          </a:xfrm>
          <a:prstGeom prst="chevron">
            <a:avLst/>
          </a:prstGeom>
          <a:solidFill>
            <a:schemeClr val="accent2"/>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Pilot</a:t>
            </a:r>
          </a:p>
        </p:txBody>
      </p:sp>
      <p:cxnSp>
        <p:nvCxnSpPr>
          <p:cNvPr id="60" name="Straight Connector 59">
            <a:extLst>
              <a:ext uri="{FF2B5EF4-FFF2-40B4-BE49-F238E27FC236}">
                <a16:creationId xmlns:a16="http://schemas.microsoft.com/office/drawing/2014/main" id="{BB548398-130F-4C8D-83A5-049E45B71CD0}"/>
              </a:ext>
            </a:extLst>
          </p:cNvPr>
          <p:cNvCxnSpPr/>
          <p:nvPr/>
        </p:nvCxnSpPr>
        <p:spPr>
          <a:xfrm>
            <a:off x="3209925" y="2126441"/>
            <a:ext cx="0" cy="3836169"/>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3A153338-1147-48AF-A31C-3143C163C369}"/>
              </a:ext>
            </a:extLst>
          </p:cNvPr>
          <p:cNvCxnSpPr/>
          <p:nvPr/>
        </p:nvCxnSpPr>
        <p:spPr>
          <a:xfrm>
            <a:off x="5077828" y="2126441"/>
            <a:ext cx="0" cy="3836169"/>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B0D43E4C-920F-4D14-B1FA-9500343B9FAE}"/>
              </a:ext>
            </a:extLst>
          </p:cNvPr>
          <p:cNvCxnSpPr/>
          <p:nvPr/>
        </p:nvCxnSpPr>
        <p:spPr>
          <a:xfrm>
            <a:off x="6896503" y="2126440"/>
            <a:ext cx="0" cy="3836169"/>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4D44F9F3-2980-48DF-A4C8-13A9A9C590EF}"/>
              </a:ext>
            </a:extLst>
          </p:cNvPr>
          <p:cNvSpPr txBox="1"/>
          <p:nvPr/>
        </p:nvSpPr>
        <p:spPr>
          <a:xfrm>
            <a:off x="941472" y="2269379"/>
            <a:ext cx="2225235" cy="1569660"/>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252126"/>
                </a:solidFill>
                <a:effectLst/>
                <a:uLnTx/>
                <a:uFillTx/>
                <a:latin typeface="Montserrat"/>
                <a:ea typeface="+mn-ea"/>
                <a:cs typeface="+mn-cs"/>
              </a:rPr>
              <a:t>Evaluate current landing zone, or prepare the landing zone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252126"/>
                </a:solidFill>
                <a:effectLst/>
                <a:uLnTx/>
                <a:uFillTx/>
                <a:latin typeface="Montserrat"/>
                <a:ea typeface="+mn-ea"/>
                <a:cs typeface="+mn-cs"/>
              </a:rPr>
              <a:t>Provide recommendations on any findings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solidFill>
                  <a:srgbClr val="252126"/>
                </a:solidFill>
                <a:latin typeface="Montserrat"/>
              </a:rPr>
              <a:t>Remediate where needed</a:t>
            </a:r>
            <a:endParaRPr kumimoji="0" lang="en-US" sz="1200" b="0" i="0" u="none" strike="noStrike" kern="1200" cap="none" spc="0" normalizeH="0" baseline="0" noProof="0" dirty="0">
              <a:ln>
                <a:noFill/>
              </a:ln>
              <a:solidFill>
                <a:srgbClr val="252126"/>
              </a:solidFill>
              <a:effectLst/>
              <a:uLnTx/>
              <a:uFillTx/>
              <a:latin typeface="Montserra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dirty="0">
              <a:ln>
                <a:noFill/>
              </a:ln>
              <a:solidFill>
                <a:srgbClr val="252126"/>
              </a:solidFill>
              <a:effectLst/>
              <a:uLnTx/>
              <a:uFillTx/>
              <a:latin typeface="Montserra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dirty="0">
              <a:ln>
                <a:noFill/>
              </a:ln>
              <a:solidFill>
                <a:srgbClr val="252126"/>
              </a:solidFill>
              <a:effectLst/>
              <a:uLnTx/>
              <a:uFillTx/>
              <a:latin typeface="Montserra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dirty="0">
              <a:ln>
                <a:noFill/>
              </a:ln>
              <a:solidFill>
                <a:srgbClr val="252126"/>
              </a:solidFill>
              <a:effectLst/>
              <a:uLnTx/>
              <a:uFillTx/>
              <a:latin typeface="Montserrat"/>
              <a:ea typeface="+mn-ea"/>
              <a:cs typeface="+mn-cs"/>
            </a:endParaRPr>
          </a:p>
        </p:txBody>
      </p:sp>
      <p:sp>
        <p:nvSpPr>
          <p:cNvPr id="64" name="TextBox 63">
            <a:extLst>
              <a:ext uri="{FF2B5EF4-FFF2-40B4-BE49-F238E27FC236}">
                <a16:creationId xmlns:a16="http://schemas.microsoft.com/office/drawing/2014/main" id="{DF2A4D97-58EB-4150-B290-34E6AAE631F1}"/>
              </a:ext>
            </a:extLst>
          </p:cNvPr>
          <p:cNvSpPr txBox="1"/>
          <p:nvPr/>
        </p:nvSpPr>
        <p:spPr>
          <a:xfrm>
            <a:off x="3272689" y="2282187"/>
            <a:ext cx="1813360" cy="2123658"/>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252126"/>
                </a:solidFill>
                <a:effectLst/>
                <a:uLnTx/>
                <a:uFillTx/>
                <a:latin typeface="Montserrat"/>
                <a:ea typeface="+mn-ea"/>
                <a:cs typeface="+mn-cs"/>
              </a:rPr>
              <a:t>Migration Tooling Setup (ASR)</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252126"/>
                </a:solidFill>
                <a:effectLst/>
                <a:uLnTx/>
                <a:uFillTx/>
                <a:latin typeface="Montserrat"/>
                <a:ea typeface="+mn-ea"/>
                <a:cs typeface="+mn-cs"/>
              </a:rPr>
              <a:t>Migrate pilot  server group or workload</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252126"/>
                </a:solidFill>
                <a:effectLst/>
                <a:uLnTx/>
                <a:uFillTx/>
                <a:latin typeface="Montserrat"/>
                <a:ea typeface="+mn-ea"/>
                <a:cs typeface="+mn-cs"/>
              </a:rPr>
              <a:t>Learn your environment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252126"/>
                </a:solidFill>
                <a:effectLst/>
                <a:uLnTx/>
                <a:uFillTx/>
                <a:latin typeface="Montserrat"/>
                <a:ea typeface="+mn-ea"/>
                <a:cs typeface="+mn-cs"/>
              </a:rPr>
              <a:t>Establish build processes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252126"/>
                </a:solidFill>
                <a:effectLst/>
                <a:uLnTx/>
                <a:uFillTx/>
                <a:latin typeface="Montserrat"/>
                <a:ea typeface="+mn-ea"/>
                <a:cs typeface="+mn-cs"/>
              </a:rPr>
              <a:t>Fine-tune processes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252126"/>
                </a:solidFill>
                <a:effectLst/>
                <a:uLnTx/>
                <a:uFillTx/>
                <a:latin typeface="Montserrat"/>
                <a:ea typeface="+mn-ea"/>
                <a:cs typeface="+mn-cs"/>
              </a:rPr>
              <a:t>Begin Discovery</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252126"/>
              </a:solidFill>
              <a:effectLst/>
              <a:uLnTx/>
              <a:uFillTx/>
              <a:latin typeface="Montserrat"/>
              <a:ea typeface="+mn-ea"/>
              <a:cs typeface="+mn-cs"/>
            </a:endParaRPr>
          </a:p>
        </p:txBody>
      </p:sp>
      <p:sp>
        <p:nvSpPr>
          <p:cNvPr id="65" name="TextBox 64">
            <a:extLst>
              <a:ext uri="{FF2B5EF4-FFF2-40B4-BE49-F238E27FC236}">
                <a16:creationId xmlns:a16="http://schemas.microsoft.com/office/drawing/2014/main" id="{6D9823D4-BE72-4591-B8E6-44C102A8AD17}"/>
              </a:ext>
            </a:extLst>
          </p:cNvPr>
          <p:cNvSpPr txBox="1"/>
          <p:nvPr/>
        </p:nvSpPr>
        <p:spPr>
          <a:xfrm>
            <a:off x="5129266" y="2269379"/>
            <a:ext cx="1813360" cy="3046988"/>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252126"/>
                </a:solidFill>
                <a:effectLst/>
                <a:uLnTx/>
                <a:uFillTx/>
                <a:latin typeface="Montserrat"/>
                <a:ea typeface="+mn-ea"/>
                <a:cs typeface="+mn-cs"/>
              </a:rPr>
              <a:t>Prioritize migration workloads and align to phases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252126"/>
                </a:solidFill>
                <a:effectLst/>
                <a:uLnTx/>
                <a:uFillTx/>
                <a:latin typeface="Montserrat"/>
                <a:ea typeface="+mn-ea"/>
                <a:cs typeface="+mn-cs"/>
              </a:rPr>
              <a:t>Workload analysis and architecture deep dive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252126"/>
                </a:solidFill>
                <a:effectLst/>
                <a:uLnTx/>
                <a:uFillTx/>
                <a:latin typeface="Montserrat"/>
                <a:ea typeface="+mn-ea"/>
                <a:cs typeface="+mn-cs"/>
              </a:rPr>
              <a:t>Assess workload for cloud readiness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252126"/>
                </a:solidFill>
                <a:effectLst/>
                <a:uLnTx/>
                <a:uFillTx/>
                <a:latin typeface="Montserrat"/>
                <a:ea typeface="+mn-ea"/>
                <a:cs typeface="+mn-cs"/>
              </a:rPr>
              <a:t>Identify migration strategy for each workload</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252126"/>
                </a:solidFill>
                <a:effectLst/>
                <a:uLnTx/>
                <a:uFillTx/>
                <a:latin typeface="Montserrat"/>
                <a:ea typeface="+mn-ea"/>
                <a:cs typeface="+mn-cs"/>
              </a:rPr>
              <a:t>Adjust initial migration plan, if needed</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252126"/>
                </a:solidFill>
                <a:effectLst/>
                <a:uLnTx/>
                <a:uFillTx/>
                <a:latin typeface="Montserrat"/>
                <a:ea typeface="+mn-ea"/>
                <a:cs typeface="+mn-cs"/>
              </a:rPr>
              <a:t>Schedule migration with the CMC</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252126"/>
              </a:solidFill>
              <a:effectLst/>
              <a:uLnTx/>
              <a:uFillTx/>
              <a:latin typeface="Montserra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252126"/>
              </a:solidFill>
              <a:effectLst/>
              <a:uLnTx/>
              <a:uFillTx/>
              <a:latin typeface="Montserrat"/>
              <a:ea typeface="+mn-ea"/>
              <a:cs typeface="+mn-cs"/>
            </a:endParaRPr>
          </a:p>
        </p:txBody>
      </p:sp>
      <p:sp>
        <p:nvSpPr>
          <p:cNvPr id="66" name="TextBox 65">
            <a:extLst>
              <a:ext uri="{FF2B5EF4-FFF2-40B4-BE49-F238E27FC236}">
                <a16:creationId xmlns:a16="http://schemas.microsoft.com/office/drawing/2014/main" id="{3228D3FB-72F9-4579-AA85-3ACEE66C7E16}"/>
              </a:ext>
            </a:extLst>
          </p:cNvPr>
          <p:cNvSpPr txBox="1"/>
          <p:nvPr/>
        </p:nvSpPr>
        <p:spPr>
          <a:xfrm>
            <a:off x="6976405" y="2269379"/>
            <a:ext cx="2062817" cy="2492990"/>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252126"/>
                </a:solidFill>
                <a:effectLst/>
                <a:uLnTx/>
                <a:uFillTx/>
                <a:latin typeface="Montserrat"/>
                <a:ea typeface="+mn-ea"/>
                <a:cs typeface="+mn-cs"/>
              </a:rPr>
              <a:t>Replicate the workloads to the target Azure regions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252126"/>
                </a:solidFill>
                <a:effectLst/>
                <a:uLnTx/>
                <a:uFillTx/>
                <a:latin typeface="Montserrat"/>
                <a:ea typeface="+mn-ea"/>
                <a:cs typeface="+mn-cs"/>
              </a:rPr>
              <a:t>Perform failover testing</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252126"/>
                </a:solidFill>
                <a:effectLst/>
                <a:uLnTx/>
                <a:uFillTx/>
                <a:latin typeface="Montserrat"/>
                <a:ea typeface="+mn-ea"/>
                <a:cs typeface="+mn-cs"/>
              </a:rPr>
              <a:t>Cutover the workloads to the target Azure regions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252126"/>
                </a:solidFill>
                <a:effectLst/>
                <a:uLnTx/>
                <a:uFillTx/>
                <a:latin typeface="Montserrat"/>
                <a:ea typeface="+mn-ea"/>
                <a:cs typeface="+mn-cs"/>
              </a:rPr>
              <a:t>Perform post-failover setup for the workload and handoff to 10</a:t>
            </a:r>
            <a:r>
              <a:rPr kumimoji="0" lang="en-US" sz="1200" b="0" i="0" u="none" strike="noStrike" kern="1200" cap="none" spc="0" normalizeH="0" baseline="30000" noProof="0" dirty="0">
                <a:ln>
                  <a:noFill/>
                </a:ln>
                <a:solidFill>
                  <a:srgbClr val="252126"/>
                </a:solidFill>
                <a:effectLst/>
                <a:uLnTx/>
                <a:uFillTx/>
                <a:latin typeface="Montserrat"/>
                <a:ea typeface="+mn-ea"/>
                <a:cs typeface="+mn-cs"/>
              </a:rPr>
              <a:t>th</a:t>
            </a:r>
            <a:r>
              <a:rPr kumimoji="0" lang="en-US" sz="1200" b="0" i="0" u="none" strike="noStrike" kern="1200" cap="none" spc="0" normalizeH="0" baseline="0" noProof="0" dirty="0">
                <a:ln>
                  <a:noFill/>
                </a:ln>
                <a:solidFill>
                  <a:srgbClr val="252126"/>
                </a:solidFill>
                <a:effectLst/>
                <a:uLnTx/>
                <a:uFillTx/>
                <a:latin typeface="Montserrat"/>
                <a:ea typeface="+mn-ea"/>
                <a:cs typeface="+mn-cs"/>
              </a:rPr>
              <a:t> Magnitude’s Managed Services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dirty="0">
              <a:ln>
                <a:noFill/>
              </a:ln>
              <a:solidFill>
                <a:srgbClr val="252126"/>
              </a:solidFill>
              <a:effectLst/>
              <a:uLnTx/>
              <a:uFillTx/>
              <a:latin typeface="Montserra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dirty="0">
              <a:ln>
                <a:noFill/>
              </a:ln>
              <a:solidFill>
                <a:srgbClr val="252126"/>
              </a:solidFill>
              <a:effectLst/>
              <a:uLnTx/>
              <a:uFillTx/>
              <a:latin typeface="Montserra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252126"/>
              </a:solidFill>
              <a:effectLst/>
              <a:uLnTx/>
              <a:uFillTx/>
              <a:latin typeface="Montserrat"/>
              <a:ea typeface="+mn-ea"/>
              <a:cs typeface="+mn-cs"/>
            </a:endParaRPr>
          </a:p>
        </p:txBody>
      </p:sp>
      <p:sp>
        <p:nvSpPr>
          <p:cNvPr id="67" name="TextBox 66">
            <a:extLst>
              <a:ext uri="{FF2B5EF4-FFF2-40B4-BE49-F238E27FC236}">
                <a16:creationId xmlns:a16="http://schemas.microsoft.com/office/drawing/2014/main" id="{66F10DD7-2801-4AA9-AEFC-B94271DB513D}"/>
              </a:ext>
            </a:extLst>
          </p:cNvPr>
          <p:cNvSpPr txBox="1"/>
          <p:nvPr/>
        </p:nvSpPr>
        <p:spPr>
          <a:xfrm>
            <a:off x="9391820" y="2265566"/>
            <a:ext cx="1813360" cy="1569660"/>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252126"/>
                </a:solidFill>
                <a:effectLst/>
                <a:uLnTx/>
                <a:uFillTx/>
                <a:latin typeface="Montserrat"/>
                <a:ea typeface="+mn-ea"/>
                <a:cs typeface="+mn-cs"/>
              </a:rPr>
              <a:t>Managed operations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252126"/>
                </a:solidFill>
                <a:effectLst/>
                <a:uLnTx/>
                <a:uFillTx/>
                <a:latin typeface="Montserrat"/>
                <a:ea typeface="+mn-ea"/>
                <a:cs typeface="+mn-cs"/>
              </a:rPr>
              <a:t>Optimize migrated workloads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solidFill>
                  <a:srgbClr val="252126"/>
                </a:solidFill>
                <a:latin typeface="Montserrat"/>
              </a:rPr>
              <a:t>Secure migrated workloads</a:t>
            </a:r>
            <a:endParaRPr kumimoji="0" lang="en-US" sz="1200" b="0" i="0" u="none" strike="noStrike" kern="1200" cap="none" spc="0" normalizeH="0" baseline="0" noProof="0" dirty="0">
              <a:ln>
                <a:noFill/>
              </a:ln>
              <a:solidFill>
                <a:srgbClr val="252126"/>
              </a:solidFill>
              <a:effectLst/>
              <a:uLnTx/>
              <a:uFillTx/>
              <a:latin typeface="Montserra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dirty="0">
              <a:ln>
                <a:noFill/>
              </a:ln>
              <a:solidFill>
                <a:srgbClr val="252126"/>
              </a:solidFill>
              <a:effectLst/>
              <a:uLnTx/>
              <a:uFillTx/>
              <a:latin typeface="Montserra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252126"/>
              </a:solidFill>
              <a:effectLst/>
              <a:uLnTx/>
              <a:uFillTx/>
              <a:latin typeface="Montserra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252126"/>
              </a:solidFill>
              <a:effectLst/>
              <a:uLnTx/>
              <a:uFillTx/>
              <a:latin typeface="Montserrat"/>
              <a:ea typeface="+mn-ea"/>
              <a:cs typeface="+mn-cs"/>
            </a:endParaRPr>
          </a:p>
        </p:txBody>
      </p:sp>
      <p:sp>
        <p:nvSpPr>
          <p:cNvPr id="68" name="Rectangle 67">
            <a:extLst>
              <a:ext uri="{FF2B5EF4-FFF2-40B4-BE49-F238E27FC236}">
                <a16:creationId xmlns:a16="http://schemas.microsoft.com/office/drawing/2014/main" id="{40FF1D74-02A1-45EC-B25C-70F070643D65}"/>
              </a:ext>
            </a:extLst>
          </p:cNvPr>
          <p:cNvSpPr/>
          <p:nvPr/>
        </p:nvSpPr>
        <p:spPr>
          <a:xfrm>
            <a:off x="7320078" y="5066872"/>
            <a:ext cx="1600308" cy="381632"/>
          </a:xfrm>
          <a:prstGeom prst="rect">
            <a:avLst/>
          </a:prstGeom>
          <a:solidFill>
            <a:srgbClr val="F26A2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Montserrat"/>
                <a:ea typeface="+mn-ea"/>
                <a:cs typeface="+mn-cs"/>
              </a:rPr>
              <a:t>10M Cloud Migration Center</a:t>
            </a:r>
          </a:p>
        </p:txBody>
      </p:sp>
      <p:sp>
        <p:nvSpPr>
          <p:cNvPr id="69" name="Rectangle 68">
            <a:extLst>
              <a:ext uri="{FF2B5EF4-FFF2-40B4-BE49-F238E27FC236}">
                <a16:creationId xmlns:a16="http://schemas.microsoft.com/office/drawing/2014/main" id="{4242B511-B44C-4182-B21A-2D9CEA36CDB3}"/>
              </a:ext>
            </a:extLst>
          </p:cNvPr>
          <p:cNvSpPr/>
          <p:nvPr/>
        </p:nvSpPr>
        <p:spPr>
          <a:xfrm>
            <a:off x="9604872" y="5072575"/>
            <a:ext cx="1600308" cy="381632"/>
          </a:xfrm>
          <a:prstGeom prst="rect">
            <a:avLst/>
          </a:prstGeom>
          <a:solidFill>
            <a:schemeClr val="bg1"/>
          </a:solidFill>
          <a:ln>
            <a:solidFill>
              <a:srgbClr val="F26A2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chemeClr val="accent1"/>
                </a:solidFill>
                <a:effectLst/>
                <a:uLnTx/>
                <a:uFillTx/>
                <a:latin typeface="Montserrat"/>
                <a:ea typeface="+mn-ea"/>
                <a:cs typeface="+mn-cs"/>
              </a:rPr>
              <a:t>10M Managed Services</a:t>
            </a:r>
          </a:p>
        </p:txBody>
      </p:sp>
      <p:sp>
        <p:nvSpPr>
          <p:cNvPr id="70" name="Rectangle 69">
            <a:extLst>
              <a:ext uri="{FF2B5EF4-FFF2-40B4-BE49-F238E27FC236}">
                <a16:creationId xmlns:a16="http://schemas.microsoft.com/office/drawing/2014/main" id="{A626B19C-1352-40F2-AF8B-C2484F25312E}"/>
              </a:ext>
            </a:extLst>
          </p:cNvPr>
          <p:cNvSpPr/>
          <p:nvPr/>
        </p:nvSpPr>
        <p:spPr>
          <a:xfrm>
            <a:off x="1743077" y="5076742"/>
            <a:ext cx="4775440" cy="381632"/>
          </a:xfrm>
          <a:prstGeom prst="rect">
            <a:avLst/>
          </a:prstGeom>
          <a:solidFill>
            <a:schemeClr val="accent2"/>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Montserrat"/>
                <a:ea typeface="+mn-ea"/>
                <a:cs typeface="+mn-cs"/>
              </a:rPr>
              <a:t>10M &amp; Customer Project Team</a:t>
            </a:r>
          </a:p>
        </p:txBody>
      </p:sp>
      <p:cxnSp>
        <p:nvCxnSpPr>
          <p:cNvPr id="71" name="Straight Connector 70">
            <a:extLst>
              <a:ext uri="{FF2B5EF4-FFF2-40B4-BE49-F238E27FC236}">
                <a16:creationId xmlns:a16="http://schemas.microsoft.com/office/drawing/2014/main" id="{2861F623-DE1E-41E0-A0BD-4898433FA0BB}"/>
              </a:ext>
            </a:extLst>
          </p:cNvPr>
          <p:cNvCxnSpPr/>
          <p:nvPr/>
        </p:nvCxnSpPr>
        <p:spPr>
          <a:xfrm>
            <a:off x="9298909" y="2135965"/>
            <a:ext cx="0" cy="3836169"/>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72" name="Rectangle 71">
            <a:extLst>
              <a:ext uri="{FF2B5EF4-FFF2-40B4-BE49-F238E27FC236}">
                <a16:creationId xmlns:a16="http://schemas.microsoft.com/office/drawing/2014/main" id="{28E66C48-30CD-4509-BDE0-AFE6BDFB088F}"/>
              </a:ext>
            </a:extLst>
          </p:cNvPr>
          <p:cNvSpPr/>
          <p:nvPr/>
        </p:nvSpPr>
        <p:spPr>
          <a:xfrm>
            <a:off x="3361818" y="5519676"/>
            <a:ext cx="1600308" cy="381632"/>
          </a:xfrm>
          <a:prstGeom prst="rect">
            <a:avLst/>
          </a:prstGeom>
          <a:solidFill>
            <a:srgbClr val="F26A2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Montserrat"/>
                <a:ea typeface="+mn-ea"/>
                <a:cs typeface="+mn-cs"/>
              </a:rPr>
              <a:t>10M Cloud Migration Center</a:t>
            </a:r>
          </a:p>
        </p:txBody>
      </p:sp>
      <p:sp>
        <p:nvSpPr>
          <p:cNvPr id="2" name="TextBox 1">
            <a:extLst>
              <a:ext uri="{FF2B5EF4-FFF2-40B4-BE49-F238E27FC236}">
                <a16:creationId xmlns:a16="http://schemas.microsoft.com/office/drawing/2014/main" id="{1F55CE00-888A-4BE2-BC77-91B3B981BF8D}"/>
              </a:ext>
            </a:extLst>
          </p:cNvPr>
          <p:cNvSpPr txBox="1"/>
          <p:nvPr/>
        </p:nvSpPr>
        <p:spPr>
          <a:xfrm>
            <a:off x="6051250" y="6291446"/>
            <a:ext cx="4053482" cy="400110"/>
          </a:xfrm>
          <a:prstGeom prst="rect">
            <a:avLst/>
          </a:prstGeom>
          <a:noFill/>
        </p:spPr>
        <p:txBody>
          <a:bodyPr wrap="none" rtlCol="0">
            <a:spAutoFit/>
          </a:bodyPr>
          <a:lstStyle/>
          <a:p>
            <a:r>
              <a:rPr lang="en-US" sz="2000" b="1" dirty="0">
                <a:solidFill>
                  <a:srgbClr val="F26A2E"/>
                </a:solidFill>
              </a:rPr>
              <a:t>Continuous Discovery and Migration</a:t>
            </a:r>
          </a:p>
        </p:txBody>
      </p:sp>
    </p:spTree>
    <p:extLst>
      <p:ext uri="{BB962C8B-B14F-4D97-AF65-F5344CB8AC3E}">
        <p14:creationId xmlns:p14="http://schemas.microsoft.com/office/powerpoint/2010/main" val="8482056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64811-9021-4D76-BB33-C00BBF026B9E}"/>
              </a:ext>
            </a:extLst>
          </p:cNvPr>
          <p:cNvSpPr>
            <a:spLocks noGrp="1"/>
          </p:cNvSpPr>
          <p:nvPr>
            <p:ph type="title"/>
          </p:nvPr>
        </p:nvSpPr>
        <p:spPr/>
        <p:txBody>
          <a:bodyPr/>
          <a:lstStyle/>
          <a:p>
            <a:r>
              <a:rPr lang="en-US" dirty="0"/>
              <a:t>Landing Zone Assessment</a:t>
            </a:r>
            <a:endParaRPr lang="en-UG" dirty="0"/>
          </a:p>
        </p:txBody>
      </p:sp>
      <p:sp>
        <p:nvSpPr>
          <p:cNvPr id="3" name="Content Placeholder 2">
            <a:extLst>
              <a:ext uri="{FF2B5EF4-FFF2-40B4-BE49-F238E27FC236}">
                <a16:creationId xmlns:a16="http://schemas.microsoft.com/office/drawing/2014/main" id="{C49BE286-40EE-4AEB-9684-F03ECFDDE409}"/>
              </a:ext>
            </a:extLst>
          </p:cNvPr>
          <p:cNvSpPr>
            <a:spLocks noGrp="1"/>
          </p:cNvSpPr>
          <p:nvPr>
            <p:ph idx="1"/>
          </p:nvPr>
        </p:nvSpPr>
        <p:spPr>
          <a:xfrm>
            <a:off x="838200" y="2418735"/>
            <a:ext cx="10515600" cy="3758228"/>
          </a:xfrm>
        </p:spPr>
        <p:txBody>
          <a:bodyPr>
            <a:normAutofit fontScale="92500"/>
          </a:bodyPr>
          <a:lstStyle/>
          <a:p>
            <a:r>
              <a:rPr lang="en-US" sz="2800" dirty="0">
                <a:latin typeface="Calibri" panose="020F0502020204030204" pitchFamily="34" charset="0"/>
                <a:ea typeface="Times New Roman" panose="02020603050405020304" pitchFamily="18" charset="0"/>
              </a:rPr>
              <a:t>Completed by the project tech lead/architect with support from the CMC</a:t>
            </a:r>
          </a:p>
          <a:p>
            <a:r>
              <a:rPr lang="en-US" sz="2800" dirty="0">
                <a:latin typeface="Calibri" panose="020F0502020204030204" pitchFamily="34" charset="0"/>
                <a:ea typeface="Times New Roman" panose="02020603050405020304" pitchFamily="18" charset="0"/>
              </a:rPr>
              <a:t>Verifies the client has a production ready environment suitable for migration</a:t>
            </a:r>
          </a:p>
          <a:p>
            <a:r>
              <a:rPr lang="en-US" sz="2800" dirty="0">
                <a:latin typeface="Calibri" panose="020F0502020204030204" pitchFamily="34" charset="0"/>
                <a:ea typeface="Times New Roman" panose="02020603050405020304" pitchFamily="18" charset="0"/>
              </a:rPr>
              <a:t>Allows us to provide recommendations on how to improve their current environment</a:t>
            </a:r>
          </a:p>
          <a:p>
            <a:r>
              <a:rPr lang="en-US" sz="2800" dirty="0">
                <a:latin typeface="Calibri" panose="020F0502020204030204" pitchFamily="34" charset="0"/>
                <a:ea typeface="Times New Roman" panose="02020603050405020304" pitchFamily="18" charset="0"/>
              </a:rPr>
              <a:t>Short remediation period to resolve the issues </a:t>
            </a:r>
          </a:p>
          <a:p>
            <a:r>
              <a:rPr lang="en-US" sz="2800" dirty="0">
                <a:latin typeface="Calibri" panose="020F0502020204030204" pitchFamily="34" charset="0"/>
                <a:ea typeface="Times New Roman" panose="02020603050405020304" pitchFamily="18" charset="0"/>
              </a:rPr>
              <a:t>Migration tooling setup should be happening in parallel</a:t>
            </a:r>
          </a:p>
          <a:p>
            <a:r>
              <a:rPr lang="en-US" sz="2800" dirty="0">
                <a:latin typeface="Calibri" panose="020F0502020204030204" pitchFamily="34" charset="0"/>
                <a:ea typeface="Times New Roman" panose="02020603050405020304" pitchFamily="18" charset="0"/>
              </a:rPr>
              <a:t>Completed before migration starts</a:t>
            </a:r>
          </a:p>
        </p:txBody>
      </p:sp>
      <p:sp>
        <p:nvSpPr>
          <p:cNvPr id="4" name="Arrow: Pentagon 3">
            <a:extLst>
              <a:ext uri="{FF2B5EF4-FFF2-40B4-BE49-F238E27FC236}">
                <a16:creationId xmlns:a16="http://schemas.microsoft.com/office/drawing/2014/main" id="{5C1796BA-DA24-4473-8221-C5B69B0E8B0B}"/>
              </a:ext>
            </a:extLst>
          </p:cNvPr>
          <p:cNvSpPr/>
          <p:nvPr/>
        </p:nvSpPr>
        <p:spPr>
          <a:xfrm>
            <a:off x="941472" y="1556084"/>
            <a:ext cx="2297028" cy="484632"/>
          </a:xfrm>
          <a:prstGeom prst="homePlate">
            <a:avLst/>
          </a:prstGeom>
          <a:solidFill>
            <a:schemeClr val="accent2"/>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Landing Zone</a:t>
            </a:r>
          </a:p>
        </p:txBody>
      </p:sp>
      <p:sp>
        <p:nvSpPr>
          <p:cNvPr id="5" name="Arrow: Chevron 4">
            <a:extLst>
              <a:ext uri="{FF2B5EF4-FFF2-40B4-BE49-F238E27FC236}">
                <a16:creationId xmlns:a16="http://schemas.microsoft.com/office/drawing/2014/main" id="{466F90A6-7AF4-4F37-8560-ACBBB2199B40}"/>
              </a:ext>
            </a:extLst>
          </p:cNvPr>
          <p:cNvSpPr/>
          <p:nvPr/>
        </p:nvSpPr>
        <p:spPr>
          <a:xfrm>
            <a:off x="4966338" y="1556085"/>
            <a:ext cx="1915505" cy="484631"/>
          </a:xfrm>
          <a:prstGeom prst="chevron">
            <a:avLst/>
          </a:prstGeom>
          <a:solidFill>
            <a:schemeClr val="bg1">
              <a:lumMod val="75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Discover</a:t>
            </a:r>
          </a:p>
        </p:txBody>
      </p:sp>
      <p:sp>
        <p:nvSpPr>
          <p:cNvPr id="6" name="Arrow: Chevron 5">
            <a:extLst>
              <a:ext uri="{FF2B5EF4-FFF2-40B4-BE49-F238E27FC236}">
                <a16:creationId xmlns:a16="http://schemas.microsoft.com/office/drawing/2014/main" id="{15FF17AD-6FAF-472E-AE37-263A119A0560}"/>
              </a:ext>
            </a:extLst>
          </p:cNvPr>
          <p:cNvSpPr/>
          <p:nvPr/>
        </p:nvSpPr>
        <p:spPr>
          <a:xfrm>
            <a:off x="6786618" y="1556084"/>
            <a:ext cx="2566931" cy="484632"/>
          </a:xfrm>
          <a:prstGeom prst="chevron">
            <a:avLst/>
          </a:prstGeom>
          <a:solidFill>
            <a:schemeClr val="bg1">
              <a:lumMod val="75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Migrate</a:t>
            </a:r>
          </a:p>
        </p:txBody>
      </p:sp>
      <p:sp>
        <p:nvSpPr>
          <p:cNvPr id="7" name="Arrow: Chevron 6">
            <a:extLst>
              <a:ext uri="{FF2B5EF4-FFF2-40B4-BE49-F238E27FC236}">
                <a16:creationId xmlns:a16="http://schemas.microsoft.com/office/drawing/2014/main" id="{AD52E3FB-7F0C-463F-96B7-8331874670B4}"/>
              </a:ext>
            </a:extLst>
          </p:cNvPr>
          <p:cNvSpPr/>
          <p:nvPr/>
        </p:nvSpPr>
        <p:spPr>
          <a:xfrm>
            <a:off x="9260809" y="1556084"/>
            <a:ext cx="2318084" cy="484632"/>
          </a:xfrm>
          <a:prstGeom prst="chevron">
            <a:avLst/>
          </a:prstGeom>
          <a:solidFill>
            <a:schemeClr val="bg1">
              <a:lumMod val="75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Manage, Optimize, Secure</a:t>
            </a:r>
          </a:p>
        </p:txBody>
      </p:sp>
      <p:sp>
        <p:nvSpPr>
          <p:cNvPr id="8" name="Arrow: Chevron 7">
            <a:extLst>
              <a:ext uri="{FF2B5EF4-FFF2-40B4-BE49-F238E27FC236}">
                <a16:creationId xmlns:a16="http://schemas.microsoft.com/office/drawing/2014/main" id="{2524284B-ABC5-45BB-A923-E97F2A0CC9D9}"/>
              </a:ext>
            </a:extLst>
          </p:cNvPr>
          <p:cNvSpPr/>
          <p:nvPr/>
        </p:nvSpPr>
        <p:spPr>
          <a:xfrm>
            <a:off x="3143252" y="1556084"/>
            <a:ext cx="1915528" cy="484632"/>
          </a:xfrm>
          <a:prstGeom prst="chevron">
            <a:avLst/>
          </a:prstGeom>
          <a:solidFill>
            <a:schemeClr val="bg1">
              <a:lumMod val="75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Pilot</a:t>
            </a:r>
          </a:p>
        </p:txBody>
      </p:sp>
    </p:spTree>
    <p:extLst>
      <p:ext uri="{BB962C8B-B14F-4D97-AF65-F5344CB8AC3E}">
        <p14:creationId xmlns:p14="http://schemas.microsoft.com/office/powerpoint/2010/main" val="2710568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64811-9021-4D76-BB33-C00BBF026B9E}"/>
              </a:ext>
            </a:extLst>
          </p:cNvPr>
          <p:cNvSpPr>
            <a:spLocks noGrp="1"/>
          </p:cNvSpPr>
          <p:nvPr>
            <p:ph type="title"/>
          </p:nvPr>
        </p:nvSpPr>
        <p:spPr/>
        <p:txBody>
          <a:bodyPr/>
          <a:lstStyle/>
          <a:p>
            <a:r>
              <a:rPr lang="en-US" dirty="0"/>
              <a:t>Migration Tooling Setup</a:t>
            </a:r>
            <a:endParaRPr lang="en-UG" dirty="0"/>
          </a:p>
        </p:txBody>
      </p:sp>
      <p:sp>
        <p:nvSpPr>
          <p:cNvPr id="3" name="Content Placeholder 2">
            <a:extLst>
              <a:ext uri="{FF2B5EF4-FFF2-40B4-BE49-F238E27FC236}">
                <a16:creationId xmlns:a16="http://schemas.microsoft.com/office/drawing/2014/main" id="{C49BE286-40EE-4AEB-9684-F03ECFDDE409}"/>
              </a:ext>
            </a:extLst>
          </p:cNvPr>
          <p:cNvSpPr>
            <a:spLocks noGrp="1"/>
          </p:cNvSpPr>
          <p:nvPr>
            <p:ph idx="1"/>
          </p:nvPr>
        </p:nvSpPr>
        <p:spPr>
          <a:xfrm>
            <a:off x="838200" y="1460090"/>
            <a:ext cx="6019800" cy="4716873"/>
          </a:xfrm>
        </p:spPr>
        <p:txBody>
          <a:bodyPr>
            <a:normAutofit fontScale="77500" lnSpcReduction="20000"/>
          </a:bodyPr>
          <a:lstStyle/>
          <a:p>
            <a:r>
              <a:rPr lang="en-US" sz="2800" dirty="0">
                <a:latin typeface="Calibri" panose="020F0502020204030204" pitchFamily="34" charset="0"/>
                <a:ea typeface="Times New Roman" panose="02020603050405020304" pitchFamily="18" charset="0"/>
              </a:rPr>
              <a:t>Completed by the CMC with the support of the project tech lead/architect</a:t>
            </a:r>
          </a:p>
          <a:p>
            <a:r>
              <a:rPr lang="en-US" sz="2800" dirty="0">
                <a:latin typeface="Calibri" panose="020F0502020204030204" pitchFamily="34" charset="0"/>
                <a:ea typeface="Times New Roman" panose="02020603050405020304" pitchFamily="18" charset="0"/>
              </a:rPr>
              <a:t>Should happen in parallel with the landing zone assessment</a:t>
            </a:r>
          </a:p>
          <a:p>
            <a:r>
              <a:rPr lang="en-US" sz="2800" dirty="0">
                <a:latin typeface="Calibri" panose="020F0502020204030204" pitchFamily="34" charset="0"/>
                <a:ea typeface="Times New Roman" panose="02020603050405020304" pitchFamily="18" charset="0"/>
              </a:rPr>
              <a:t>Work with the client to review the info in the welcome kit and get a good understanding of their environment</a:t>
            </a:r>
          </a:p>
          <a:p>
            <a:r>
              <a:rPr lang="en-US" sz="2800" dirty="0">
                <a:latin typeface="Calibri" panose="020F0502020204030204" pitchFamily="34" charset="0"/>
                <a:ea typeface="Times New Roman" panose="02020603050405020304" pitchFamily="18" charset="0"/>
              </a:rPr>
              <a:t>Translate the information into an ASR topology</a:t>
            </a:r>
          </a:p>
          <a:p>
            <a:r>
              <a:rPr lang="en-US" sz="2800" dirty="0">
                <a:latin typeface="Calibri" panose="020F0502020204030204" pitchFamily="34" charset="0"/>
                <a:ea typeface="Times New Roman" panose="02020603050405020304" pitchFamily="18" charset="0"/>
              </a:rPr>
              <a:t>Deploy the Azure ASR components</a:t>
            </a:r>
          </a:p>
          <a:p>
            <a:pPr lvl="1"/>
            <a:r>
              <a:rPr lang="en-US" sz="2400" dirty="0">
                <a:latin typeface="Calibri" panose="020F0502020204030204" pitchFamily="34" charset="0"/>
                <a:ea typeface="Times New Roman" panose="02020603050405020304" pitchFamily="18" charset="0"/>
              </a:rPr>
              <a:t>Recovery Services vaults and cache storage accounts in each region</a:t>
            </a:r>
          </a:p>
          <a:p>
            <a:pPr lvl="1"/>
            <a:r>
              <a:rPr lang="en-US" sz="2400" dirty="0">
                <a:latin typeface="Calibri" panose="020F0502020204030204" pitchFamily="34" charset="0"/>
                <a:ea typeface="Times New Roman" panose="02020603050405020304" pitchFamily="18" charset="0"/>
              </a:rPr>
              <a:t>A failover testing environment in each region - IMPORTANT</a:t>
            </a:r>
          </a:p>
          <a:p>
            <a:r>
              <a:rPr lang="en-US" sz="2800" dirty="0">
                <a:latin typeface="Calibri" panose="020F0502020204030204" pitchFamily="34" charset="0"/>
                <a:ea typeface="Times New Roman" panose="02020603050405020304" pitchFamily="18" charset="0"/>
              </a:rPr>
              <a:t>Set up working sessions to assist the client deploy the on prem components</a:t>
            </a:r>
          </a:p>
        </p:txBody>
      </p:sp>
      <p:pic>
        <p:nvPicPr>
          <p:cNvPr id="9" name="Picture 8">
            <a:extLst>
              <a:ext uri="{FF2B5EF4-FFF2-40B4-BE49-F238E27FC236}">
                <a16:creationId xmlns:a16="http://schemas.microsoft.com/office/drawing/2014/main" id="{5D465EDE-AD10-4391-9E53-10481B721F0C}"/>
              </a:ext>
            </a:extLst>
          </p:cNvPr>
          <p:cNvPicPr>
            <a:picLocks noChangeAspect="1"/>
          </p:cNvPicPr>
          <p:nvPr/>
        </p:nvPicPr>
        <p:blipFill>
          <a:blip r:embed="rId3"/>
          <a:stretch>
            <a:fillRect/>
          </a:stretch>
        </p:blipFill>
        <p:spPr>
          <a:xfrm>
            <a:off x="7528643" y="406481"/>
            <a:ext cx="4366669" cy="2107218"/>
          </a:xfrm>
          <a:prstGeom prst="rect">
            <a:avLst/>
          </a:prstGeom>
        </p:spPr>
      </p:pic>
      <p:pic>
        <p:nvPicPr>
          <p:cNvPr id="10" name="Picture 9">
            <a:extLst>
              <a:ext uri="{FF2B5EF4-FFF2-40B4-BE49-F238E27FC236}">
                <a16:creationId xmlns:a16="http://schemas.microsoft.com/office/drawing/2014/main" id="{2D214412-15F9-4BFC-A6C8-E04C106A6CD1}"/>
              </a:ext>
            </a:extLst>
          </p:cNvPr>
          <p:cNvPicPr>
            <a:picLocks noChangeAspect="1"/>
          </p:cNvPicPr>
          <p:nvPr/>
        </p:nvPicPr>
        <p:blipFill>
          <a:blip r:embed="rId4"/>
          <a:stretch>
            <a:fillRect/>
          </a:stretch>
        </p:blipFill>
        <p:spPr>
          <a:xfrm>
            <a:off x="7192216" y="2698956"/>
            <a:ext cx="4727007" cy="3290692"/>
          </a:xfrm>
          <a:prstGeom prst="rect">
            <a:avLst/>
          </a:prstGeom>
        </p:spPr>
      </p:pic>
      <p:sp>
        <p:nvSpPr>
          <p:cNvPr id="11" name="Rectangle 10">
            <a:extLst>
              <a:ext uri="{FF2B5EF4-FFF2-40B4-BE49-F238E27FC236}">
                <a16:creationId xmlns:a16="http://schemas.microsoft.com/office/drawing/2014/main" id="{C181FFEA-FEDE-47A6-8657-53974DC2F621}"/>
              </a:ext>
            </a:extLst>
          </p:cNvPr>
          <p:cNvSpPr/>
          <p:nvPr/>
        </p:nvSpPr>
        <p:spPr>
          <a:xfrm>
            <a:off x="7528643" y="406481"/>
            <a:ext cx="4366669" cy="210721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708936A-2037-4711-8450-18589F91A8F9}"/>
              </a:ext>
            </a:extLst>
          </p:cNvPr>
          <p:cNvSpPr/>
          <p:nvPr/>
        </p:nvSpPr>
        <p:spPr>
          <a:xfrm>
            <a:off x="7192216" y="2698956"/>
            <a:ext cx="4727007" cy="329069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13809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Title 1">
            <a:extLst>
              <a:ext uri="{FF2B5EF4-FFF2-40B4-BE49-F238E27FC236}">
                <a16:creationId xmlns:a16="http://schemas.microsoft.com/office/drawing/2014/main" id="{7E54BF6E-824C-47E1-8B76-790AF0505936}"/>
              </a:ext>
            </a:extLst>
          </p:cNvPr>
          <p:cNvSpPr>
            <a:spLocks noGrp="1"/>
          </p:cNvSpPr>
          <p:nvPr>
            <p:ph type="title"/>
          </p:nvPr>
        </p:nvSpPr>
        <p:spPr>
          <a:xfrm>
            <a:off x="838200" y="255616"/>
            <a:ext cx="10515600" cy="1031115"/>
          </a:xfrm>
        </p:spPr>
        <p:txBody>
          <a:bodyPr/>
          <a:lstStyle/>
          <a:p>
            <a:r>
              <a:rPr lang="en-US" dirty="0">
                <a:solidFill>
                  <a:srgbClr val="F26A2E"/>
                </a:solidFill>
              </a:rPr>
              <a:t>Migration Process</a:t>
            </a:r>
          </a:p>
        </p:txBody>
      </p:sp>
      <p:sp>
        <p:nvSpPr>
          <p:cNvPr id="51" name="TextBox 50">
            <a:extLst>
              <a:ext uri="{FF2B5EF4-FFF2-40B4-BE49-F238E27FC236}">
                <a16:creationId xmlns:a16="http://schemas.microsoft.com/office/drawing/2014/main" id="{071A8B20-8D5F-463D-A11C-5AFC153E134A}"/>
              </a:ext>
            </a:extLst>
          </p:cNvPr>
          <p:cNvSpPr txBox="1"/>
          <p:nvPr/>
        </p:nvSpPr>
        <p:spPr>
          <a:xfrm>
            <a:off x="838200" y="1177495"/>
            <a:ext cx="10598624" cy="147732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52126"/>
              </a:solidFill>
              <a:effectLst/>
              <a:uLnTx/>
              <a:uFillTx/>
              <a:latin typeface="Montserra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52126"/>
              </a:solidFill>
              <a:effectLst/>
              <a:uLnTx/>
              <a:uFillTx/>
              <a:latin typeface="Montserra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52126"/>
              </a:solidFill>
              <a:effectLst/>
              <a:uLnTx/>
              <a:uFillTx/>
              <a:latin typeface="Montserra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52126"/>
              </a:solidFill>
              <a:effectLst/>
              <a:uLnTx/>
              <a:uFillTx/>
              <a:latin typeface="Montserra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52126"/>
              </a:solidFill>
              <a:effectLst/>
              <a:uLnTx/>
              <a:uFillTx/>
              <a:latin typeface="Montserrat"/>
              <a:ea typeface="+mn-ea"/>
              <a:cs typeface="+mn-cs"/>
            </a:endParaRPr>
          </a:p>
        </p:txBody>
      </p:sp>
      <p:sp>
        <p:nvSpPr>
          <p:cNvPr id="52" name="Arrow: Pentagon 51">
            <a:extLst>
              <a:ext uri="{FF2B5EF4-FFF2-40B4-BE49-F238E27FC236}">
                <a16:creationId xmlns:a16="http://schemas.microsoft.com/office/drawing/2014/main" id="{D0CFCC73-5D90-45FF-9B28-7BC9970312E2}"/>
              </a:ext>
            </a:extLst>
          </p:cNvPr>
          <p:cNvSpPr/>
          <p:nvPr/>
        </p:nvSpPr>
        <p:spPr>
          <a:xfrm>
            <a:off x="941472" y="1556084"/>
            <a:ext cx="2297028" cy="484632"/>
          </a:xfrm>
          <a:prstGeom prst="homePlate">
            <a:avLst/>
          </a:prstGeom>
          <a:solidFill>
            <a:schemeClr val="accent2"/>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Landing Zone</a:t>
            </a:r>
          </a:p>
        </p:txBody>
      </p:sp>
      <p:sp>
        <p:nvSpPr>
          <p:cNvPr id="53" name="Arrow: Chevron 52">
            <a:extLst>
              <a:ext uri="{FF2B5EF4-FFF2-40B4-BE49-F238E27FC236}">
                <a16:creationId xmlns:a16="http://schemas.microsoft.com/office/drawing/2014/main" id="{028FBE54-16D5-44FE-BC47-D6AC65814616}"/>
              </a:ext>
            </a:extLst>
          </p:cNvPr>
          <p:cNvSpPr/>
          <p:nvPr/>
        </p:nvSpPr>
        <p:spPr>
          <a:xfrm>
            <a:off x="4966338" y="1556085"/>
            <a:ext cx="1915505" cy="484631"/>
          </a:xfrm>
          <a:prstGeom prst="chevron">
            <a:avLst/>
          </a:prstGeom>
          <a:solidFill>
            <a:schemeClr val="accent2"/>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Discover</a:t>
            </a:r>
          </a:p>
        </p:txBody>
      </p:sp>
      <p:sp>
        <p:nvSpPr>
          <p:cNvPr id="54" name="Arrow: Chevron 53">
            <a:extLst>
              <a:ext uri="{FF2B5EF4-FFF2-40B4-BE49-F238E27FC236}">
                <a16:creationId xmlns:a16="http://schemas.microsoft.com/office/drawing/2014/main" id="{57A48FC2-780E-4C0A-B590-7CF0524A4545}"/>
              </a:ext>
            </a:extLst>
          </p:cNvPr>
          <p:cNvSpPr/>
          <p:nvPr/>
        </p:nvSpPr>
        <p:spPr>
          <a:xfrm>
            <a:off x="6786618" y="1556084"/>
            <a:ext cx="2566931" cy="484632"/>
          </a:xfrm>
          <a:prstGeom prst="chevron">
            <a:avLst/>
          </a:prstGeom>
          <a:solidFill>
            <a:schemeClr val="accent2"/>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Migrate</a:t>
            </a:r>
          </a:p>
        </p:txBody>
      </p:sp>
      <p:sp>
        <p:nvSpPr>
          <p:cNvPr id="55" name="Arrow: Chevron 54">
            <a:extLst>
              <a:ext uri="{FF2B5EF4-FFF2-40B4-BE49-F238E27FC236}">
                <a16:creationId xmlns:a16="http://schemas.microsoft.com/office/drawing/2014/main" id="{BFADD996-19B4-49D5-AFB5-1C9CEDFB4BD5}"/>
              </a:ext>
            </a:extLst>
          </p:cNvPr>
          <p:cNvSpPr/>
          <p:nvPr/>
        </p:nvSpPr>
        <p:spPr>
          <a:xfrm>
            <a:off x="9260809" y="1556084"/>
            <a:ext cx="2318084" cy="484632"/>
          </a:xfrm>
          <a:prstGeom prst="chevron">
            <a:avLst/>
          </a:prstGeom>
          <a:solidFill>
            <a:schemeClr val="accent2"/>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Manage, Optimize, Secure</a:t>
            </a:r>
          </a:p>
        </p:txBody>
      </p:sp>
      <p:grpSp>
        <p:nvGrpSpPr>
          <p:cNvPr id="56" name="Group 55">
            <a:extLst>
              <a:ext uri="{FF2B5EF4-FFF2-40B4-BE49-F238E27FC236}">
                <a16:creationId xmlns:a16="http://schemas.microsoft.com/office/drawing/2014/main" id="{E9AEF26A-99E8-4802-BEF4-AB1EE9728BF6}"/>
              </a:ext>
            </a:extLst>
          </p:cNvPr>
          <p:cNvGrpSpPr/>
          <p:nvPr/>
        </p:nvGrpSpPr>
        <p:grpSpPr>
          <a:xfrm>
            <a:off x="6275476" y="5444153"/>
            <a:ext cx="3589213" cy="914309"/>
            <a:chOff x="5350042" y="4019089"/>
            <a:chExt cx="1585527" cy="1295821"/>
          </a:xfrm>
          <a:solidFill>
            <a:schemeClr val="accent2">
              <a:lumMod val="60000"/>
              <a:lumOff val="40000"/>
            </a:schemeClr>
          </a:solidFill>
        </p:grpSpPr>
        <p:sp>
          <p:nvSpPr>
            <p:cNvPr id="57" name="Arrow: Curved Right 56">
              <a:extLst>
                <a:ext uri="{FF2B5EF4-FFF2-40B4-BE49-F238E27FC236}">
                  <a16:creationId xmlns:a16="http://schemas.microsoft.com/office/drawing/2014/main" id="{7EE92822-60A5-44F9-901D-8BDE4F65EBDB}"/>
                </a:ext>
              </a:extLst>
            </p:cNvPr>
            <p:cNvSpPr/>
            <p:nvPr/>
          </p:nvSpPr>
          <p:spPr>
            <a:xfrm>
              <a:off x="5350042" y="4098758"/>
              <a:ext cx="731520" cy="1216152"/>
            </a:xfrm>
            <a:prstGeom prst="curvedRightArrow">
              <a:avLst/>
            </a:prstGeom>
            <a:grp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52126"/>
                </a:solidFill>
                <a:effectLst/>
                <a:uLnTx/>
                <a:uFillTx/>
                <a:latin typeface="Montserrat"/>
                <a:ea typeface="+mn-ea"/>
                <a:cs typeface="+mn-cs"/>
              </a:endParaRPr>
            </a:p>
          </p:txBody>
        </p:sp>
        <p:sp>
          <p:nvSpPr>
            <p:cNvPr id="58" name="Arrow: Curved Left 57">
              <a:extLst>
                <a:ext uri="{FF2B5EF4-FFF2-40B4-BE49-F238E27FC236}">
                  <a16:creationId xmlns:a16="http://schemas.microsoft.com/office/drawing/2014/main" id="{352E4F31-1745-47FC-B69D-D62D73EE4FF0}"/>
                </a:ext>
              </a:extLst>
            </p:cNvPr>
            <p:cNvSpPr/>
            <p:nvPr/>
          </p:nvSpPr>
          <p:spPr>
            <a:xfrm rot="10800000" flipH="1">
              <a:off x="6204049" y="4019089"/>
              <a:ext cx="731520" cy="1216152"/>
            </a:xfrm>
            <a:prstGeom prst="curvedLeftArrow">
              <a:avLst/>
            </a:prstGeom>
            <a:grp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52126"/>
                </a:solidFill>
                <a:effectLst/>
                <a:uLnTx/>
                <a:uFillTx/>
                <a:latin typeface="Montserrat"/>
                <a:ea typeface="+mn-ea"/>
                <a:cs typeface="+mn-cs"/>
              </a:endParaRPr>
            </a:p>
          </p:txBody>
        </p:sp>
      </p:grpSp>
      <p:sp>
        <p:nvSpPr>
          <p:cNvPr id="59" name="Arrow: Chevron 58">
            <a:extLst>
              <a:ext uri="{FF2B5EF4-FFF2-40B4-BE49-F238E27FC236}">
                <a16:creationId xmlns:a16="http://schemas.microsoft.com/office/drawing/2014/main" id="{3A24F8E6-89D0-4665-9A15-84AA34A998FE}"/>
              </a:ext>
            </a:extLst>
          </p:cNvPr>
          <p:cNvSpPr/>
          <p:nvPr/>
        </p:nvSpPr>
        <p:spPr>
          <a:xfrm>
            <a:off x="3143252" y="1556084"/>
            <a:ext cx="1915528" cy="484632"/>
          </a:xfrm>
          <a:prstGeom prst="chevron">
            <a:avLst/>
          </a:prstGeom>
          <a:solidFill>
            <a:schemeClr val="accent2"/>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Pilot</a:t>
            </a:r>
          </a:p>
        </p:txBody>
      </p:sp>
      <p:cxnSp>
        <p:nvCxnSpPr>
          <p:cNvPr id="60" name="Straight Connector 59">
            <a:extLst>
              <a:ext uri="{FF2B5EF4-FFF2-40B4-BE49-F238E27FC236}">
                <a16:creationId xmlns:a16="http://schemas.microsoft.com/office/drawing/2014/main" id="{BB548398-130F-4C8D-83A5-049E45B71CD0}"/>
              </a:ext>
            </a:extLst>
          </p:cNvPr>
          <p:cNvCxnSpPr/>
          <p:nvPr/>
        </p:nvCxnSpPr>
        <p:spPr>
          <a:xfrm>
            <a:off x="3209925" y="2126441"/>
            <a:ext cx="0" cy="3836169"/>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3A153338-1147-48AF-A31C-3143C163C369}"/>
              </a:ext>
            </a:extLst>
          </p:cNvPr>
          <p:cNvCxnSpPr/>
          <p:nvPr/>
        </p:nvCxnSpPr>
        <p:spPr>
          <a:xfrm>
            <a:off x="5077828" y="2126441"/>
            <a:ext cx="0" cy="3836169"/>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B0D43E4C-920F-4D14-B1FA-9500343B9FAE}"/>
              </a:ext>
            </a:extLst>
          </p:cNvPr>
          <p:cNvCxnSpPr/>
          <p:nvPr/>
        </p:nvCxnSpPr>
        <p:spPr>
          <a:xfrm>
            <a:off x="6896503" y="2126440"/>
            <a:ext cx="0" cy="3836169"/>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4D44F9F3-2980-48DF-A4C8-13A9A9C590EF}"/>
              </a:ext>
            </a:extLst>
          </p:cNvPr>
          <p:cNvSpPr txBox="1"/>
          <p:nvPr/>
        </p:nvSpPr>
        <p:spPr>
          <a:xfrm>
            <a:off x="941472" y="2269379"/>
            <a:ext cx="2225235" cy="1569660"/>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252126"/>
                </a:solidFill>
                <a:effectLst/>
                <a:uLnTx/>
                <a:uFillTx/>
                <a:latin typeface="Montserrat"/>
                <a:ea typeface="+mn-ea"/>
                <a:cs typeface="+mn-cs"/>
              </a:rPr>
              <a:t>Evaluate current landing zone, or prepare the landing zone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252126"/>
                </a:solidFill>
                <a:effectLst/>
                <a:uLnTx/>
                <a:uFillTx/>
                <a:latin typeface="Montserrat"/>
                <a:ea typeface="+mn-ea"/>
                <a:cs typeface="+mn-cs"/>
              </a:rPr>
              <a:t>Provide recommendations on any findings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solidFill>
                  <a:srgbClr val="252126"/>
                </a:solidFill>
                <a:latin typeface="Montserrat"/>
              </a:rPr>
              <a:t>Remediate where needed</a:t>
            </a:r>
            <a:endParaRPr kumimoji="0" lang="en-US" sz="1200" b="0" i="0" u="none" strike="noStrike" kern="1200" cap="none" spc="0" normalizeH="0" baseline="0" noProof="0" dirty="0">
              <a:ln>
                <a:noFill/>
              </a:ln>
              <a:solidFill>
                <a:srgbClr val="252126"/>
              </a:solidFill>
              <a:effectLst/>
              <a:uLnTx/>
              <a:uFillTx/>
              <a:latin typeface="Montserra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dirty="0">
              <a:ln>
                <a:noFill/>
              </a:ln>
              <a:solidFill>
                <a:srgbClr val="252126"/>
              </a:solidFill>
              <a:effectLst/>
              <a:uLnTx/>
              <a:uFillTx/>
              <a:latin typeface="Montserra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dirty="0">
              <a:ln>
                <a:noFill/>
              </a:ln>
              <a:solidFill>
                <a:srgbClr val="252126"/>
              </a:solidFill>
              <a:effectLst/>
              <a:uLnTx/>
              <a:uFillTx/>
              <a:latin typeface="Montserra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dirty="0">
              <a:ln>
                <a:noFill/>
              </a:ln>
              <a:solidFill>
                <a:srgbClr val="252126"/>
              </a:solidFill>
              <a:effectLst/>
              <a:uLnTx/>
              <a:uFillTx/>
              <a:latin typeface="Montserrat"/>
              <a:ea typeface="+mn-ea"/>
              <a:cs typeface="+mn-cs"/>
            </a:endParaRPr>
          </a:p>
        </p:txBody>
      </p:sp>
      <p:sp>
        <p:nvSpPr>
          <p:cNvPr id="64" name="TextBox 63">
            <a:extLst>
              <a:ext uri="{FF2B5EF4-FFF2-40B4-BE49-F238E27FC236}">
                <a16:creationId xmlns:a16="http://schemas.microsoft.com/office/drawing/2014/main" id="{DF2A4D97-58EB-4150-B290-34E6AAE631F1}"/>
              </a:ext>
            </a:extLst>
          </p:cNvPr>
          <p:cNvSpPr txBox="1"/>
          <p:nvPr/>
        </p:nvSpPr>
        <p:spPr>
          <a:xfrm>
            <a:off x="3272689" y="2282187"/>
            <a:ext cx="1813360" cy="2123658"/>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252126"/>
                </a:solidFill>
                <a:effectLst/>
                <a:uLnTx/>
                <a:uFillTx/>
                <a:latin typeface="Montserrat"/>
                <a:ea typeface="+mn-ea"/>
                <a:cs typeface="+mn-cs"/>
              </a:rPr>
              <a:t>Migration Tooling Setup (ASR)</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252126"/>
                </a:solidFill>
                <a:effectLst/>
                <a:uLnTx/>
                <a:uFillTx/>
                <a:latin typeface="Montserrat"/>
                <a:ea typeface="+mn-ea"/>
                <a:cs typeface="+mn-cs"/>
              </a:rPr>
              <a:t>Migrate pilot  server group or workload</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252126"/>
                </a:solidFill>
                <a:effectLst/>
                <a:uLnTx/>
                <a:uFillTx/>
                <a:latin typeface="Montserrat"/>
                <a:ea typeface="+mn-ea"/>
                <a:cs typeface="+mn-cs"/>
              </a:rPr>
              <a:t>Learn your environment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252126"/>
                </a:solidFill>
                <a:effectLst/>
                <a:uLnTx/>
                <a:uFillTx/>
                <a:latin typeface="Montserrat"/>
                <a:ea typeface="+mn-ea"/>
                <a:cs typeface="+mn-cs"/>
              </a:rPr>
              <a:t>Establish build processes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252126"/>
                </a:solidFill>
                <a:effectLst/>
                <a:uLnTx/>
                <a:uFillTx/>
                <a:latin typeface="Montserrat"/>
                <a:ea typeface="+mn-ea"/>
                <a:cs typeface="+mn-cs"/>
              </a:rPr>
              <a:t>Fine-tune processes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252126"/>
                </a:solidFill>
                <a:effectLst/>
                <a:uLnTx/>
                <a:uFillTx/>
                <a:latin typeface="Montserrat"/>
                <a:ea typeface="+mn-ea"/>
                <a:cs typeface="+mn-cs"/>
              </a:rPr>
              <a:t>Begin Discovery</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252126"/>
              </a:solidFill>
              <a:effectLst/>
              <a:uLnTx/>
              <a:uFillTx/>
              <a:latin typeface="Montserrat"/>
              <a:ea typeface="+mn-ea"/>
              <a:cs typeface="+mn-cs"/>
            </a:endParaRPr>
          </a:p>
        </p:txBody>
      </p:sp>
      <p:sp>
        <p:nvSpPr>
          <p:cNvPr id="65" name="TextBox 64">
            <a:extLst>
              <a:ext uri="{FF2B5EF4-FFF2-40B4-BE49-F238E27FC236}">
                <a16:creationId xmlns:a16="http://schemas.microsoft.com/office/drawing/2014/main" id="{6D9823D4-BE72-4591-B8E6-44C102A8AD17}"/>
              </a:ext>
            </a:extLst>
          </p:cNvPr>
          <p:cNvSpPr txBox="1"/>
          <p:nvPr/>
        </p:nvSpPr>
        <p:spPr>
          <a:xfrm>
            <a:off x="5129266" y="2269379"/>
            <a:ext cx="1813360" cy="3046988"/>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252126"/>
                </a:solidFill>
                <a:effectLst/>
                <a:uLnTx/>
                <a:uFillTx/>
                <a:latin typeface="Montserrat"/>
                <a:ea typeface="+mn-ea"/>
                <a:cs typeface="+mn-cs"/>
              </a:rPr>
              <a:t>Prioritize migration workloads and align to phases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252126"/>
                </a:solidFill>
                <a:effectLst/>
                <a:uLnTx/>
                <a:uFillTx/>
                <a:latin typeface="Montserrat"/>
                <a:ea typeface="+mn-ea"/>
                <a:cs typeface="+mn-cs"/>
              </a:rPr>
              <a:t>Workload analysis and architecture deep dive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252126"/>
                </a:solidFill>
                <a:effectLst/>
                <a:uLnTx/>
                <a:uFillTx/>
                <a:latin typeface="Montserrat"/>
                <a:ea typeface="+mn-ea"/>
                <a:cs typeface="+mn-cs"/>
              </a:rPr>
              <a:t>Assess workload for cloud readiness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252126"/>
                </a:solidFill>
                <a:effectLst/>
                <a:uLnTx/>
                <a:uFillTx/>
                <a:latin typeface="Montserrat"/>
                <a:ea typeface="+mn-ea"/>
                <a:cs typeface="+mn-cs"/>
              </a:rPr>
              <a:t>Identify migration strategy for each workload</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252126"/>
                </a:solidFill>
                <a:effectLst/>
                <a:uLnTx/>
                <a:uFillTx/>
                <a:latin typeface="Montserrat"/>
                <a:ea typeface="+mn-ea"/>
                <a:cs typeface="+mn-cs"/>
              </a:rPr>
              <a:t>Adjust initial migration plan, if needed</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252126"/>
                </a:solidFill>
                <a:effectLst/>
                <a:uLnTx/>
                <a:uFillTx/>
                <a:latin typeface="Montserrat"/>
                <a:ea typeface="+mn-ea"/>
                <a:cs typeface="+mn-cs"/>
              </a:rPr>
              <a:t>Schedule migration with the CMC</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252126"/>
              </a:solidFill>
              <a:effectLst/>
              <a:uLnTx/>
              <a:uFillTx/>
              <a:latin typeface="Montserra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252126"/>
              </a:solidFill>
              <a:effectLst/>
              <a:uLnTx/>
              <a:uFillTx/>
              <a:latin typeface="Montserrat"/>
              <a:ea typeface="+mn-ea"/>
              <a:cs typeface="+mn-cs"/>
            </a:endParaRPr>
          </a:p>
        </p:txBody>
      </p:sp>
      <p:sp>
        <p:nvSpPr>
          <p:cNvPr id="66" name="TextBox 65">
            <a:extLst>
              <a:ext uri="{FF2B5EF4-FFF2-40B4-BE49-F238E27FC236}">
                <a16:creationId xmlns:a16="http://schemas.microsoft.com/office/drawing/2014/main" id="{3228D3FB-72F9-4579-AA85-3ACEE66C7E16}"/>
              </a:ext>
            </a:extLst>
          </p:cNvPr>
          <p:cNvSpPr txBox="1"/>
          <p:nvPr/>
        </p:nvSpPr>
        <p:spPr>
          <a:xfrm>
            <a:off x="6976405" y="2269379"/>
            <a:ext cx="2062817" cy="2492990"/>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252126"/>
                </a:solidFill>
                <a:effectLst/>
                <a:uLnTx/>
                <a:uFillTx/>
                <a:latin typeface="Montserrat"/>
                <a:ea typeface="+mn-ea"/>
                <a:cs typeface="+mn-cs"/>
              </a:rPr>
              <a:t>Replicate the workloads to the target Azure regions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252126"/>
                </a:solidFill>
                <a:effectLst/>
                <a:uLnTx/>
                <a:uFillTx/>
                <a:latin typeface="Montserrat"/>
                <a:ea typeface="+mn-ea"/>
                <a:cs typeface="+mn-cs"/>
              </a:rPr>
              <a:t>Perform failover testing</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252126"/>
                </a:solidFill>
                <a:effectLst/>
                <a:uLnTx/>
                <a:uFillTx/>
                <a:latin typeface="Montserrat"/>
                <a:ea typeface="+mn-ea"/>
                <a:cs typeface="+mn-cs"/>
              </a:rPr>
              <a:t>Cutover the workloads to the target Azure regions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252126"/>
                </a:solidFill>
                <a:effectLst/>
                <a:uLnTx/>
                <a:uFillTx/>
                <a:latin typeface="Montserrat"/>
                <a:ea typeface="+mn-ea"/>
                <a:cs typeface="+mn-cs"/>
              </a:rPr>
              <a:t>Perform post-failover setup for the workload and handoff to 10</a:t>
            </a:r>
            <a:r>
              <a:rPr kumimoji="0" lang="en-US" sz="1200" b="0" i="0" u="none" strike="noStrike" kern="1200" cap="none" spc="0" normalizeH="0" baseline="30000" noProof="0" dirty="0">
                <a:ln>
                  <a:noFill/>
                </a:ln>
                <a:solidFill>
                  <a:srgbClr val="252126"/>
                </a:solidFill>
                <a:effectLst/>
                <a:uLnTx/>
                <a:uFillTx/>
                <a:latin typeface="Montserrat"/>
                <a:ea typeface="+mn-ea"/>
                <a:cs typeface="+mn-cs"/>
              </a:rPr>
              <a:t>th</a:t>
            </a:r>
            <a:r>
              <a:rPr kumimoji="0" lang="en-US" sz="1200" b="0" i="0" u="none" strike="noStrike" kern="1200" cap="none" spc="0" normalizeH="0" baseline="0" noProof="0" dirty="0">
                <a:ln>
                  <a:noFill/>
                </a:ln>
                <a:solidFill>
                  <a:srgbClr val="252126"/>
                </a:solidFill>
                <a:effectLst/>
                <a:uLnTx/>
                <a:uFillTx/>
                <a:latin typeface="Montserrat"/>
                <a:ea typeface="+mn-ea"/>
                <a:cs typeface="+mn-cs"/>
              </a:rPr>
              <a:t> Magnitude’s Managed Services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dirty="0">
              <a:ln>
                <a:noFill/>
              </a:ln>
              <a:solidFill>
                <a:srgbClr val="252126"/>
              </a:solidFill>
              <a:effectLst/>
              <a:uLnTx/>
              <a:uFillTx/>
              <a:latin typeface="Montserra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dirty="0">
              <a:ln>
                <a:noFill/>
              </a:ln>
              <a:solidFill>
                <a:srgbClr val="252126"/>
              </a:solidFill>
              <a:effectLst/>
              <a:uLnTx/>
              <a:uFillTx/>
              <a:latin typeface="Montserra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252126"/>
              </a:solidFill>
              <a:effectLst/>
              <a:uLnTx/>
              <a:uFillTx/>
              <a:latin typeface="Montserrat"/>
              <a:ea typeface="+mn-ea"/>
              <a:cs typeface="+mn-cs"/>
            </a:endParaRPr>
          </a:p>
        </p:txBody>
      </p:sp>
      <p:sp>
        <p:nvSpPr>
          <p:cNvPr id="67" name="TextBox 66">
            <a:extLst>
              <a:ext uri="{FF2B5EF4-FFF2-40B4-BE49-F238E27FC236}">
                <a16:creationId xmlns:a16="http://schemas.microsoft.com/office/drawing/2014/main" id="{66F10DD7-2801-4AA9-AEFC-B94271DB513D}"/>
              </a:ext>
            </a:extLst>
          </p:cNvPr>
          <p:cNvSpPr txBox="1"/>
          <p:nvPr/>
        </p:nvSpPr>
        <p:spPr>
          <a:xfrm>
            <a:off x="9391820" y="2265566"/>
            <a:ext cx="1813360" cy="1569660"/>
          </a:xfrm>
          <a:prstGeom prst="rect">
            <a:avLst/>
          </a:prstGeom>
          <a:noFill/>
        </p:spPr>
        <p:txBody>
          <a:bodyPr wrap="square" rtlCol="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252126"/>
                </a:solidFill>
                <a:effectLst/>
                <a:uLnTx/>
                <a:uFillTx/>
                <a:latin typeface="Montserrat"/>
                <a:ea typeface="+mn-ea"/>
                <a:cs typeface="+mn-cs"/>
              </a:rPr>
              <a:t>Managed operations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srgbClr val="252126"/>
                </a:solidFill>
                <a:effectLst/>
                <a:uLnTx/>
                <a:uFillTx/>
                <a:latin typeface="Montserrat"/>
                <a:ea typeface="+mn-ea"/>
                <a:cs typeface="+mn-cs"/>
              </a:rPr>
              <a:t>Optimize migrated workloads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solidFill>
                  <a:srgbClr val="252126"/>
                </a:solidFill>
                <a:latin typeface="Montserrat"/>
              </a:rPr>
              <a:t>Secure migrated workloads</a:t>
            </a:r>
            <a:endParaRPr kumimoji="0" lang="en-US" sz="1200" b="0" i="0" u="none" strike="noStrike" kern="1200" cap="none" spc="0" normalizeH="0" baseline="0" noProof="0" dirty="0">
              <a:ln>
                <a:noFill/>
              </a:ln>
              <a:solidFill>
                <a:srgbClr val="252126"/>
              </a:solidFill>
              <a:effectLst/>
              <a:uLnTx/>
              <a:uFillTx/>
              <a:latin typeface="Montserrat"/>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dirty="0">
              <a:ln>
                <a:noFill/>
              </a:ln>
              <a:solidFill>
                <a:srgbClr val="252126"/>
              </a:solidFill>
              <a:effectLst/>
              <a:uLnTx/>
              <a:uFillTx/>
              <a:latin typeface="Montserra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252126"/>
              </a:solidFill>
              <a:effectLst/>
              <a:uLnTx/>
              <a:uFillTx/>
              <a:latin typeface="Montserra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252126"/>
              </a:solidFill>
              <a:effectLst/>
              <a:uLnTx/>
              <a:uFillTx/>
              <a:latin typeface="Montserrat"/>
              <a:ea typeface="+mn-ea"/>
              <a:cs typeface="+mn-cs"/>
            </a:endParaRPr>
          </a:p>
        </p:txBody>
      </p:sp>
      <p:sp>
        <p:nvSpPr>
          <p:cNvPr id="68" name="Rectangle 67">
            <a:extLst>
              <a:ext uri="{FF2B5EF4-FFF2-40B4-BE49-F238E27FC236}">
                <a16:creationId xmlns:a16="http://schemas.microsoft.com/office/drawing/2014/main" id="{40FF1D74-02A1-45EC-B25C-70F070643D65}"/>
              </a:ext>
            </a:extLst>
          </p:cNvPr>
          <p:cNvSpPr/>
          <p:nvPr/>
        </p:nvSpPr>
        <p:spPr>
          <a:xfrm>
            <a:off x="7320078" y="5066872"/>
            <a:ext cx="1600308" cy="381632"/>
          </a:xfrm>
          <a:prstGeom prst="rect">
            <a:avLst/>
          </a:prstGeom>
          <a:solidFill>
            <a:srgbClr val="F26A2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Montserrat"/>
                <a:ea typeface="+mn-ea"/>
                <a:cs typeface="+mn-cs"/>
              </a:rPr>
              <a:t>10M Cloud Migration Center</a:t>
            </a:r>
          </a:p>
        </p:txBody>
      </p:sp>
      <p:sp>
        <p:nvSpPr>
          <p:cNvPr id="69" name="Rectangle 68">
            <a:extLst>
              <a:ext uri="{FF2B5EF4-FFF2-40B4-BE49-F238E27FC236}">
                <a16:creationId xmlns:a16="http://schemas.microsoft.com/office/drawing/2014/main" id="{4242B511-B44C-4182-B21A-2D9CEA36CDB3}"/>
              </a:ext>
            </a:extLst>
          </p:cNvPr>
          <p:cNvSpPr/>
          <p:nvPr/>
        </p:nvSpPr>
        <p:spPr>
          <a:xfrm>
            <a:off x="9604872" y="5072575"/>
            <a:ext cx="1600308" cy="381632"/>
          </a:xfrm>
          <a:prstGeom prst="rect">
            <a:avLst/>
          </a:prstGeom>
          <a:solidFill>
            <a:schemeClr val="bg1"/>
          </a:solidFill>
          <a:ln>
            <a:solidFill>
              <a:srgbClr val="F26A2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chemeClr val="accent1"/>
                </a:solidFill>
                <a:effectLst/>
                <a:uLnTx/>
                <a:uFillTx/>
                <a:latin typeface="Montserrat"/>
                <a:ea typeface="+mn-ea"/>
                <a:cs typeface="+mn-cs"/>
              </a:rPr>
              <a:t>10M Managed Services</a:t>
            </a:r>
          </a:p>
        </p:txBody>
      </p:sp>
      <p:sp>
        <p:nvSpPr>
          <p:cNvPr id="70" name="Rectangle 69">
            <a:extLst>
              <a:ext uri="{FF2B5EF4-FFF2-40B4-BE49-F238E27FC236}">
                <a16:creationId xmlns:a16="http://schemas.microsoft.com/office/drawing/2014/main" id="{A626B19C-1352-40F2-AF8B-C2484F25312E}"/>
              </a:ext>
            </a:extLst>
          </p:cNvPr>
          <p:cNvSpPr/>
          <p:nvPr/>
        </p:nvSpPr>
        <p:spPr>
          <a:xfrm>
            <a:off x="1743077" y="5076742"/>
            <a:ext cx="4775440" cy="381632"/>
          </a:xfrm>
          <a:prstGeom prst="rect">
            <a:avLst/>
          </a:prstGeom>
          <a:solidFill>
            <a:schemeClr val="accent2"/>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Montserrat"/>
                <a:ea typeface="+mn-ea"/>
                <a:cs typeface="+mn-cs"/>
              </a:rPr>
              <a:t>10M &amp; Customer Project Team</a:t>
            </a:r>
          </a:p>
        </p:txBody>
      </p:sp>
      <p:cxnSp>
        <p:nvCxnSpPr>
          <p:cNvPr id="71" name="Straight Connector 70">
            <a:extLst>
              <a:ext uri="{FF2B5EF4-FFF2-40B4-BE49-F238E27FC236}">
                <a16:creationId xmlns:a16="http://schemas.microsoft.com/office/drawing/2014/main" id="{2861F623-DE1E-41E0-A0BD-4898433FA0BB}"/>
              </a:ext>
            </a:extLst>
          </p:cNvPr>
          <p:cNvCxnSpPr/>
          <p:nvPr/>
        </p:nvCxnSpPr>
        <p:spPr>
          <a:xfrm>
            <a:off x="9298909" y="2135965"/>
            <a:ext cx="0" cy="3836169"/>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72" name="Rectangle 71">
            <a:extLst>
              <a:ext uri="{FF2B5EF4-FFF2-40B4-BE49-F238E27FC236}">
                <a16:creationId xmlns:a16="http://schemas.microsoft.com/office/drawing/2014/main" id="{28E66C48-30CD-4509-BDE0-AFE6BDFB088F}"/>
              </a:ext>
            </a:extLst>
          </p:cNvPr>
          <p:cNvSpPr/>
          <p:nvPr/>
        </p:nvSpPr>
        <p:spPr>
          <a:xfrm>
            <a:off x="3361818" y="5519676"/>
            <a:ext cx="1600308" cy="381632"/>
          </a:xfrm>
          <a:prstGeom prst="rect">
            <a:avLst/>
          </a:prstGeom>
          <a:solidFill>
            <a:srgbClr val="F26A2E"/>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Montserrat"/>
                <a:ea typeface="+mn-ea"/>
                <a:cs typeface="+mn-cs"/>
              </a:rPr>
              <a:t>10M Cloud Migration Center</a:t>
            </a:r>
          </a:p>
        </p:txBody>
      </p:sp>
      <p:sp>
        <p:nvSpPr>
          <p:cNvPr id="2" name="TextBox 1">
            <a:extLst>
              <a:ext uri="{FF2B5EF4-FFF2-40B4-BE49-F238E27FC236}">
                <a16:creationId xmlns:a16="http://schemas.microsoft.com/office/drawing/2014/main" id="{1F55CE00-888A-4BE2-BC77-91B3B981BF8D}"/>
              </a:ext>
            </a:extLst>
          </p:cNvPr>
          <p:cNvSpPr txBox="1"/>
          <p:nvPr/>
        </p:nvSpPr>
        <p:spPr>
          <a:xfrm>
            <a:off x="6051250" y="6291446"/>
            <a:ext cx="4053482" cy="400110"/>
          </a:xfrm>
          <a:prstGeom prst="rect">
            <a:avLst/>
          </a:prstGeom>
          <a:noFill/>
        </p:spPr>
        <p:txBody>
          <a:bodyPr wrap="none" rtlCol="0">
            <a:spAutoFit/>
          </a:bodyPr>
          <a:lstStyle/>
          <a:p>
            <a:r>
              <a:rPr lang="en-US" sz="2000" b="1" dirty="0">
                <a:solidFill>
                  <a:srgbClr val="F26A2E"/>
                </a:solidFill>
              </a:rPr>
              <a:t>Continuous Discovery and Migration</a:t>
            </a:r>
          </a:p>
        </p:txBody>
      </p:sp>
    </p:spTree>
    <p:extLst>
      <p:ext uri="{BB962C8B-B14F-4D97-AF65-F5344CB8AC3E}">
        <p14:creationId xmlns:p14="http://schemas.microsoft.com/office/powerpoint/2010/main" val="12587877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8" name="Straight Arrow Connector 27">
            <a:extLst>
              <a:ext uri="{FF2B5EF4-FFF2-40B4-BE49-F238E27FC236}">
                <a16:creationId xmlns:a16="http://schemas.microsoft.com/office/drawing/2014/main" id="{0BE35459-D544-486D-BDD2-C44B40494308}"/>
              </a:ext>
            </a:extLst>
          </p:cNvPr>
          <p:cNvCxnSpPr>
            <a:cxnSpLocks/>
          </p:cNvCxnSpPr>
          <p:nvPr/>
        </p:nvCxnSpPr>
        <p:spPr>
          <a:xfrm>
            <a:off x="7104656" y="1561158"/>
            <a:ext cx="6096" cy="4572000"/>
          </a:xfrm>
          <a:prstGeom prst="straightConnector1">
            <a:avLst/>
          </a:prstGeom>
          <a:ln w="25400"/>
        </p:spPr>
        <p:style>
          <a:lnRef idx="2">
            <a:schemeClr val="dk1"/>
          </a:lnRef>
          <a:fillRef idx="0">
            <a:schemeClr val="dk1"/>
          </a:fillRef>
          <a:effectRef idx="1">
            <a:schemeClr val="dk1"/>
          </a:effectRef>
          <a:fontRef idx="minor">
            <a:schemeClr val="tx1"/>
          </a:fontRef>
        </p:style>
      </p:cxnSp>
      <p:sp>
        <p:nvSpPr>
          <p:cNvPr id="29" name="Arrow: Pentagon 28">
            <a:extLst>
              <a:ext uri="{FF2B5EF4-FFF2-40B4-BE49-F238E27FC236}">
                <a16:creationId xmlns:a16="http://schemas.microsoft.com/office/drawing/2014/main" id="{191D8D21-089D-4871-8411-4249F01ED903}"/>
              </a:ext>
            </a:extLst>
          </p:cNvPr>
          <p:cNvSpPr/>
          <p:nvPr/>
        </p:nvSpPr>
        <p:spPr>
          <a:xfrm>
            <a:off x="10098935" y="3851349"/>
            <a:ext cx="1536192" cy="487680"/>
          </a:xfrm>
          <a:prstGeom prst="homePlate">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a:t>Group n</a:t>
            </a:r>
          </a:p>
          <a:p>
            <a:pPr algn="ctr"/>
            <a:r>
              <a:rPr lang="en-US" sz="1100"/>
              <a:t>Migration</a:t>
            </a:r>
          </a:p>
        </p:txBody>
      </p:sp>
      <p:sp>
        <p:nvSpPr>
          <p:cNvPr id="30" name="Arrow: Pentagon 29">
            <a:extLst>
              <a:ext uri="{FF2B5EF4-FFF2-40B4-BE49-F238E27FC236}">
                <a16:creationId xmlns:a16="http://schemas.microsoft.com/office/drawing/2014/main" id="{76763305-0F3C-4F57-A478-062DB1F612CC}"/>
              </a:ext>
            </a:extLst>
          </p:cNvPr>
          <p:cNvSpPr/>
          <p:nvPr/>
        </p:nvSpPr>
        <p:spPr>
          <a:xfrm>
            <a:off x="10098934" y="3314901"/>
            <a:ext cx="1536192" cy="487680"/>
          </a:xfrm>
          <a:prstGeom prst="homePlate">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a:t>Group n </a:t>
            </a:r>
          </a:p>
          <a:p>
            <a:pPr algn="ctr"/>
            <a:r>
              <a:rPr lang="en-US" sz="1100"/>
              <a:t>Discovery</a:t>
            </a:r>
          </a:p>
        </p:txBody>
      </p:sp>
      <p:sp>
        <p:nvSpPr>
          <p:cNvPr id="31" name="Rectangle 30">
            <a:extLst>
              <a:ext uri="{FF2B5EF4-FFF2-40B4-BE49-F238E27FC236}">
                <a16:creationId xmlns:a16="http://schemas.microsoft.com/office/drawing/2014/main" id="{DAA31D9A-8097-45FD-BCE0-1232B314080E}"/>
              </a:ext>
            </a:extLst>
          </p:cNvPr>
          <p:cNvSpPr/>
          <p:nvPr/>
        </p:nvSpPr>
        <p:spPr>
          <a:xfrm>
            <a:off x="7170950" y="3316044"/>
            <a:ext cx="1335024" cy="487680"/>
          </a:xfrm>
          <a:prstGeom prst="rect">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t>Group 2 </a:t>
            </a:r>
            <a:br>
              <a:rPr lang="en-US" sz="1100" dirty="0"/>
            </a:br>
            <a:r>
              <a:rPr lang="en-US" sz="1100" dirty="0"/>
              <a:t>Discovery</a:t>
            </a:r>
          </a:p>
        </p:txBody>
      </p:sp>
      <p:sp>
        <p:nvSpPr>
          <p:cNvPr id="32" name="Rectangle 31">
            <a:extLst>
              <a:ext uri="{FF2B5EF4-FFF2-40B4-BE49-F238E27FC236}">
                <a16:creationId xmlns:a16="http://schemas.microsoft.com/office/drawing/2014/main" id="{2078ECD7-E04E-4186-B2B5-F5B8B54AF7C4}"/>
              </a:ext>
            </a:extLst>
          </p:cNvPr>
          <p:cNvSpPr/>
          <p:nvPr/>
        </p:nvSpPr>
        <p:spPr>
          <a:xfrm>
            <a:off x="7170950" y="3852492"/>
            <a:ext cx="1335024" cy="487680"/>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t>Group 1 - Pilot Migration</a:t>
            </a:r>
          </a:p>
        </p:txBody>
      </p:sp>
      <p:sp>
        <p:nvSpPr>
          <p:cNvPr id="33" name="Rectangle 32">
            <a:extLst>
              <a:ext uri="{FF2B5EF4-FFF2-40B4-BE49-F238E27FC236}">
                <a16:creationId xmlns:a16="http://schemas.microsoft.com/office/drawing/2014/main" id="{EE62DBB7-4858-4002-AFEF-B2E934B25A68}"/>
              </a:ext>
            </a:extLst>
          </p:cNvPr>
          <p:cNvSpPr/>
          <p:nvPr/>
        </p:nvSpPr>
        <p:spPr>
          <a:xfrm>
            <a:off x="8633990" y="3316044"/>
            <a:ext cx="1335024" cy="487680"/>
          </a:xfrm>
          <a:prstGeom prst="rect">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t>Group 3 </a:t>
            </a:r>
            <a:br>
              <a:rPr lang="en-US" sz="1100" dirty="0"/>
            </a:br>
            <a:r>
              <a:rPr lang="en-US" sz="1100" dirty="0"/>
              <a:t>Discovery</a:t>
            </a:r>
          </a:p>
        </p:txBody>
      </p:sp>
      <p:sp>
        <p:nvSpPr>
          <p:cNvPr id="34" name="Rectangle 33">
            <a:extLst>
              <a:ext uri="{FF2B5EF4-FFF2-40B4-BE49-F238E27FC236}">
                <a16:creationId xmlns:a16="http://schemas.microsoft.com/office/drawing/2014/main" id="{F1BD3C33-0895-4878-944D-9320FDA55F21}"/>
              </a:ext>
            </a:extLst>
          </p:cNvPr>
          <p:cNvSpPr/>
          <p:nvPr/>
        </p:nvSpPr>
        <p:spPr>
          <a:xfrm>
            <a:off x="8633990" y="3852492"/>
            <a:ext cx="1335024" cy="487680"/>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t>Group 2 </a:t>
            </a:r>
            <a:br>
              <a:rPr lang="en-US" sz="1100" dirty="0"/>
            </a:br>
            <a:r>
              <a:rPr lang="en-US" sz="1100" dirty="0"/>
              <a:t>Migration</a:t>
            </a:r>
          </a:p>
        </p:txBody>
      </p:sp>
      <p:sp>
        <p:nvSpPr>
          <p:cNvPr id="35" name="Rectangle 34">
            <a:extLst>
              <a:ext uri="{FF2B5EF4-FFF2-40B4-BE49-F238E27FC236}">
                <a16:creationId xmlns:a16="http://schemas.microsoft.com/office/drawing/2014/main" id="{FE2F01B6-4C39-4DF5-A828-E9AEF2232285}"/>
              </a:ext>
            </a:extLst>
          </p:cNvPr>
          <p:cNvSpPr/>
          <p:nvPr/>
        </p:nvSpPr>
        <p:spPr>
          <a:xfrm>
            <a:off x="5707910" y="3316044"/>
            <a:ext cx="1335024" cy="487680"/>
          </a:xfrm>
          <a:prstGeom prst="rect">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a:t>Group 1 - Pilot Discovery</a:t>
            </a:r>
          </a:p>
        </p:txBody>
      </p:sp>
      <p:cxnSp>
        <p:nvCxnSpPr>
          <p:cNvPr id="36" name="Straight Arrow Connector 35">
            <a:extLst>
              <a:ext uri="{FF2B5EF4-FFF2-40B4-BE49-F238E27FC236}">
                <a16:creationId xmlns:a16="http://schemas.microsoft.com/office/drawing/2014/main" id="{7F145719-7CBC-4997-BDFC-854C7D2B5A10}"/>
              </a:ext>
            </a:extLst>
          </p:cNvPr>
          <p:cNvCxnSpPr>
            <a:cxnSpLocks/>
          </p:cNvCxnSpPr>
          <p:nvPr/>
        </p:nvCxnSpPr>
        <p:spPr>
          <a:xfrm>
            <a:off x="7173617" y="1605734"/>
            <a:ext cx="2798064" cy="6096"/>
          </a:xfrm>
          <a:prstGeom prst="straightConnector1">
            <a:avLst/>
          </a:prstGeom>
          <a:ln>
            <a:solidFill>
              <a:schemeClr val="accent2"/>
            </a:solidFill>
            <a:headEnd type="triangle"/>
            <a:tailEnd type="triangle"/>
          </a:ln>
        </p:spPr>
        <p:style>
          <a:lnRef idx="3">
            <a:schemeClr val="dk1"/>
          </a:lnRef>
          <a:fillRef idx="0">
            <a:schemeClr val="dk1"/>
          </a:fillRef>
          <a:effectRef idx="2">
            <a:schemeClr val="dk1"/>
          </a:effectRef>
          <a:fontRef idx="minor">
            <a:schemeClr val="tx1"/>
          </a:fontRef>
        </p:style>
      </p:cxnSp>
      <p:cxnSp>
        <p:nvCxnSpPr>
          <p:cNvPr id="37" name="Straight Arrow Connector 36">
            <a:extLst>
              <a:ext uri="{FF2B5EF4-FFF2-40B4-BE49-F238E27FC236}">
                <a16:creationId xmlns:a16="http://schemas.microsoft.com/office/drawing/2014/main" id="{71A40E9E-1507-4F9A-8775-88A071B81A5B}"/>
              </a:ext>
            </a:extLst>
          </p:cNvPr>
          <p:cNvCxnSpPr/>
          <p:nvPr/>
        </p:nvCxnSpPr>
        <p:spPr>
          <a:xfrm>
            <a:off x="10096268" y="1608402"/>
            <a:ext cx="1456944" cy="6096"/>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38" name="Straight Arrow Connector 37">
            <a:extLst>
              <a:ext uri="{FF2B5EF4-FFF2-40B4-BE49-F238E27FC236}">
                <a16:creationId xmlns:a16="http://schemas.microsoft.com/office/drawing/2014/main" id="{1ECA51A2-968B-4A8B-A65A-ACB39227704D}"/>
              </a:ext>
            </a:extLst>
          </p:cNvPr>
          <p:cNvCxnSpPr>
            <a:cxnSpLocks/>
          </p:cNvCxnSpPr>
          <p:nvPr/>
        </p:nvCxnSpPr>
        <p:spPr>
          <a:xfrm>
            <a:off x="7173616" y="4537910"/>
            <a:ext cx="1335024" cy="0"/>
          </a:xfrm>
          <a:prstGeom prst="straightConnector1">
            <a:avLst/>
          </a:prstGeom>
          <a:ln>
            <a:solidFill>
              <a:srgbClr val="F26322"/>
            </a:solidFill>
            <a:headEnd type="triangle"/>
            <a:tailEnd type="triangle"/>
          </a:ln>
        </p:spPr>
        <p:style>
          <a:lnRef idx="3">
            <a:schemeClr val="dk1"/>
          </a:lnRef>
          <a:fillRef idx="0">
            <a:schemeClr val="dk1"/>
          </a:fillRef>
          <a:effectRef idx="2">
            <a:schemeClr val="dk1"/>
          </a:effectRef>
          <a:fontRef idx="minor">
            <a:schemeClr val="tx1"/>
          </a:fontRef>
        </p:style>
      </p:cxnSp>
      <p:cxnSp>
        <p:nvCxnSpPr>
          <p:cNvPr id="39" name="Straight Arrow Connector 38">
            <a:extLst>
              <a:ext uri="{FF2B5EF4-FFF2-40B4-BE49-F238E27FC236}">
                <a16:creationId xmlns:a16="http://schemas.microsoft.com/office/drawing/2014/main" id="{1C89485E-E045-4C70-9233-32D592A2C502}"/>
              </a:ext>
            </a:extLst>
          </p:cNvPr>
          <p:cNvCxnSpPr>
            <a:cxnSpLocks/>
          </p:cNvCxnSpPr>
          <p:nvPr/>
        </p:nvCxnSpPr>
        <p:spPr>
          <a:xfrm>
            <a:off x="8636656" y="4537910"/>
            <a:ext cx="1335024" cy="0"/>
          </a:xfrm>
          <a:prstGeom prst="straightConnector1">
            <a:avLst/>
          </a:prstGeom>
          <a:ln>
            <a:solidFill>
              <a:srgbClr val="F26322"/>
            </a:solidFill>
            <a:headEnd type="triangle"/>
            <a:tailEnd type="triangle"/>
          </a:ln>
        </p:spPr>
        <p:style>
          <a:lnRef idx="3">
            <a:schemeClr val="dk1"/>
          </a:lnRef>
          <a:fillRef idx="0">
            <a:schemeClr val="dk1"/>
          </a:fillRef>
          <a:effectRef idx="2">
            <a:schemeClr val="dk1"/>
          </a:effectRef>
          <a:fontRef idx="minor">
            <a:schemeClr val="tx1"/>
          </a:fontRef>
        </p:style>
      </p:cxnSp>
      <p:sp>
        <p:nvSpPr>
          <p:cNvPr id="40" name="TextBox 39">
            <a:extLst>
              <a:ext uri="{FF2B5EF4-FFF2-40B4-BE49-F238E27FC236}">
                <a16:creationId xmlns:a16="http://schemas.microsoft.com/office/drawing/2014/main" id="{86B476DF-0279-4330-B65D-99EDBB000BBF}"/>
              </a:ext>
            </a:extLst>
          </p:cNvPr>
          <p:cNvSpPr txBox="1"/>
          <p:nvPr/>
        </p:nvSpPr>
        <p:spPr>
          <a:xfrm>
            <a:off x="7178592" y="4534460"/>
            <a:ext cx="1335203"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000" b="1">
                <a:solidFill>
                  <a:srgbClr val="F26322"/>
                </a:solidFill>
              </a:rPr>
              <a:t>Migration Center</a:t>
            </a:r>
          </a:p>
          <a:p>
            <a:pPr algn="ctr"/>
            <a:r>
              <a:rPr lang="en-US" sz="1000" b="1">
                <a:solidFill>
                  <a:srgbClr val="F26322"/>
                </a:solidFill>
              </a:rPr>
              <a:t> Sprint - 1 Week</a:t>
            </a:r>
          </a:p>
        </p:txBody>
      </p:sp>
      <p:sp>
        <p:nvSpPr>
          <p:cNvPr id="41" name="TextBox 40">
            <a:extLst>
              <a:ext uri="{FF2B5EF4-FFF2-40B4-BE49-F238E27FC236}">
                <a16:creationId xmlns:a16="http://schemas.microsoft.com/office/drawing/2014/main" id="{BFC1AD11-E498-4E72-ACDF-1BB621C2C789}"/>
              </a:ext>
            </a:extLst>
          </p:cNvPr>
          <p:cNvSpPr txBox="1"/>
          <p:nvPr/>
        </p:nvSpPr>
        <p:spPr>
          <a:xfrm>
            <a:off x="7044839" y="1675076"/>
            <a:ext cx="158496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000" b="1">
                <a:solidFill>
                  <a:schemeClr val="accent2"/>
                </a:solidFill>
              </a:rPr>
              <a:t>Migration Leadership Team Sprint - 2 Weeks</a:t>
            </a:r>
          </a:p>
        </p:txBody>
      </p:sp>
      <p:sp>
        <p:nvSpPr>
          <p:cNvPr id="42" name="TextBox 41">
            <a:extLst>
              <a:ext uri="{FF2B5EF4-FFF2-40B4-BE49-F238E27FC236}">
                <a16:creationId xmlns:a16="http://schemas.microsoft.com/office/drawing/2014/main" id="{BF1C78F5-5953-424E-BFE7-F95A21D2F274}"/>
              </a:ext>
            </a:extLst>
          </p:cNvPr>
          <p:cNvSpPr txBox="1"/>
          <p:nvPr/>
        </p:nvSpPr>
        <p:spPr>
          <a:xfrm>
            <a:off x="10013591" y="1675076"/>
            <a:ext cx="1456944"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000" b="1">
                <a:solidFill>
                  <a:schemeClr val="accent2"/>
                </a:solidFill>
              </a:rPr>
              <a:t>Ongoing Work</a:t>
            </a:r>
            <a:endParaRPr lang="en-US"/>
          </a:p>
        </p:txBody>
      </p:sp>
      <p:pic>
        <p:nvPicPr>
          <p:cNvPr id="43" name="Picture 42" descr="A picture containing building&#10;&#10;Description generated with very high confidence">
            <a:extLst>
              <a:ext uri="{FF2B5EF4-FFF2-40B4-BE49-F238E27FC236}">
                <a16:creationId xmlns:a16="http://schemas.microsoft.com/office/drawing/2014/main" id="{4338571C-E861-482E-82EB-098ED0D8C294}"/>
              </a:ext>
            </a:extLst>
          </p:cNvPr>
          <p:cNvPicPr>
            <a:picLocks noChangeAspect="1"/>
          </p:cNvPicPr>
          <p:nvPr/>
        </p:nvPicPr>
        <p:blipFill>
          <a:blip r:embed="rId2"/>
          <a:stretch>
            <a:fillRect/>
          </a:stretch>
        </p:blipFill>
        <p:spPr>
          <a:xfrm>
            <a:off x="4754" y="0"/>
            <a:ext cx="3882425" cy="6858000"/>
          </a:xfrm>
          <a:prstGeom prst="rect">
            <a:avLst/>
          </a:prstGeom>
        </p:spPr>
      </p:pic>
      <p:sp>
        <p:nvSpPr>
          <p:cNvPr id="44" name="Rectangle 43">
            <a:extLst>
              <a:ext uri="{FF2B5EF4-FFF2-40B4-BE49-F238E27FC236}">
                <a16:creationId xmlns:a16="http://schemas.microsoft.com/office/drawing/2014/main" id="{320E64B9-073D-4477-A7B0-AFF296AE2006}"/>
              </a:ext>
            </a:extLst>
          </p:cNvPr>
          <p:cNvSpPr/>
          <p:nvPr/>
        </p:nvSpPr>
        <p:spPr>
          <a:xfrm>
            <a:off x="175750" y="1305136"/>
            <a:ext cx="3443597" cy="5878532"/>
          </a:xfrm>
          <a:prstGeom prst="rect">
            <a:avLst/>
          </a:prstGeom>
        </p:spPr>
        <p:txBody>
          <a:bodyPr wrap="square" anchor="t">
            <a:spAutoFit/>
          </a:bodyPr>
          <a:lstStyle/>
          <a:p>
            <a:pPr>
              <a:defRPr/>
            </a:pPr>
            <a:r>
              <a:rPr lang="en-US" sz="1400" b="1" dirty="0">
                <a:solidFill>
                  <a:schemeClr val="bg1"/>
                </a:solidFill>
                <a:latin typeface="Segoe UI"/>
                <a:cs typeface="Segoe UI"/>
              </a:rPr>
              <a:t>Discovery</a:t>
            </a:r>
            <a:endParaRPr lang="en-US" sz="1400" b="1" dirty="0">
              <a:solidFill>
                <a:schemeClr val="bg1"/>
              </a:solidFill>
              <a:latin typeface="Segoe UI" panose="020B0502040204020203" pitchFamily="34" charset="0"/>
              <a:cs typeface="Segoe UI" panose="020B0502040204020203" pitchFamily="34" charset="0"/>
            </a:endParaRPr>
          </a:p>
          <a:p>
            <a:pPr marL="285750" indent="-285750">
              <a:buFont typeface="Arial"/>
              <a:buChar char="•"/>
              <a:defRPr/>
            </a:pPr>
            <a:r>
              <a:rPr lang="en-US" sz="1200" dirty="0">
                <a:solidFill>
                  <a:schemeClr val="bg1"/>
                </a:solidFill>
                <a:latin typeface="Segoe UI"/>
                <a:cs typeface="Segoe UI"/>
              </a:rPr>
              <a:t>Meet with workload owners and stakeholders to gather information, dependencies, timeline and build a plan for migrating the workload or workload group.</a:t>
            </a:r>
            <a:br>
              <a:rPr lang="en-US" sz="1200" dirty="0">
                <a:solidFill>
                  <a:schemeClr val="bg1"/>
                </a:solidFill>
                <a:latin typeface="Segoe UI"/>
                <a:cs typeface="Segoe UI"/>
              </a:rPr>
            </a:br>
            <a:endParaRPr lang="en-US" sz="1200" dirty="0">
              <a:solidFill>
                <a:schemeClr val="bg1"/>
              </a:solidFill>
              <a:latin typeface="Segoe UI"/>
              <a:cs typeface="Segoe UI"/>
            </a:endParaRPr>
          </a:p>
          <a:p>
            <a:pPr>
              <a:defRPr/>
            </a:pPr>
            <a:r>
              <a:rPr lang="en-US" sz="1400" b="1" dirty="0">
                <a:solidFill>
                  <a:schemeClr val="bg1"/>
                </a:solidFill>
                <a:latin typeface="Segoe UI"/>
                <a:cs typeface="Segoe UI"/>
              </a:rPr>
              <a:t>Migration Group 1 - Pilot</a:t>
            </a:r>
          </a:p>
          <a:p>
            <a:pPr marL="285750" indent="-285750">
              <a:buFont typeface="Arial"/>
              <a:buChar char="•"/>
              <a:defRPr/>
            </a:pPr>
            <a:r>
              <a:rPr lang="en-US" sz="1200" dirty="0">
                <a:solidFill>
                  <a:schemeClr val="bg1"/>
                </a:solidFill>
                <a:latin typeface="Segoe UI"/>
                <a:cs typeface="Segoe UI"/>
              </a:rPr>
              <a:t>Identify a low impact workload for tooling and process testing</a:t>
            </a:r>
          </a:p>
          <a:p>
            <a:pPr marL="285750" indent="-285750">
              <a:buFont typeface="Arial"/>
              <a:buChar char="•"/>
              <a:defRPr/>
            </a:pPr>
            <a:r>
              <a:rPr lang="en-US" sz="1200" dirty="0">
                <a:solidFill>
                  <a:schemeClr val="bg1"/>
                </a:solidFill>
                <a:latin typeface="Segoe UI"/>
                <a:cs typeface="Segoe UI"/>
              </a:rPr>
              <a:t>Conduct a migration to demonstrate and fine tune tooling, process, plans</a:t>
            </a:r>
          </a:p>
          <a:p>
            <a:pPr marL="285750" indent="-285750">
              <a:buFont typeface="Arial"/>
              <a:buChar char="•"/>
              <a:defRPr/>
            </a:pPr>
            <a:r>
              <a:rPr lang="en-US" sz="1200" dirty="0">
                <a:solidFill>
                  <a:schemeClr val="bg1"/>
                </a:solidFill>
                <a:latin typeface="Segoe UI"/>
                <a:cs typeface="Segoe UI"/>
              </a:rPr>
              <a:t>Start discovery for the next migration group</a:t>
            </a:r>
            <a:br>
              <a:rPr lang="en-US" sz="1200" dirty="0">
                <a:solidFill>
                  <a:schemeClr val="bg1"/>
                </a:solidFill>
                <a:latin typeface="Segoe UI"/>
                <a:cs typeface="Segoe UI"/>
              </a:rPr>
            </a:br>
            <a:endParaRPr lang="en-US" sz="1200" dirty="0">
              <a:solidFill>
                <a:schemeClr val="bg1"/>
              </a:solidFill>
              <a:latin typeface="Segoe UI"/>
              <a:cs typeface="Segoe UI"/>
            </a:endParaRPr>
          </a:p>
          <a:p>
            <a:pPr>
              <a:defRPr/>
            </a:pPr>
            <a:r>
              <a:rPr lang="en-US" sz="1400" b="1" dirty="0">
                <a:solidFill>
                  <a:schemeClr val="bg1"/>
                </a:solidFill>
                <a:latin typeface="Segoe UI"/>
                <a:cs typeface="Segoe UI"/>
              </a:rPr>
              <a:t>Migration Groups 2+</a:t>
            </a:r>
            <a:endParaRPr lang="en-US" sz="1400" b="1" dirty="0">
              <a:solidFill>
                <a:schemeClr val="bg1"/>
              </a:solidFill>
              <a:latin typeface="Segoe UI" panose="020B0502040204020203" pitchFamily="34" charset="0"/>
              <a:cs typeface="Segoe UI" panose="020B0502040204020203" pitchFamily="34" charset="0"/>
            </a:endParaRPr>
          </a:p>
          <a:p>
            <a:pPr marL="285750" indent="-285750">
              <a:buFont typeface="Arial"/>
              <a:buChar char="•"/>
              <a:defRPr/>
            </a:pPr>
            <a:r>
              <a:rPr lang="en-US" sz="1200" dirty="0">
                <a:solidFill>
                  <a:schemeClr val="bg1"/>
                </a:solidFill>
                <a:latin typeface="Segoe UI"/>
                <a:cs typeface="Segoe UI"/>
              </a:rPr>
              <a:t>The 10M Migration Center will replicate and perform cutover on groups of workloads</a:t>
            </a:r>
          </a:p>
          <a:p>
            <a:pPr marL="285750" indent="-285750">
              <a:buFont typeface="Arial"/>
              <a:buChar char="•"/>
              <a:defRPr/>
            </a:pPr>
            <a:r>
              <a:rPr lang="en-US" sz="1200" dirty="0">
                <a:solidFill>
                  <a:schemeClr val="bg1"/>
                </a:solidFill>
                <a:latin typeface="Segoe UI"/>
                <a:cs typeface="Segoe UI"/>
              </a:rPr>
              <a:t>Perform testing to verify the workload meets customer standards</a:t>
            </a:r>
            <a:br>
              <a:rPr lang="en-US" sz="1200" dirty="0">
                <a:solidFill>
                  <a:schemeClr val="bg1"/>
                </a:solidFill>
                <a:latin typeface="Segoe UI"/>
                <a:cs typeface="Segoe UI"/>
              </a:rPr>
            </a:br>
            <a:endParaRPr lang="en-US" sz="1200" dirty="0">
              <a:solidFill>
                <a:schemeClr val="bg1"/>
              </a:solidFill>
              <a:latin typeface="Segoe UI"/>
              <a:cs typeface="Segoe UI"/>
            </a:endParaRPr>
          </a:p>
          <a:p>
            <a:pPr>
              <a:defRPr/>
            </a:pPr>
            <a:r>
              <a:rPr lang="en-US" sz="1400" b="1" dirty="0">
                <a:solidFill>
                  <a:schemeClr val="bg1"/>
                </a:solidFill>
                <a:latin typeface="Segoe UI"/>
                <a:cs typeface="Segoe UI"/>
              </a:rPr>
              <a:t>Transition</a:t>
            </a:r>
            <a:endParaRPr lang="en-US" sz="1400" b="1" dirty="0">
              <a:solidFill>
                <a:schemeClr val="bg1"/>
              </a:solidFill>
              <a:latin typeface="Segoe UI" panose="020B0502040204020203" pitchFamily="34" charset="0"/>
              <a:cs typeface="Segoe UI" panose="020B0502040204020203" pitchFamily="34" charset="0"/>
            </a:endParaRPr>
          </a:p>
          <a:p>
            <a:pPr marL="285750" indent="-285750">
              <a:buFont typeface="Arial"/>
              <a:buChar char="•"/>
              <a:defRPr/>
            </a:pPr>
            <a:r>
              <a:rPr lang="en-US" sz="1200" dirty="0">
                <a:solidFill>
                  <a:schemeClr val="bg1"/>
                </a:solidFill>
                <a:latin typeface="Segoe UI"/>
                <a:cs typeface="Segoe UI"/>
              </a:rPr>
              <a:t>Transition the workload to 10M Managed Services</a:t>
            </a:r>
            <a:endParaRPr lang="en-US" sz="1200" dirty="0">
              <a:solidFill>
                <a:schemeClr val="bg1"/>
              </a:solidFill>
              <a:latin typeface="Segoe UI" panose="020B0502040204020203" pitchFamily="34" charset="0"/>
              <a:cs typeface="Segoe UI" panose="020B0502040204020203" pitchFamily="34" charset="0"/>
            </a:endParaRPr>
          </a:p>
          <a:p>
            <a:pPr marL="285750" indent="-285750">
              <a:buFont typeface="Arial"/>
              <a:buChar char="•"/>
              <a:defRPr/>
            </a:pPr>
            <a:r>
              <a:rPr lang="en-US" sz="1200" dirty="0">
                <a:solidFill>
                  <a:schemeClr val="bg1"/>
                </a:solidFill>
                <a:latin typeface="Segoe UI"/>
                <a:cs typeface="Segoe UI"/>
              </a:rPr>
              <a:t>Provide documentation</a:t>
            </a:r>
            <a:br>
              <a:rPr lang="en-US" sz="1200" dirty="0">
                <a:solidFill>
                  <a:schemeClr val="bg1"/>
                </a:solidFill>
                <a:latin typeface="Segoe UI"/>
                <a:cs typeface="Segoe UI"/>
              </a:rPr>
            </a:br>
            <a:endParaRPr lang="en-US" sz="1200" dirty="0">
              <a:solidFill>
                <a:schemeClr val="bg1"/>
              </a:solidFill>
              <a:latin typeface="Segoe UI" panose="020B0502040204020203" pitchFamily="34" charset="0"/>
              <a:cs typeface="Segoe UI" panose="020B0502040204020203" pitchFamily="34" charset="0"/>
            </a:endParaRPr>
          </a:p>
          <a:p>
            <a:pPr>
              <a:defRPr/>
            </a:pPr>
            <a:r>
              <a:rPr lang="en-US" sz="1400" b="1" dirty="0">
                <a:solidFill>
                  <a:schemeClr val="bg1"/>
                </a:solidFill>
                <a:latin typeface="Segoe UI"/>
                <a:cs typeface="Segoe UI"/>
              </a:rPr>
              <a:t>Repeat</a:t>
            </a:r>
            <a:endParaRPr lang="en-US" sz="1400" b="1" dirty="0">
              <a:solidFill>
                <a:schemeClr val="bg1"/>
              </a:solidFill>
              <a:latin typeface="Segoe UI" panose="020B0502040204020203" pitchFamily="34" charset="0"/>
              <a:cs typeface="Segoe UI" panose="020B0502040204020203" pitchFamily="34" charset="0"/>
            </a:endParaRPr>
          </a:p>
          <a:p>
            <a:pPr marL="285750" indent="-285750">
              <a:buFont typeface="Arial"/>
              <a:buChar char="•"/>
              <a:defRPr/>
            </a:pPr>
            <a:r>
              <a:rPr lang="en-US" sz="1200" dirty="0">
                <a:solidFill>
                  <a:schemeClr val="bg1"/>
                </a:solidFill>
                <a:latin typeface="Segoe UI"/>
                <a:cs typeface="Segoe UI"/>
              </a:rPr>
              <a:t>Cycle through the process to quickly migrate groups of servers and workloads</a:t>
            </a:r>
            <a:endParaRPr lang="en-US" sz="1200" dirty="0">
              <a:solidFill>
                <a:schemeClr val="bg1"/>
              </a:solidFill>
              <a:latin typeface="Segoe UI" panose="020B0502040204020203" pitchFamily="34" charset="0"/>
              <a:cs typeface="Segoe UI" panose="020B0502040204020203" pitchFamily="34" charset="0"/>
            </a:endParaRPr>
          </a:p>
          <a:p>
            <a:pPr marL="285750" indent="-285750">
              <a:buFont typeface="Arial"/>
              <a:buChar char="•"/>
              <a:defRPr/>
            </a:pPr>
            <a:endParaRPr lang="en-US" sz="1400" dirty="0">
              <a:solidFill>
                <a:schemeClr val="bg1"/>
              </a:solidFill>
              <a:latin typeface="Segoe UI" panose="020B0502040204020203" pitchFamily="34" charset="0"/>
              <a:cs typeface="Segoe UI" panose="020B0502040204020203" pitchFamily="34" charset="0"/>
            </a:endParaRPr>
          </a:p>
          <a:p>
            <a:pPr>
              <a:defRPr/>
            </a:pPr>
            <a:endParaRPr lang="en-US" sz="1400" dirty="0">
              <a:solidFill>
                <a:schemeClr val="bg1"/>
              </a:solidFill>
              <a:latin typeface="Segoe UI" panose="020B0502040204020203" pitchFamily="34" charset="0"/>
              <a:cs typeface="Segoe UI" panose="020B0502040204020203" pitchFamily="34" charset="0"/>
            </a:endParaRPr>
          </a:p>
          <a:p>
            <a:pPr>
              <a:defRPr/>
            </a:pPr>
            <a:endParaRPr lang="en-US" sz="1400" dirty="0">
              <a:solidFill>
                <a:schemeClr val="bg1"/>
              </a:solidFill>
              <a:latin typeface="Segoe UI" panose="020B0502040204020203" pitchFamily="34" charset="0"/>
              <a:cs typeface="Segoe UI" panose="020B0502040204020203" pitchFamily="34" charset="0"/>
            </a:endParaRPr>
          </a:p>
        </p:txBody>
      </p:sp>
      <p:sp>
        <p:nvSpPr>
          <p:cNvPr id="45" name="TextBox 44">
            <a:extLst>
              <a:ext uri="{FF2B5EF4-FFF2-40B4-BE49-F238E27FC236}">
                <a16:creationId xmlns:a16="http://schemas.microsoft.com/office/drawing/2014/main" id="{7FA802DF-B6C9-4C72-BE31-6FDBCBD8F509}"/>
              </a:ext>
            </a:extLst>
          </p:cNvPr>
          <p:cNvSpPr txBox="1"/>
          <p:nvPr/>
        </p:nvSpPr>
        <p:spPr>
          <a:xfrm>
            <a:off x="175750" y="295212"/>
            <a:ext cx="3755933" cy="830997"/>
          </a:xfrm>
          <a:prstGeom prst="rect">
            <a:avLst/>
          </a:prstGeom>
          <a:noFill/>
        </p:spPr>
        <p:txBody>
          <a:bodyPr wrap="square" rtlCol="0" anchor="t">
            <a:spAutoFit/>
          </a:bodyPr>
          <a:lstStyle/>
          <a:p>
            <a:r>
              <a:rPr lang="en-US" sz="2400" b="1" dirty="0">
                <a:solidFill>
                  <a:schemeClr val="bg1"/>
                </a:solidFill>
                <a:latin typeface="Segoe UI" panose="020B0502040204020203" pitchFamily="34" charset="0"/>
                <a:cs typeface="Segoe UI" panose="020B0502040204020203" pitchFamily="34" charset="0"/>
              </a:rPr>
              <a:t>Continuous Discovery and Migration</a:t>
            </a:r>
          </a:p>
        </p:txBody>
      </p:sp>
      <p:sp>
        <p:nvSpPr>
          <p:cNvPr id="46" name="Rectangle 45">
            <a:extLst>
              <a:ext uri="{FF2B5EF4-FFF2-40B4-BE49-F238E27FC236}">
                <a16:creationId xmlns:a16="http://schemas.microsoft.com/office/drawing/2014/main" id="{66DEE6E0-DC3B-46C8-A0EC-1AF5ACDFBF35}"/>
              </a:ext>
            </a:extLst>
          </p:cNvPr>
          <p:cNvSpPr/>
          <p:nvPr/>
        </p:nvSpPr>
        <p:spPr>
          <a:xfrm>
            <a:off x="320747" y="1106788"/>
            <a:ext cx="2376200" cy="4571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TextBox 46">
            <a:extLst>
              <a:ext uri="{FF2B5EF4-FFF2-40B4-BE49-F238E27FC236}">
                <a16:creationId xmlns:a16="http://schemas.microsoft.com/office/drawing/2014/main" id="{C1C2E68A-6CE2-4CA8-8418-99FA9AE90E6D}"/>
              </a:ext>
            </a:extLst>
          </p:cNvPr>
          <p:cNvSpPr txBox="1"/>
          <p:nvPr/>
        </p:nvSpPr>
        <p:spPr>
          <a:xfrm>
            <a:off x="5217301" y="254571"/>
            <a:ext cx="5561338"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b="1" dirty="0">
                <a:solidFill>
                  <a:srgbClr val="F26322"/>
                </a:solidFill>
                <a:latin typeface="Segoe UI"/>
                <a:cs typeface="Segoe UI"/>
              </a:rPr>
              <a:t>Example Migration Cycle</a:t>
            </a:r>
          </a:p>
        </p:txBody>
      </p:sp>
      <p:cxnSp>
        <p:nvCxnSpPr>
          <p:cNvPr id="48" name="Straight Arrow Connector 47">
            <a:extLst>
              <a:ext uri="{FF2B5EF4-FFF2-40B4-BE49-F238E27FC236}">
                <a16:creationId xmlns:a16="http://schemas.microsoft.com/office/drawing/2014/main" id="{1F0E811A-4670-43B7-BE15-883F2830259C}"/>
              </a:ext>
            </a:extLst>
          </p:cNvPr>
          <p:cNvCxnSpPr>
            <a:cxnSpLocks/>
          </p:cNvCxnSpPr>
          <p:nvPr/>
        </p:nvCxnSpPr>
        <p:spPr>
          <a:xfrm>
            <a:off x="5641616" y="1561158"/>
            <a:ext cx="0" cy="4572000"/>
          </a:xfrm>
          <a:prstGeom prst="straightConnector1">
            <a:avLst/>
          </a:prstGeom>
          <a:ln w="25400"/>
        </p:spPr>
        <p:style>
          <a:lnRef idx="2">
            <a:schemeClr val="dk1"/>
          </a:lnRef>
          <a:fillRef idx="0">
            <a:schemeClr val="dk1"/>
          </a:fillRef>
          <a:effectRef idx="1">
            <a:schemeClr val="dk1"/>
          </a:effectRef>
          <a:fontRef idx="minor">
            <a:schemeClr val="tx1"/>
          </a:fontRef>
        </p:style>
      </p:cxnSp>
      <p:cxnSp>
        <p:nvCxnSpPr>
          <p:cNvPr id="49" name="Straight Arrow Connector 48">
            <a:extLst>
              <a:ext uri="{FF2B5EF4-FFF2-40B4-BE49-F238E27FC236}">
                <a16:creationId xmlns:a16="http://schemas.microsoft.com/office/drawing/2014/main" id="{1F0CE8E4-4F69-4B71-9782-57333A9EFD9D}"/>
              </a:ext>
            </a:extLst>
          </p:cNvPr>
          <p:cNvCxnSpPr>
            <a:cxnSpLocks/>
          </p:cNvCxnSpPr>
          <p:nvPr/>
        </p:nvCxnSpPr>
        <p:spPr>
          <a:xfrm>
            <a:off x="8567696" y="1561158"/>
            <a:ext cx="6096" cy="4572000"/>
          </a:xfrm>
          <a:prstGeom prst="straightConnector1">
            <a:avLst/>
          </a:prstGeom>
          <a:ln w="25400"/>
        </p:spPr>
        <p:style>
          <a:lnRef idx="2">
            <a:schemeClr val="dk1"/>
          </a:lnRef>
          <a:fillRef idx="0">
            <a:schemeClr val="dk1"/>
          </a:fillRef>
          <a:effectRef idx="1">
            <a:schemeClr val="dk1"/>
          </a:effectRef>
          <a:fontRef idx="minor">
            <a:schemeClr val="tx1"/>
          </a:fontRef>
        </p:style>
      </p:cxnSp>
      <p:cxnSp>
        <p:nvCxnSpPr>
          <p:cNvPr id="73" name="Straight Arrow Connector 72">
            <a:extLst>
              <a:ext uri="{FF2B5EF4-FFF2-40B4-BE49-F238E27FC236}">
                <a16:creationId xmlns:a16="http://schemas.microsoft.com/office/drawing/2014/main" id="{24725FEE-A6EA-46D5-88A4-FD06C75D93EC}"/>
              </a:ext>
            </a:extLst>
          </p:cNvPr>
          <p:cNvCxnSpPr>
            <a:cxnSpLocks/>
          </p:cNvCxnSpPr>
          <p:nvPr/>
        </p:nvCxnSpPr>
        <p:spPr>
          <a:xfrm>
            <a:off x="10030736" y="1561158"/>
            <a:ext cx="6096" cy="4572000"/>
          </a:xfrm>
          <a:prstGeom prst="straightConnector1">
            <a:avLst/>
          </a:prstGeom>
          <a:ln w="25400"/>
        </p:spPr>
        <p:style>
          <a:lnRef idx="2">
            <a:schemeClr val="dk1"/>
          </a:lnRef>
          <a:fillRef idx="0">
            <a:schemeClr val="dk1"/>
          </a:fillRef>
          <a:effectRef idx="1">
            <a:schemeClr val="dk1"/>
          </a:effectRef>
          <a:fontRef idx="minor">
            <a:schemeClr val="tx1"/>
          </a:fontRef>
        </p:style>
      </p:cxnSp>
      <p:sp>
        <p:nvSpPr>
          <p:cNvPr id="74" name="Arrow: Pentagon 73">
            <a:extLst>
              <a:ext uri="{FF2B5EF4-FFF2-40B4-BE49-F238E27FC236}">
                <a16:creationId xmlns:a16="http://schemas.microsoft.com/office/drawing/2014/main" id="{CC2459FD-9758-492C-A05B-E19D12E69C3E}"/>
              </a:ext>
            </a:extLst>
          </p:cNvPr>
          <p:cNvSpPr/>
          <p:nvPr/>
        </p:nvSpPr>
        <p:spPr>
          <a:xfrm>
            <a:off x="4423558" y="2754069"/>
            <a:ext cx="2225040" cy="487680"/>
          </a:xfrm>
          <a:prstGeom prst="homePlate">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a:t>Landing Zone Assessment and Preparation</a:t>
            </a:r>
          </a:p>
        </p:txBody>
      </p:sp>
      <p:sp>
        <p:nvSpPr>
          <p:cNvPr id="75" name="Arrow: Pentagon 74">
            <a:extLst>
              <a:ext uri="{FF2B5EF4-FFF2-40B4-BE49-F238E27FC236}">
                <a16:creationId xmlns:a16="http://schemas.microsoft.com/office/drawing/2014/main" id="{32905F5C-90BB-4B94-89A8-C8D3EAF8218E}"/>
              </a:ext>
            </a:extLst>
          </p:cNvPr>
          <p:cNvSpPr/>
          <p:nvPr/>
        </p:nvSpPr>
        <p:spPr>
          <a:xfrm>
            <a:off x="4423558" y="2199333"/>
            <a:ext cx="7211568" cy="487680"/>
          </a:xfrm>
          <a:prstGeom prst="homePlate">
            <a:avLst/>
          </a:prstGeom>
          <a:solidFill>
            <a:schemeClr val="accent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t>Migration Leadership Team</a:t>
            </a:r>
          </a:p>
        </p:txBody>
      </p:sp>
      <p:cxnSp>
        <p:nvCxnSpPr>
          <p:cNvPr id="76" name="Straight Arrow Connector 75">
            <a:extLst>
              <a:ext uri="{FF2B5EF4-FFF2-40B4-BE49-F238E27FC236}">
                <a16:creationId xmlns:a16="http://schemas.microsoft.com/office/drawing/2014/main" id="{7329ACE0-E52D-43AF-98E4-C147928EBFD0}"/>
              </a:ext>
            </a:extLst>
          </p:cNvPr>
          <p:cNvCxnSpPr>
            <a:cxnSpLocks/>
          </p:cNvCxnSpPr>
          <p:nvPr/>
        </p:nvCxnSpPr>
        <p:spPr>
          <a:xfrm>
            <a:off x="10096268" y="4546673"/>
            <a:ext cx="1456944" cy="6096"/>
          </a:xfrm>
          <a:prstGeom prst="straightConnector1">
            <a:avLst/>
          </a:prstGeom>
          <a:ln>
            <a:solidFill>
              <a:srgbClr val="F26322"/>
            </a:solidFill>
            <a:tailEnd type="triangle"/>
          </a:ln>
        </p:spPr>
        <p:style>
          <a:lnRef idx="3">
            <a:schemeClr val="accent2"/>
          </a:lnRef>
          <a:fillRef idx="0">
            <a:schemeClr val="accent2"/>
          </a:fillRef>
          <a:effectRef idx="2">
            <a:schemeClr val="accent2"/>
          </a:effectRef>
          <a:fontRef idx="minor">
            <a:schemeClr val="tx1"/>
          </a:fontRef>
        </p:style>
      </p:cxnSp>
      <p:sp>
        <p:nvSpPr>
          <p:cNvPr id="77" name="Arrow: Pentagon 76">
            <a:extLst>
              <a:ext uri="{FF2B5EF4-FFF2-40B4-BE49-F238E27FC236}">
                <a16:creationId xmlns:a16="http://schemas.microsoft.com/office/drawing/2014/main" id="{BAD875D9-1C58-4B6E-A5BB-167EA5096B13}"/>
              </a:ext>
            </a:extLst>
          </p:cNvPr>
          <p:cNvSpPr/>
          <p:nvPr/>
        </p:nvSpPr>
        <p:spPr>
          <a:xfrm>
            <a:off x="8629798" y="5521653"/>
            <a:ext cx="3005327" cy="487680"/>
          </a:xfrm>
          <a:prstGeom prst="homePlate">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78" name="Rectangle 77">
            <a:extLst>
              <a:ext uri="{FF2B5EF4-FFF2-40B4-BE49-F238E27FC236}">
                <a16:creationId xmlns:a16="http://schemas.microsoft.com/office/drawing/2014/main" id="{72FD68B4-BD12-48DB-A0DC-19DE505BC84C}"/>
              </a:ext>
            </a:extLst>
          </p:cNvPr>
          <p:cNvSpPr/>
          <p:nvPr/>
        </p:nvSpPr>
        <p:spPr>
          <a:xfrm>
            <a:off x="9109708" y="5611972"/>
            <a:ext cx="1977445" cy="276999"/>
          </a:xfrm>
          <a:prstGeom prst="rect">
            <a:avLst/>
          </a:prstGeom>
        </p:spPr>
        <p:txBody>
          <a:bodyPr wrap="square" anchor="t">
            <a:spAutoFit/>
          </a:bodyPr>
          <a:lstStyle/>
          <a:p>
            <a:pPr algn="ctr">
              <a:defRPr/>
            </a:pPr>
            <a:r>
              <a:rPr lang="en-US" sz="1200" b="1">
                <a:solidFill>
                  <a:srgbClr val="215691"/>
                </a:solidFill>
                <a:latin typeface="Montserrat"/>
              </a:rPr>
              <a:t>Managed Services</a:t>
            </a:r>
            <a:endParaRPr lang="en-US" sz="1200" b="1" i="0" u="none" strike="noStrike" kern="1200" cap="none" spc="0" normalizeH="0" baseline="0" noProof="0">
              <a:ln>
                <a:noFill/>
              </a:ln>
              <a:solidFill>
                <a:srgbClr val="215691"/>
              </a:solidFill>
              <a:effectLst/>
              <a:uLnTx/>
              <a:uFillTx/>
              <a:latin typeface="Montserrat"/>
            </a:endParaRPr>
          </a:p>
        </p:txBody>
      </p:sp>
      <p:sp>
        <p:nvSpPr>
          <p:cNvPr id="79" name="Arrow: Pentagon 78">
            <a:extLst>
              <a:ext uri="{FF2B5EF4-FFF2-40B4-BE49-F238E27FC236}">
                <a16:creationId xmlns:a16="http://schemas.microsoft.com/office/drawing/2014/main" id="{1FE9EB38-80AD-4B0F-85A1-23F5BC0FF25F}"/>
              </a:ext>
            </a:extLst>
          </p:cNvPr>
          <p:cNvSpPr/>
          <p:nvPr/>
        </p:nvSpPr>
        <p:spPr>
          <a:xfrm>
            <a:off x="7178950" y="4991301"/>
            <a:ext cx="4431792" cy="487680"/>
          </a:xfrm>
          <a:prstGeom prst="homePlate">
            <a:avLst/>
          </a:prstGeom>
          <a:solidFill>
            <a:srgbClr val="F2632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solidFill>
                <a:srgbClr val="FFFFFF"/>
              </a:solidFill>
            </a:endParaRPr>
          </a:p>
        </p:txBody>
      </p:sp>
      <p:sp>
        <p:nvSpPr>
          <p:cNvPr id="80" name="Rectangle 79">
            <a:extLst>
              <a:ext uri="{FF2B5EF4-FFF2-40B4-BE49-F238E27FC236}">
                <a16:creationId xmlns:a16="http://schemas.microsoft.com/office/drawing/2014/main" id="{C2241590-58EA-4373-A017-A8344C4810FA}"/>
              </a:ext>
            </a:extLst>
          </p:cNvPr>
          <p:cNvSpPr/>
          <p:nvPr/>
        </p:nvSpPr>
        <p:spPr>
          <a:xfrm>
            <a:off x="8408669" y="5099909"/>
            <a:ext cx="1977445" cy="461665"/>
          </a:xfrm>
          <a:prstGeom prst="rect">
            <a:avLst/>
          </a:prstGeom>
        </p:spPr>
        <p:txBody>
          <a:bodyPr wrap="square" anchor="t">
            <a:spAutoFit/>
          </a:bodyPr>
          <a:lstStyle/>
          <a:p>
            <a:pPr algn="ctr">
              <a:defRPr/>
            </a:pPr>
            <a:r>
              <a:rPr lang="en-US" sz="1200" b="1">
                <a:solidFill>
                  <a:srgbClr val="FFFFFF"/>
                </a:solidFill>
                <a:latin typeface="Montserrat"/>
              </a:rPr>
              <a:t>Cloud Migration Center</a:t>
            </a:r>
            <a:endParaRPr lang="en-US" sz="1200" b="1" i="0" u="none" strike="noStrike" kern="1200" cap="none" spc="0" normalizeH="0" baseline="0" noProof="0">
              <a:ln>
                <a:noFill/>
              </a:ln>
              <a:solidFill>
                <a:srgbClr val="FFFFFF"/>
              </a:solidFill>
              <a:effectLst/>
              <a:uLnTx/>
              <a:uFillTx/>
              <a:latin typeface="Montserrat"/>
            </a:endParaRPr>
          </a:p>
        </p:txBody>
      </p:sp>
      <p:sp>
        <p:nvSpPr>
          <p:cNvPr id="81" name="TextBox 80">
            <a:extLst>
              <a:ext uri="{FF2B5EF4-FFF2-40B4-BE49-F238E27FC236}">
                <a16:creationId xmlns:a16="http://schemas.microsoft.com/office/drawing/2014/main" id="{6C98916F-B32B-4C3C-A7DE-23F01B96E288}"/>
              </a:ext>
            </a:extLst>
          </p:cNvPr>
          <p:cNvSpPr txBox="1"/>
          <p:nvPr/>
        </p:nvSpPr>
        <p:spPr>
          <a:xfrm>
            <a:off x="4191842" y="1288150"/>
            <a:ext cx="1456944"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000"/>
              <a:t>Week 1</a:t>
            </a:r>
            <a:endParaRPr lang="en-US"/>
          </a:p>
        </p:txBody>
      </p:sp>
      <p:sp>
        <p:nvSpPr>
          <p:cNvPr id="82" name="TextBox 81">
            <a:extLst>
              <a:ext uri="{FF2B5EF4-FFF2-40B4-BE49-F238E27FC236}">
                <a16:creationId xmlns:a16="http://schemas.microsoft.com/office/drawing/2014/main" id="{F985ED3C-E57F-4C5B-92D3-D63D5D6CF8E1}"/>
              </a:ext>
            </a:extLst>
          </p:cNvPr>
          <p:cNvSpPr txBox="1"/>
          <p:nvPr/>
        </p:nvSpPr>
        <p:spPr>
          <a:xfrm>
            <a:off x="5668816" y="1288150"/>
            <a:ext cx="1456944"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000"/>
              <a:t>Week 2</a:t>
            </a:r>
            <a:endParaRPr lang="en-US"/>
          </a:p>
        </p:txBody>
      </p:sp>
      <p:sp>
        <p:nvSpPr>
          <p:cNvPr id="83" name="TextBox 82">
            <a:extLst>
              <a:ext uri="{FF2B5EF4-FFF2-40B4-BE49-F238E27FC236}">
                <a16:creationId xmlns:a16="http://schemas.microsoft.com/office/drawing/2014/main" id="{8A374B81-8DF7-4B16-A2B3-11C2FCEAE4A1}"/>
              </a:ext>
            </a:extLst>
          </p:cNvPr>
          <p:cNvSpPr txBox="1"/>
          <p:nvPr/>
        </p:nvSpPr>
        <p:spPr>
          <a:xfrm>
            <a:off x="7125760" y="1288150"/>
            <a:ext cx="1456944"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000"/>
              <a:t>Week 3</a:t>
            </a:r>
            <a:endParaRPr lang="en-US"/>
          </a:p>
        </p:txBody>
      </p:sp>
      <p:sp>
        <p:nvSpPr>
          <p:cNvPr id="84" name="TextBox 83">
            <a:extLst>
              <a:ext uri="{FF2B5EF4-FFF2-40B4-BE49-F238E27FC236}">
                <a16:creationId xmlns:a16="http://schemas.microsoft.com/office/drawing/2014/main" id="{7AE71DD4-EAC8-478F-939A-5F86D21A9CF6}"/>
              </a:ext>
            </a:extLst>
          </p:cNvPr>
          <p:cNvSpPr txBox="1"/>
          <p:nvPr/>
        </p:nvSpPr>
        <p:spPr>
          <a:xfrm>
            <a:off x="8589327" y="1288150"/>
            <a:ext cx="1456944"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000"/>
              <a:t>Week 4</a:t>
            </a:r>
            <a:endParaRPr lang="en-US"/>
          </a:p>
        </p:txBody>
      </p:sp>
      <p:sp>
        <p:nvSpPr>
          <p:cNvPr id="85" name="TextBox 84">
            <a:extLst>
              <a:ext uri="{FF2B5EF4-FFF2-40B4-BE49-F238E27FC236}">
                <a16:creationId xmlns:a16="http://schemas.microsoft.com/office/drawing/2014/main" id="{DDCD8CCF-103B-4BCA-8673-4C467E66D515}"/>
              </a:ext>
            </a:extLst>
          </p:cNvPr>
          <p:cNvSpPr txBox="1"/>
          <p:nvPr/>
        </p:nvSpPr>
        <p:spPr>
          <a:xfrm>
            <a:off x="10052894" y="1284409"/>
            <a:ext cx="1456944" cy="2462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000"/>
              <a:t>Week 5+</a:t>
            </a:r>
            <a:endParaRPr lang="en-US"/>
          </a:p>
        </p:txBody>
      </p:sp>
    </p:spTree>
    <p:extLst>
      <p:ext uri="{BB962C8B-B14F-4D97-AF65-F5344CB8AC3E}">
        <p14:creationId xmlns:p14="http://schemas.microsoft.com/office/powerpoint/2010/main" val="32722434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64811-9021-4D76-BB33-C00BBF026B9E}"/>
              </a:ext>
            </a:extLst>
          </p:cNvPr>
          <p:cNvSpPr>
            <a:spLocks noGrp="1"/>
          </p:cNvSpPr>
          <p:nvPr>
            <p:ph type="title"/>
          </p:nvPr>
        </p:nvSpPr>
        <p:spPr/>
        <p:txBody>
          <a:bodyPr/>
          <a:lstStyle/>
          <a:p>
            <a:r>
              <a:rPr lang="en-US" dirty="0"/>
              <a:t>Migration Pilot</a:t>
            </a:r>
            <a:endParaRPr lang="en-UG" dirty="0"/>
          </a:p>
        </p:txBody>
      </p:sp>
      <p:sp>
        <p:nvSpPr>
          <p:cNvPr id="3" name="Content Placeholder 2">
            <a:extLst>
              <a:ext uri="{FF2B5EF4-FFF2-40B4-BE49-F238E27FC236}">
                <a16:creationId xmlns:a16="http://schemas.microsoft.com/office/drawing/2014/main" id="{C49BE286-40EE-4AEB-9684-F03ECFDDE409}"/>
              </a:ext>
            </a:extLst>
          </p:cNvPr>
          <p:cNvSpPr>
            <a:spLocks noGrp="1"/>
          </p:cNvSpPr>
          <p:nvPr>
            <p:ph idx="1"/>
          </p:nvPr>
        </p:nvSpPr>
        <p:spPr>
          <a:xfrm>
            <a:off x="838200" y="2418735"/>
            <a:ext cx="10515600" cy="3758228"/>
          </a:xfrm>
        </p:spPr>
        <p:txBody>
          <a:bodyPr>
            <a:normAutofit/>
          </a:bodyPr>
          <a:lstStyle/>
          <a:p>
            <a:r>
              <a:rPr lang="en-US" sz="2800" dirty="0">
                <a:latin typeface="Calibri" panose="020F0502020204030204" pitchFamily="34" charset="0"/>
                <a:ea typeface="Times New Roman" panose="02020603050405020304" pitchFamily="18" charset="0"/>
              </a:rPr>
              <a:t>An initial small migration of a non-critical or test workload</a:t>
            </a:r>
            <a:endParaRPr lang="en-US" sz="2400" dirty="0">
              <a:latin typeface="Calibri" panose="020F0502020204030204" pitchFamily="34" charset="0"/>
              <a:ea typeface="Times New Roman" panose="02020603050405020304" pitchFamily="18" charset="0"/>
            </a:endParaRPr>
          </a:p>
          <a:p>
            <a:pPr lvl="1"/>
            <a:r>
              <a:rPr lang="en-US" sz="2400" dirty="0">
                <a:latin typeface="Calibri" panose="020F0502020204030204" pitchFamily="34" charset="0"/>
                <a:ea typeface="Times New Roman" panose="02020603050405020304" pitchFamily="18" charset="0"/>
              </a:rPr>
              <a:t>Validate tooling</a:t>
            </a:r>
          </a:p>
          <a:p>
            <a:pPr lvl="1"/>
            <a:r>
              <a:rPr lang="en-US" sz="2400" dirty="0">
                <a:latin typeface="Calibri" panose="020F0502020204030204" pitchFamily="34" charset="0"/>
                <a:ea typeface="Times New Roman" panose="02020603050405020304" pitchFamily="18" charset="0"/>
              </a:rPr>
              <a:t>Validate process</a:t>
            </a:r>
          </a:p>
          <a:p>
            <a:pPr lvl="1"/>
            <a:r>
              <a:rPr lang="en-US" sz="2400" dirty="0">
                <a:latin typeface="Calibri" panose="020F0502020204030204" pitchFamily="34" charset="0"/>
                <a:ea typeface="Times New Roman" panose="02020603050405020304" pitchFamily="18" charset="0"/>
              </a:rPr>
              <a:t>Validate automations</a:t>
            </a:r>
          </a:p>
          <a:p>
            <a:pPr lvl="1"/>
            <a:r>
              <a:rPr lang="en-US" sz="2400" dirty="0">
                <a:latin typeface="Calibri" panose="020F0502020204030204" pitchFamily="34" charset="0"/>
                <a:ea typeface="Times New Roman" panose="02020603050405020304" pitchFamily="18" charset="0"/>
              </a:rPr>
              <a:t>Verify the servers will boot and perform as expected in Azure</a:t>
            </a:r>
          </a:p>
          <a:p>
            <a:pPr lvl="1"/>
            <a:r>
              <a:rPr lang="en-US" sz="2400" dirty="0">
                <a:latin typeface="Calibri" panose="020F0502020204030204" pitchFamily="34" charset="0"/>
                <a:ea typeface="Times New Roman" panose="02020603050405020304" pitchFamily="18" charset="0"/>
              </a:rPr>
              <a:t>Allow the opportunity to collaboratively tune the migration process or resolve any fundamental problems that are discovered</a:t>
            </a:r>
          </a:p>
          <a:p>
            <a:pPr lvl="1"/>
            <a:endParaRPr lang="en-US" sz="2400" dirty="0">
              <a:latin typeface="Calibri" panose="020F0502020204030204" pitchFamily="34" charset="0"/>
              <a:ea typeface="Times New Roman" panose="02020603050405020304" pitchFamily="18" charset="0"/>
            </a:endParaRPr>
          </a:p>
        </p:txBody>
      </p:sp>
      <p:sp>
        <p:nvSpPr>
          <p:cNvPr id="4" name="Arrow: Pentagon 3">
            <a:extLst>
              <a:ext uri="{FF2B5EF4-FFF2-40B4-BE49-F238E27FC236}">
                <a16:creationId xmlns:a16="http://schemas.microsoft.com/office/drawing/2014/main" id="{5C1796BA-DA24-4473-8221-C5B69B0E8B0B}"/>
              </a:ext>
            </a:extLst>
          </p:cNvPr>
          <p:cNvSpPr/>
          <p:nvPr/>
        </p:nvSpPr>
        <p:spPr>
          <a:xfrm>
            <a:off x="941472" y="1556084"/>
            <a:ext cx="2297028" cy="484632"/>
          </a:xfrm>
          <a:prstGeom prst="homePlate">
            <a:avLst/>
          </a:prstGeom>
          <a:solidFill>
            <a:schemeClr val="bg1">
              <a:lumMod val="75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Montserrat"/>
                <a:ea typeface="+mn-ea"/>
                <a:cs typeface="+mn-cs"/>
              </a:rPr>
              <a:t>Landing Zone</a:t>
            </a:r>
          </a:p>
        </p:txBody>
      </p:sp>
      <p:sp>
        <p:nvSpPr>
          <p:cNvPr id="5" name="Arrow: Chevron 4">
            <a:extLst>
              <a:ext uri="{FF2B5EF4-FFF2-40B4-BE49-F238E27FC236}">
                <a16:creationId xmlns:a16="http://schemas.microsoft.com/office/drawing/2014/main" id="{466F90A6-7AF4-4F37-8560-ACBBB2199B40}"/>
              </a:ext>
            </a:extLst>
          </p:cNvPr>
          <p:cNvSpPr/>
          <p:nvPr/>
        </p:nvSpPr>
        <p:spPr>
          <a:xfrm>
            <a:off x="4966338" y="1556085"/>
            <a:ext cx="1915505" cy="484631"/>
          </a:xfrm>
          <a:prstGeom prst="chevron">
            <a:avLst/>
          </a:prstGeom>
          <a:solidFill>
            <a:schemeClr val="bg1">
              <a:lumMod val="75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Discover</a:t>
            </a:r>
          </a:p>
        </p:txBody>
      </p:sp>
      <p:sp>
        <p:nvSpPr>
          <p:cNvPr id="6" name="Arrow: Chevron 5">
            <a:extLst>
              <a:ext uri="{FF2B5EF4-FFF2-40B4-BE49-F238E27FC236}">
                <a16:creationId xmlns:a16="http://schemas.microsoft.com/office/drawing/2014/main" id="{15FF17AD-6FAF-472E-AE37-263A119A0560}"/>
              </a:ext>
            </a:extLst>
          </p:cNvPr>
          <p:cNvSpPr/>
          <p:nvPr/>
        </p:nvSpPr>
        <p:spPr>
          <a:xfrm>
            <a:off x="6786618" y="1556084"/>
            <a:ext cx="2566931" cy="484632"/>
          </a:xfrm>
          <a:prstGeom prst="chevron">
            <a:avLst/>
          </a:prstGeom>
          <a:solidFill>
            <a:schemeClr val="bg1">
              <a:lumMod val="75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Migrate</a:t>
            </a:r>
          </a:p>
        </p:txBody>
      </p:sp>
      <p:sp>
        <p:nvSpPr>
          <p:cNvPr id="7" name="Arrow: Chevron 6">
            <a:extLst>
              <a:ext uri="{FF2B5EF4-FFF2-40B4-BE49-F238E27FC236}">
                <a16:creationId xmlns:a16="http://schemas.microsoft.com/office/drawing/2014/main" id="{AD52E3FB-7F0C-463F-96B7-8331874670B4}"/>
              </a:ext>
            </a:extLst>
          </p:cNvPr>
          <p:cNvSpPr/>
          <p:nvPr/>
        </p:nvSpPr>
        <p:spPr>
          <a:xfrm>
            <a:off x="9260809" y="1556084"/>
            <a:ext cx="2318084" cy="484632"/>
          </a:xfrm>
          <a:prstGeom prst="chevron">
            <a:avLst/>
          </a:prstGeom>
          <a:solidFill>
            <a:schemeClr val="bg1">
              <a:lumMod val="75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Manage, Optimize, Secure</a:t>
            </a:r>
          </a:p>
        </p:txBody>
      </p:sp>
      <p:sp>
        <p:nvSpPr>
          <p:cNvPr id="8" name="Arrow: Chevron 7">
            <a:extLst>
              <a:ext uri="{FF2B5EF4-FFF2-40B4-BE49-F238E27FC236}">
                <a16:creationId xmlns:a16="http://schemas.microsoft.com/office/drawing/2014/main" id="{2524284B-ABC5-45BB-A923-E97F2A0CC9D9}"/>
              </a:ext>
            </a:extLst>
          </p:cNvPr>
          <p:cNvSpPr/>
          <p:nvPr/>
        </p:nvSpPr>
        <p:spPr>
          <a:xfrm>
            <a:off x="3143252" y="1556084"/>
            <a:ext cx="1915528" cy="484632"/>
          </a:xfrm>
          <a:prstGeom prst="chevron">
            <a:avLst/>
          </a:prstGeom>
          <a:solidFill>
            <a:schemeClr val="accent2"/>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Pilot</a:t>
            </a:r>
          </a:p>
        </p:txBody>
      </p:sp>
    </p:spTree>
    <p:extLst>
      <p:ext uri="{BB962C8B-B14F-4D97-AF65-F5344CB8AC3E}">
        <p14:creationId xmlns:p14="http://schemas.microsoft.com/office/powerpoint/2010/main" val="16603048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64811-9021-4D76-BB33-C00BBF026B9E}"/>
              </a:ext>
            </a:extLst>
          </p:cNvPr>
          <p:cNvSpPr>
            <a:spLocks noGrp="1"/>
          </p:cNvSpPr>
          <p:nvPr>
            <p:ph type="title"/>
          </p:nvPr>
        </p:nvSpPr>
        <p:spPr/>
        <p:txBody>
          <a:bodyPr/>
          <a:lstStyle/>
          <a:p>
            <a:r>
              <a:rPr lang="en-US" dirty="0"/>
              <a:t>Workload Discovery</a:t>
            </a:r>
            <a:endParaRPr lang="en-UG" dirty="0"/>
          </a:p>
        </p:txBody>
      </p:sp>
      <p:sp>
        <p:nvSpPr>
          <p:cNvPr id="3" name="Content Placeholder 2">
            <a:extLst>
              <a:ext uri="{FF2B5EF4-FFF2-40B4-BE49-F238E27FC236}">
                <a16:creationId xmlns:a16="http://schemas.microsoft.com/office/drawing/2014/main" id="{C49BE286-40EE-4AEB-9684-F03ECFDDE409}"/>
              </a:ext>
            </a:extLst>
          </p:cNvPr>
          <p:cNvSpPr>
            <a:spLocks noGrp="1"/>
          </p:cNvSpPr>
          <p:nvPr>
            <p:ph idx="1"/>
          </p:nvPr>
        </p:nvSpPr>
        <p:spPr>
          <a:xfrm>
            <a:off x="838200" y="2418735"/>
            <a:ext cx="10515600" cy="3758228"/>
          </a:xfrm>
        </p:spPr>
        <p:txBody>
          <a:bodyPr>
            <a:normAutofit lnSpcReduction="10000"/>
          </a:bodyPr>
          <a:lstStyle/>
          <a:p>
            <a:r>
              <a:rPr lang="en-US" sz="2800" dirty="0">
                <a:latin typeface="Calibri" panose="020F0502020204030204" pitchFamily="34" charset="0"/>
                <a:ea typeface="Times New Roman" panose="02020603050405020304" pitchFamily="18" charset="0"/>
              </a:rPr>
              <a:t>Templatized information gathering about a workload targeted for migration</a:t>
            </a:r>
          </a:p>
          <a:p>
            <a:r>
              <a:rPr lang="en-US" sz="2800" dirty="0">
                <a:latin typeface="Calibri" panose="020F0502020204030204" pitchFamily="34" charset="0"/>
                <a:ea typeface="Times New Roman" panose="02020603050405020304" pitchFamily="18" charset="0"/>
              </a:rPr>
              <a:t>Process</a:t>
            </a:r>
          </a:p>
          <a:p>
            <a:pPr lvl="1"/>
            <a:r>
              <a:rPr lang="en-US" dirty="0">
                <a:latin typeface="Calibri" panose="020F0502020204030204" pitchFamily="34" charset="0"/>
                <a:ea typeface="Times New Roman" panose="02020603050405020304" pitchFamily="18" charset="0"/>
              </a:rPr>
              <a:t>Send discovery template to workload owners to fill out and provide any additional supporting information like diagrams, </a:t>
            </a:r>
            <a:r>
              <a:rPr lang="en-US" dirty="0" err="1">
                <a:latin typeface="Calibri" panose="020F0502020204030204" pitchFamily="34" charset="0"/>
                <a:ea typeface="Times New Roman" panose="02020603050405020304" pitchFamily="18" charset="0"/>
              </a:rPr>
              <a:t>etc</a:t>
            </a:r>
            <a:endParaRPr lang="en-US" dirty="0">
              <a:latin typeface="Calibri" panose="020F0502020204030204" pitchFamily="34" charset="0"/>
              <a:ea typeface="Times New Roman" panose="02020603050405020304" pitchFamily="18" charset="0"/>
            </a:endParaRPr>
          </a:p>
          <a:p>
            <a:pPr lvl="1"/>
            <a:r>
              <a:rPr lang="en-US" dirty="0">
                <a:latin typeface="Calibri" panose="020F0502020204030204" pitchFamily="34" charset="0"/>
                <a:ea typeface="Times New Roman" panose="02020603050405020304" pitchFamily="18" charset="0"/>
              </a:rPr>
              <a:t>10M technical team will review and work with the project team to schedule a session to discuss with application owner and SMEs. For complex workloads, multiple sessions may be needed.</a:t>
            </a:r>
          </a:p>
          <a:p>
            <a:pPr lvl="1"/>
            <a:r>
              <a:rPr lang="en-US" dirty="0">
                <a:latin typeface="Calibri" panose="020F0502020204030204" pitchFamily="34" charset="0"/>
                <a:ea typeface="Times New Roman" panose="02020603050405020304" pitchFamily="18" charset="0"/>
              </a:rPr>
              <a:t>Technical team will translate findings into a workload migration backlog and input into the workload migration template</a:t>
            </a:r>
          </a:p>
          <a:p>
            <a:pPr lvl="1"/>
            <a:endParaRPr lang="en-US" dirty="0">
              <a:latin typeface="Calibri" panose="020F0502020204030204" pitchFamily="34" charset="0"/>
              <a:ea typeface="Times New Roman" panose="02020603050405020304" pitchFamily="18" charset="0"/>
            </a:endParaRPr>
          </a:p>
          <a:p>
            <a:pPr lvl="1"/>
            <a:endParaRPr lang="en-US" sz="2400" dirty="0">
              <a:latin typeface="Calibri" panose="020F0502020204030204" pitchFamily="34" charset="0"/>
              <a:ea typeface="Times New Roman" panose="02020603050405020304" pitchFamily="18" charset="0"/>
            </a:endParaRPr>
          </a:p>
        </p:txBody>
      </p:sp>
      <p:sp>
        <p:nvSpPr>
          <p:cNvPr id="4" name="Arrow: Pentagon 3">
            <a:extLst>
              <a:ext uri="{FF2B5EF4-FFF2-40B4-BE49-F238E27FC236}">
                <a16:creationId xmlns:a16="http://schemas.microsoft.com/office/drawing/2014/main" id="{5C1796BA-DA24-4473-8221-C5B69B0E8B0B}"/>
              </a:ext>
            </a:extLst>
          </p:cNvPr>
          <p:cNvSpPr/>
          <p:nvPr/>
        </p:nvSpPr>
        <p:spPr>
          <a:xfrm>
            <a:off x="941472" y="1556084"/>
            <a:ext cx="2297028" cy="484632"/>
          </a:xfrm>
          <a:prstGeom prst="homePlate">
            <a:avLst/>
          </a:prstGeom>
          <a:solidFill>
            <a:schemeClr val="bg1">
              <a:lumMod val="75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Montserrat"/>
                <a:ea typeface="+mn-ea"/>
                <a:cs typeface="+mn-cs"/>
              </a:rPr>
              <a:t>Landing Zone</a:t>
            </a:r>
          </a:p>
        </p:txBody>
      </p:sp>
      <p:sp>
        <p:nvSpPr>
          <p:cNvPr id="5" name="Arrow: Chevron 4">
            <a:extLst>
              <a:ext uri="{FF2B5EF4-FFF2-40B4-BE49-F238E27FC236}">
                <a16:creationId xmlns:a16="http://schemas.microsoft.com/office/drawing/2014/main" id="{466F90A6-7AF4-4F37-8560-ACBBB2199B40}"/>
              </a:ext>
            </a:extLst>
          </p:cNvPr>
          <p:cNvSpPr/>
          <p:nvPr/>
        </p:nvSpPr>
        <p:spPr>
          <a:xfrm>
            <a:off x="4966338" y="1556085"/>
            <a:ext cx="1915505" cy="484631"/>
          </a:xfrm>
          <a:prstGeom prst="chevron">
            <a:avLst/>
          </a:prstGeom>
          <a:solidFill>
            <a:schemeClr val="accent2"/>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Discover</a:t>
            </a:r>
          </a:p>
        </p:txBody>
      </p:sp>
      <p:sp>
        <p:nvSpPr>
          <p:cNvPr id="6" name="Arrow: Chevron 5">
            <a:extLst>
              <a:ext uri="{FF2B5EF4-FFF2-40B4-BE49-F238E27FC236}">
                <a16:creationId xmlns:a16="http://schemas.microsoft.com/office/drawing/2014/main" id="{15FF17AD-6FAF-472E-AE37-263A119A0560}"/>
              </a:ext>
            </a:extLst>
          </p:cNvPr>
          <p:cNvSpPr/>
          <p:nvPr/>
        </p:nvSpPr>
        <p:spPr>
          <a:xfrm>
            <a:off x="6786618" y="1556084"/>
            <a:ext cx="2566931" cy="484632"/>
          </a:xfrm>
          <a:prstGeom prst="chevron">
            <a:avLst/>
          </a:prstGeom>
          <a:solidFill>
            <a:schemeClr val="bg1">
              <a:lumMod val="75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Migrate</a:t>
            </a:r>
          </a:p>
        </p:txBody>
      </p:sp>
      <p:sp>
        <p:nvSpPr>
          <p:cNvPr id="7" name="Arrow: Chevron 6">
            <a:extLst>
              <a:ext uri="{FF2B5EF4-FFF2-40B4-BE49-F238E27FC236}">
                <a16:creationId xmlns:a16="http://schemas.microsoft.com/office/drawing/2014/main" id="{AD52E3FB-7F0C-463F-96B7-8331874670B4}"/>
              </a:ext>
            </a:extLst>
          </p:cNvPr>
          <p:cNvSpPr/>
          <p:nvPr/>
        </p:nvSpPr>
        <p:spPr>
          <a:xfrm>
            <a:off x="9260809" y="1556084"/>
            <a:ext cx="2318084" cy="484632"/>
          </a:xfrm>
          <a:prstGeom prst="chevron">
            <a:avLst/>
          </a:prstGeom>
          <a:solidFill>
            <a:schemeClr val="bg1">
              <a:lumMod val="75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Manage, Optimize, Secure</a:t>
            </a:r>
          </a:p>
        </p:txBody>
      </p:sp>
      <p:sp>
        <p:nvSpPr>
          <p:cNvPr id="8" name="Arrow: Chevron 7">
            <a:extLst>
              <a:ext uri="{FF2B5EF4-FFF2-40B4-BE49-F238E27FC236}">
                <a16:creationId xmlns:a16="http://schemas.microsoft.com/office/drawing/2014/main" id="{2524284B-ABC5-45BB-A923-E97F2A0CC9D9}"/>
              </a:ext>
            </a:extLst>
          </p:cNvPr>
          <p:cNvSpPr/>
          <p:nvPr/>
        </p:nvSpPr>
        <p:spPr>
          <a:xfrm>
            <a:off x="3143252" y="1556084"/>
            <a:ext cx="1915528" cy="484632"/>
          </a:xfrm>
          <a:prstGeom prst="chevron">
            <a:avLst/>
          </a:prstGeom>
          <a:solidFill>
            <a:schemeClr val="bg1">
              <a:lumMod val="75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Pilot</a:t>
            </a:r>
          </a:p>
        </p:txBody>
      </p:sp>
    </p:spTree>
    <p:extLst>
      <p:ext uri="{BB962C8B-B14F-4D97-AF65-F5344CB8AC3E}">
        <p14:creationId xmlns:p14="http://schemas.microsoft.com/office/powerpoint/2010/main" val="28912574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64811-9021-4D76-BB33-C00BBF026B9E}"/>
              </a:ext>
            </a:extLst>
          </p:cNvPr>
          <p:cNvSpPr>
            <a:spLocks noGrp="1"/>
          </p:cNvSpPr>
          <p:nvPr>
            <p:ph type="title"/>
          </p:nvPr>
        </p:nvSpPr>
        <p:spPr/>
        <p:txBody>
          <a:bodyPr/>
          <a:lstStyle/>
          <a:p>
            <a:r>
              <a:rPr lang="en-US" dirty="0"/>
              <a:t>Migration – Getting Started</a:t>
            </a:r>
            <a:endParaRPr lang="en-UG" dirty="0"/>
          </a:p>
        </p:txBody>
      </p:sp>
      <p:sp>
        <p:nvSpPr>
          <p:cNvPr id="3" name="Content Placeholder 2">
            <a:extLst>
              <a:ext uri="{FF2B5EF4-FFF2-40B4-BE49-F238E27FC236}">
                <a16:creationId xmlns:a16="http://schemas.microsoft.com/office/drawing/2014/main" id="{C49BE286-40EE-4AEB-9684-F03ECFDDE409}"/>
              </a:ext>
            </a:extLst>
          </p:cNvPr>
          <p:cNvSpPr>
            <a:spLocks noGrp="1"/>
          </p:cNvSpPr>
          <p:nvPr>
            <p:ph idx="1"/>
          </p:nvPr>
        </p:nvSpPr>
        <p:spPr>
          <a:xfrm>
            <a:off x="838199" y="2418735"/>
            <a:ext cx="10515599" cy="1511710"/>
          </a:xfrm>
        </p:spPr>
        <p:txBody>
          <a:bodyPr>
            <a:normAutofit fontScale="92500" lnSpcReduction="10000"/>
          </a:bodyPr>
          <a:lstStyle/>
          <a:p>
            <a:r>
              <a:rPr lang="en-US" dirty="0">
                <a:latin typeface="Calibri" panose="020F0502020204030204" pitchFamily="34" charset="0"/>
                <a:ea typeface="Times New Roman" panose="02020603050405020304" pitchFamily="18" charset="0"/>
              </a:rPr>
              <a:t>Pilot is complete – tooling and process verified and communicated</a:t>
            </a:r>
          </a:p>
          <a:p>
            <a:r>
              <a:rPr lang="en-US" dirty="0">
                <a:latin typeface="Calibri" panose="020F0502020204030204" pitchFamily="34" charset="0"/>
                <a:ea typeface="Times New Roman" panose="02020603050405020304" pitchFamily="18" charset="0"/>
              </a:rPr>
              <a:t>Workload owners are good to proceed</a:t>
            </a:r>
          </a:p>
          <a:p>
            <a:r>
              <a:rPr lang="en-US" dirty="0">
                <a:latin typeface="Calibri" panose="020F0502020204030204" pitchFamily="34" charset="0"/>
                <a:ea typeface="Times New Roman" panose="02020603050405020304" pitchFamily="18" charset="0"/>
              </a:rPr>
              <a:t>Discovery for the workload or group is complete, no outstanding questions or concerns</a:t>
            </a:r>
          </a:p>
          <a:p>
            <a:r>
              <a:rPr lang="en-US" dirty="0">
                <a:latin typeface="Calibri" panose="020F0502020204030204" pitchFamily="34" charset="0"/>
                <a:ea typeface="Times New Roman" panose="02020603050405020304" pitchFamily="18" charset="0"/>
              </a:rPr>
              <a:t>All prerequisites are known</a:t>
            </a:r>
          </a:p>
          <a:p>
            <a:pPr lvl="1"/>
            <a:endParaRPr lang="en-US" sz="2400" dirty="0">
              <a:latin typeface="Calibri" panose="020F0502020204030204" pitchFamily="34" charset="0"/>
              <a:ea typeface="Times New Roman" panose="02020603050405020304" pitchFamily="18" charset="0"/>
            </a:endParaRPr>
          </a:p>
        </p:txBody>
      </p:sp>
      <p:sp>
        <p:nvSpPr>
          <p:cNvPr id="4" name="Arrow: Pentagon 3">
            <a:extLst>
              <a:ext uri="{FF2B5EF4-FFF2-40B4-BE49-F238E27FC236}">
                <a16:creationId xmlns:a16="http://schemas.microsoft.com/office/drawing/2014/main" id="{5C1796BA-DA24-4473-8221-C5B69B0E8B0B}"/>
              </a:ext>
            </a:extLst>
          </p:cNvPr>
          <p:cNvSpPr/>
          <p:nvPr/>
        </p:nvSpPr>
        <p:spPr>
          <a:xfrm>
            <a:off x="941472" y="1556084"/>
            <a:ext cx="2297028" cy="484632"/>
          </a:xfrm>
          <a:prstGeom prst="homePlate">
            <a:avLst/>
          </a:prstGeom>
          <a:solidFill>
            <a:schemeClr val="bg1">
              <a:lumMod val="75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Montserrat"/>
                <a:ea typeface="+mn-ea"/>
                <a:cs typeface="+mn-cs"/>
              </a:rPr>
              <a:t>Landing Zone</a:t>
            </a:r>
          </a:p>
        </p:txBody>
      </p:sp>
      <p:sp>
        <p:nvSpPr>
          <p:cNvPr id="5" name="Arrow: Chevron 4">
            <a:extLst>
              <a:ext uri="{FF2B5EF4-FFF2-40B4-BE49-F238E27FC236}">
                <a16:creationId xmlns:a16="http://schemas.microsoft.com/office/drawing/2014/main" id="{466F90A6-7AF4-4F37-8560-ACBBB2199B40}"/>
              </a:ext>
            </a:extLst>
          </p:cNvPr>
          <p:cNvSpPr/>
          <p:nvPr/>
        </p:nvSpPr>
        <p:spPr>
          <a:xfrm>
            <a:off x="4966338" y="1556085"/>
            <a:ext cx="1915505" cy="484631"/>
          </a:xfrm>
          <a:prstGeom prst="chevron">
            <a:avLst/>
          </a:prstGeom>
          <a:solidFill>
            <a:schemeClr val="bg1">
              <a:lumMod val="75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Discover</a:t>
            </a:r>
          </a:p>
        </p:txBody>
      </p:sp>
      <p:sp>
        <p:nvSpPr>
          <p:cNvPr id="6" name="Arrow: Chevron 5">
            <a:extLst>
              <a:ext uri="{FF2B5EF4-FFF2-40B4-BE49-F238E27FC236}">
                <a16:creationId xmlns:a16="http://schemas.microsoft.com/office/drawing/2014/main" id="{15FF17AD-6FAF-472E-AE37-263A119A0560}"/>
              </a:ext>
            </a:extLst>
          </p:cNvPr>
          <p:cNvSpPr/>
          <p:nvPr/>
        </p:nvSpPr>
        <p:spPr>
          <a:xfrm>
            <a:off x="6786618" y="1556084"/>
            <a:ext cx="2566931" cy="484632"/>
          </a:xfrm>
          <a:prstGeom prst="chevron">
            <a:avLst/>
          </a:prstGeom>
          <a:solidFill>
            <a:schemeClr val="accent2"/>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Migrate</a:t>
            </a:r>
          </a:p>
        </p:txBody>
      </p:sp>
      <p:sp>
        <p:nvSpPr>
          <p:cNvPr id="7" name="Arrow: Chevron 6">
            <a:extLst>
              <a:ext uri="{FF2B5EF4-FFF2-40B4-BE49-F238E27FC236}">
                <a16:creationId xmlns:a16="http://schemas.microsoft.com/office/drawing/2014/main" id="{AD52E3FB-7F0C-463F-96B7-8331874670B4}"/>
              </a:ext>
            </a:extLst>
          </p:cNvPr>
          <p:cNvSpPr/>
          <p:nvPr/>
        </p:nvSpPr>
        <p:spPr>
          <a:xfrm>
            <a:off x="9260809" y="1556084"/>
            <a:ext cx="2318084" cy="484632"/>
          </a:xfrm>
          <a:prstGeom prst="chevron">
            <a:avLst/>
          </a:prstGeom>
          <a:solidFill>
            <a:schemeClr val="bg1">
              <a:lumMod val="75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Manage, Optimize, Secure</a:t>
            </a:r>
          </a:p>
        </p:txBody>
      </p:sp>
      <p:sp>
        <p:nvSpPr>
          <p:cNvPr id="8" name="Arrow: Chevron 7">
            <a:extLst>
              <a:ext uri="{FF2B5EF4-FFF2-40B4-BE49-F238E27FC236}">
                <a16:creationId xmlns:a16="http://schemas.microsoft.com/office/drawing/2014/main" id="{2524284B-ABC5-45BB-A923-E97F2A0CC9D9}"/>
              </a:ext>
            </a:extLst>
          </p:cNvPr>
          <p:cNvSpPr/>
          <p:nvPr/>
        </p:nvSpPr>
        <p:spPr>
          <a:xfrm>
            <a:off x="3143252" y="1556084"/>
            <a:ext cx="1915528" cy="484632"/>
          </a:xfrm>
          <a:prstGeom prst="chevron">
            <a:avLst/>
          </a:prstGeom>
          <a:solidFill>
            <a:schemeClr val="bg1">
              <a:lumMod val="75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Pilot</a:t>
            </a:r>
          </a:p>
        </p:txBody>
      </p:sp>
      <p:grpSp>
        <p:nvGrpSpPr>
          <p:cNvPr id="12" name="Group 11">
            <a:extLst>
              <a:ext uri="{FF2B5EF4-FFF2-40B4-BE49-F238E27FC236}">
                <a16:creationId xmlns:a16="http://schemas.microsoft.com/office/drawing/2014/main" id="{95302D62-84FA-4C5D-82C1-9CFBAC75DA6B}"/>
              </a:ext>
            </a:extLst>
          </p:cNvPr>
          <p:cNvGrpSpPr/>
          <p:nvPr/>
        </p:nvGrpSpPr>
        <p:grpSpPr>
          <a:xfrm>
            <a:off x="2380728" y="4349763"/>
            <a:ext cx="7430538" cy="1314634"/>
            <a:chOff x="2380728" y="4121160"/>
            <a:chExt cx="7430538" cy="1314634"/>
          </a:xfrm>
        </p:grpSpPr>
        <p:pic>
          <p:nvPicPr>
            <p:cNvPr id="10" name="Picture 9">
              <a:extLst>
                <a:ext uri="{FF2B5EF4-FFF2-40B4-BE49-F238E27FC236}">
                  <a16:creationId xmlns:a16="http://schemas.microsoft.com/office/drawing/2014/main" id="{A10AA5BA-1D1C-4990-B090-12A4D858827F}"/>
                </a:ext>
              </a:extLst>
            </p:cNvPr>
            <p:cNvPicPr>
              <a:picLocks noChangeAspect="1"/>
            </p:cNvPicPr>
            <p:nvPr/>
          </p:nvPicPr>
          <p:blipFill>
            <a:blip r:embed="rId3"/>
            <a:stretch>
              <a:fillRect/>
            </a:stretch>
          </p:blipFill>
          <p:spPr>
            <a:xfrm>
              <a:off x="2380729" y="4121161"/>
              <a:ext cx="7430537" cy="1314633"/>
            </a:xfrm>
            <a:prstGeom prst="rect">
              <a:avLst/>
            </a:prstGeom>
          </p:spPr>
        </p:pic>
        <p:sp>
          <p:nvSpPr>
            <p:cNvPr id="11" name="Rectangle 10">
              <a:extLst>
                <a:ext uri="{FF2B5EF4-FFF2-40B4-BE49-F238E27FC236}">
                  <a16:creationId xmlns:a16="http://schemas.microsoft.com/office/drawing/2014/main" id="{EB64727A-A702-427F-8A3F-A919C862E240}"/>
                </a:ext>
              </a:extLst>
            </p:cNvPr>
            <p:cNvSpPr/>
            <p:nvPr/>
          </p:nvSpPr>
          <p:spPr>
            <a:xfrm>
              <a:off x="2380728" y="4121160"/>
              <a:ext cx="7430537" cy="131463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6871218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64811-9021-4D76-BB33-C00BBF026B9E}"/>
              </a:ext>
            </a:extLst>
          </p:cNvPr>
          <p:cNvSpPr>
            <a:spLocks noGrp="1"/>
          </p:cNvSpPr>
          <p:nvPr>
            <p:ph type="title"/>
          </p:nvPr>
        </p:nvSpPr>
        <p:spPr/>
        <p:txBody>
          <a:bodyPr/>
          <a:lstStyle/>
          <a:p>
            <a:r>
              <a:rPr lang="en-US" dirty="0"/>
              <a:t>Migration – Planning</a:t>
            </a:r>
            <a:endParaRPr lang="en-UG" dirty="0"/>
          </a:p>
        </p:txBody>
      </p:sp>
      <p:sp>
        <p:nvSpPr>
          <p:cNvPr id="3" name="Content Placeholder 2">
            <a:extLst>
              <a:ext uri="{FF2B5EF4-FFF2-40B4-BE49-F238E27FC236}">
                <a16:creationId xmlns:a16="http://schemas.microsoft.com/office/drawing/2014/main" id="{C49BE286-40EE-4AEB-9684-F03ECFDDE409}"/>
              </a:ext>
            </a:extLst>
          </p:cNvPr>
          <p:cNvSpPr>
            <a:spLocks noGrp="1"/>
          </p:cNvSpPr>
          <p:nvPr>
            <p:ph idx="1"/>
          </p:nvPr>
        </p:nvSpPr>
        <p:spPr>
          <a:xfrm>
            <a:off x="838199" y="2418735"/>
            <a:ext cx="10515599" cy="3871452"/>
          </a:xfrm>
        </p:spPr>
        <p:txBody>
          <a:bodyPr>
            <a:normAutofit fontScale="92500" lnSpcReduction="20000"/>
          </a:bodyPr>
          <a:lstStyle/>
          <a:p>
            <a:r>
              <a:rPr lang="en-US" dirty="0">
                <a:latin typeface="Calibri" panose="020F0502020204030204" pitchFamily="34" charset="0"/>
                <a:ea typeface="Times New Roman" panose="02020603050405020304" pitchFamily="18" charset="0"/>
              </a:rPr>
              <a:t>Planning a workload migration</a:t>
            </a:r>
          </a:p>
          <a:p>
            <a:pPr lvl="1"/>
            <a:r>
              <a:rPr lang="en-US" dirty="0">
                <a:latin typeface="Calibri" panose="020F0502020204030204" pitchFamily="34" charset="0"/>
                <a:ea typeface="Times New Roman" panose="02020603050405020304" pitchFamily="18" charset="0"/>
              </a:rPr>
              <a:t>Collaborative effort between the Migration Analyst, Architect, DD/DM, and the CMC</a:t>
            </a:r>
          </a:p>
          <a:p>
            <a:pPr lvl="1"/>
            <a:r>
              <a:rPr lang="en-US" dirty="0">
                <a:latin typeface="Calibri" panose="020F0502020204030204" pitchFamily="34" charset="0"/>
                <a:ea typeface="Times New Roman" panose="02020603050405020304" pitchFamily="18" charset="0"/>
              </a:rPr>
              <a:t>A migration worksheet needs to be completed for each workload or workload group (some exceptions for simple workloads)</a:t>
            </a:r>
          </a:p>
          <a:p>
            <a:pPr lvl="1"/>
            <a:r>
              <a:rPr lang="en-US" dirty="0">
                <a:latin typeface="Calibri" panose="020F0502020204030204" pitchFamily="34" charset="0"/>
                <a:ea typeface="Times New Roman" panose="02020603050405020304" pitchFamily="18" charset="0"/>
              </a:rPr>
              <a:t>Info necessary and captured in the migration worksheet from information gathered in the discovery</a:t>
            </a:r>
          </a:p>
          <a:p>
            <a:pPr lvl="2"/>
            <a:r>
              <a:rPr lang="en-US" dirty="0">
                <a:latin typeface="Calibri" panose="020F0502020204030204" pitchFamily="34" charset="0"/>
                <a:ea typeface="Times New Roman" panose="02020603050405020304" pitchFamily="18" charset="0"/>
              </a:rPr>
              <a:t>Workload owner, stakeholders, SMEs, any resources that will be involved in the process</a:t>
            </a:r>
          </a:p>
          <a:p>
            <a:pPr lvl="2"/>
            <a:r>
              <a:rPr lang="en-US" dirty="0">
                <a:latin typeface="Calibri" panose="020F0502020204030204" pitchFamily="34" charset="0"/>
                <a:ea typeface="Times New Roman" panose="02020603050405020304" pitchFamily="18" charset="0"/>
              </a:rPr>
              <a:t>Tagging for the workload</a:t>
            </a:r>
          </a:p>
          <a:p>
            <a:pPr lvl="2"/>
            <a:r>
              <a:rPr lang="en-US" dirty="0">
                <a:latin typeface="Calibri" panose="020F0502020204030204" pitchFamily="34" charset="0"/>
                <a:ea typeface="Times New Roman" panose="02020603050405020304" pitchFamily="18" charset="0"/>
              </a:rPr>
              <a:t>Pre-failover checklist - details any prerequisite setup activities</a:t>
            </a:r>
          </a:p>
          <a:p>
            <a:pPr lvl="2"/>
            <a:r>
              <a:rPr lang="en-US" dirty="0">
                <a:latin typeface="Calibri" panose="020F0502020204030204" pitchFamily="34" charset="0"/>
                <a:ea typeface="Times New Roman" panose="02020603050405020304" pitchFamily="18" charset="0"/>
              </a:rPr>
              <a:t>Failover checklist - details all coordinated activities that may need to happen during the cutover by both 10M and client teams</a:t>
            </a:r>
          </a:p>
          <a:p>
            <a:pPr lvl="2"/>
            <a:r>
              <a:rPr lang="en-US" dirty="0">
                <a:latin typeface="Calibri" panose="020F0502020204030204" pitchFamily="34" charset="0"/>
                <a:ea typeface="Times New Roman" panose="02020603050405020304" pitchFamily="18" charset="0"/>
              </a:rPr>
              <a:t>Post-failover checklist - details any items that need to be configured after the cutover (operations, handoff details, </a:t>
            </a:r>
            <a:r>
              <a:rPr lang="en-US" dirty="0" err="1">
                <a:latin typeface="Calibri" panose="020F0502020204030204" pitchFamily="34" charset="0"/>
                <a:ea typeface="Times New Roman" panose="02020603050405020304" pitchFamily="18" charset="0"/>
              </a:rPr>
              <a:t>etc</a:t>
            </a:r>
            <a:r>
              <a:rPr lang="en-US" dirty="0">
                <a:latin typeface="Calibri" panose="020F0502020204030204" pitchFamily="34" charset="0"/>
                <a:ea typeface="Times New Roman" panose="02020603050405020304" pitchFamily="18" charset="0"/>
              </a:rPr>
              <a:t>)</a:t>
            </a:r>
          </a:p>
          <a:p>
            <a:pPr lvl="1"/>
            <a:r>
              <a:rPr lang="en-US" dirty="0">
                <a:latin typeface="Calibri" panose="020F0502020204030204" pitchFamily="34" charset="0"/>
                <a:ea typeface="Times New Roman" panose="02020603050405020304" pitchFamily="18" charset="0"/>
              </a:rPr>
              <a:t>Ensure that we have backlog items created for any prerequisite activities so they are tracked.</a:t>
            </a:r>
          </a:p>
          <a:p>
            <a:pPr lvl="1"/>
            <a:endParaRPr lang="en-US" dirty="0">
              <a:latin typeface="Calibri" panose="020F0502020204030204" pitchFamily="34" charset="0"/>
              <a:ea typeface="Times New Roman" panose="02020603050405020304" pitchFamily="18" charset="0"/>
            </a:endParaRPr>
          </a:p>
          <a:p>
            <a:pPr lvl="1"/>
            <a:endParaRPr lang="en-US" sz="2400" dirty="0">
              <a:latin typeface="Calibri" panose="020F0502020204030204" pitchFamily="34" charset="0"/>
              <a:ea typeface="Times New Roman" panose="02020603050405020304" pitchFamily="18" charset="0"/>
            </a:endParaRPr>
          </a:p>
        </p:txBody>
      </p:sp>
      <p:sp>
        <p:nvSpPr>
          <p:cNvPr id="4" name="Arrow: Pentagon 3">
            <a:extLst>
              <a:ext uri="{FF2B5EF4-FFF2-40B4-BE49-F238E27FC236}">
                <a16:creationId xmlns:a16="http://schemas.microsoft.com/office/drawing/2014/main" id="{5C1796BA-DA24-4473-8221-C5B69B0E8B0B}"/>
              </a:ext>
            </a:extLst>
          </p:cNvPr>
          <p:cNvSpPr/>
          <p:nvPr/>
        </p:nvSpPr>
        <p:spPr>
          <a:xfrm>
            <a:off x="941472" y="1556084"/>
            <a:ext cx="2297028" cy="484632"/>
          </a:xfrm>
          <a:prstGeom prst="homePlate">
            <a:avLst/>
          </a:prstGeom>
          <a:solidFill>
            <a:schemeClr val="bg1">
              <a:lumMod val="75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Montserrat"/>
                <a:ea typeface="+mn-ea"/>
                <a:cs typeface="+mn-cs"/>
              </a:rPr>
              <a:t>Landing Zone</a:t>
            </a:r>
          </a:p>
        </p:txBody>
      </p:sp>
      <p:sp>
        <p:nvSpPr>
          <p:cNvPr id="5" name="Arrow: Chevron 4">
            <a:extLst>
              <a:ext uri="{FF2B5EF4-FFF2-40B4-BE49-F238E27FC236}">
                <a16:creationId xmlns:a16="http://schemas.microsoft.com/office/drawing/2014/main" id="{466F90A6-7AF4-4F37-8560-ACBBB2199B40}"/>
              </a:ext>
            </a:extLst>
          </p:cNvPr>
          <p:cNvSpPr/>
          <p:nvPr/>
        </p:nvSpPr>
        <p:spPr>
          <a:xfrm>
            <a:off x="4966338" y="1556085"/>
            <a:ext cx="1915505" cy="484631"/>
          </a:xfrm>
          <a:prstGeom prst="chevron">
            <a:avLst/>
          </a:prstGeom>
          <a:solidFill>
            <a:schemeClr val="bg1">
              <a:lumMod val="75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Discover</a:t>
            </a:r>
          </a:p>
        </p:txBody>
      </p:sp>
      <p:sp>
        <p:nvSpPr>
          <p:cNvPr id="6" name="Arrow: Chevron 5">
            <a:extLst>
              <a:ext uri="{FF2B5EF4-FFF2-40B4-BE49-F238E27FC236}">
                <a16:creationId xmlns:a16="http://schemas.microsoft.com/office/drawing/2014/main" id="{15FF17AD-6FAF-472E-AE37-263A119A0560}"/>
              </a:ext>
            </a:extLst>
          </p:cNvPr>
          <p:cNvSpPr/>
          <p:nvPr/>
        </p:nvSpPr>
        <p:spPr>
          <a:xfrm>
            <a:off x="6786618" y="1556084"/>
            <a:ext cx="2566931" cy="484632"/>
          </a:xfrm>
          <a:prstGeom prst="chevron">
            <a:avLst/>
          </a:prstGeom>
          <a:solidFill>
            <a:schemeClr val="accent2"/>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Migrate</a:t>
            </a:r>
          </a:p>
        </p:txBody>
      </p:sp>
      <p:sp>
        <p:nvSpPr>
          <p:cNvPr id="7" name="Arrow: Chevron 6">
            <a:extLst>
              <a:ext uri="{FF2B5EF4-FFF2-40B4-BE49-F238E27FC236}">
                <a16:creationId xmlns:a16="http://schemas.microsoft.com/office/drawing/2014/main" id="{AD52E3FB-7F0C-463F-96B7-8331874670B4}"/>
              </a:ext>
            </a:extLst>
          </p:cNvPr>
          <p:cNvSpPr/>
          <p:nvPr/>
        </p:nvSpPr>
        <p:spPr>
          <a:xfrm>
            <a:off x="9260809" y="1556084"/>
            <a:ext cx="2318084" cy="484632"/>
          </a:xfrm>
          <a:prstGeom prst="chevron">
            <a:avLst/>
          </a:prstGeom>
          <a:solidFill>
            <a:schemeClr val="bg1">
              <a:lumMod val="75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Manage, Optimize, Secure</a:t>
            </a:r>
          </a:p>
        </p:txBody>
      </p:sp>
      <p:sp>
        <p:nvSpPr>
          <p:cNvPr id="8" name="Arrow: Chevron 7">
            <a:extLst>
              <a:ext uri="{FF2B5EF4-FFF2-40B4-BE49-F238E27FC236}">
                <a16:creationId xmlns:a16="http://schemas.microsoft.com/office/drawing/2014/main" id="{2524284B-ABC5-45BB-A923-E97F2A0CC9D9}"/>
              </a:ext>
            </a:extLst>
          </p:cNvPr>
          <p:cNvSpPr/>
          <p:nvPr/>
        </p:nvSpPr>
        <p:spPr>
          <a:xfrm>
            <a:off x="3143252" y="1556084"/>
            <a:ext cx="1915528" cy="484632"/>
          </a:xfrm>
          <a:prstGeom prst="chevron">
            <a:avLst/>
          </a:prstGeom>
          <a:solidFill>
            <a:schemeClr val="bg1">
              <a:lumMod val="75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Pilot</a:t>
            </a:r>
          </a:p>
        </p:txBody>
      </p:sp>
    </p:spTree>
    <p:extLst>
      <p:ext uri="{BB962C8B-B14F-4D97-AF65-F5344CB8AC3E}">
        <p14:creationId xmlns:p14="http://schemas.microsoft.com/office/powerpoint/2010/main" val="33262447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64811-9021-4D76-BB33-C00BBF026B9E}"/>
              </a:ext>
            </a:extLst>
          </p:cNvPr>
          <p:cNvSpPr>
            <a:spLocks noGrp="1"/>
          </p:cNvSpPr>
          <p:nvPr>
            <p:ph type="title"/>
          </p:nvPr>
        </p:nvSpPr>
        <p:spPr/>
        <p:txBody>
          <a:bodyPr/>
          <a:lstStyle/>
          <a:p>
            <a:r>
              <a:rPr lang="en-US" dirty="0"/>
              <a:t>Migration – Scheduling</a:t>
            </a:r>
            <a:endParaRPr lang="en-UG" dirty="0"/>
          </a:p>
        </p:txBody>
      </p:sp>
      <p:sp>
        <p:nvSpPr>
          <p:cNvPr id="3" name="Content Placeholder 2">
            <a:extLst>
              <a:ext uri="{FF2B5EF4-FFF2-40B4-BE49-F238E27FC236}">
                <a16:creationId xmlns:a16="http://schemas.microsoft.com/office/drawing/2014/main" id="{C49BE286-40EE-4AEB-9684-F03ECFDDE409}"/>
              </a:ext>
            </a:extLst>
          </p:cNvPr>
          <p:cNvSpPr>
            <a:spLocks noGrp="1"/>
          </p:cNvSpPr>
          <p:nvPr>
            <p:ph idx="1"/>
          </p:nvPr>
        </p:nvSpPr>
        <p:spPr>
          <a:xfrm>
            <a:off x="838199" y="2418735"/>
            <a:ext cx="10515599" cy="3871452"/>
          </a:xfrm>
        </p:spPr>
        <p:txBody>
          <a:bodyPr>
            <a:normAutofit fontScale="77500" lnSpcReduction="20000"/>
          </a:bodyPr>
          <a:lstStyle/>
          <a:p>
            <a:r>
              <a:rPr lang="en-US" dirty="0">
                <a:latin typeface="Calibri" panose="020F0502020204030204" pitchFamily="34" charset="0"/>
                <a:ea typeface="Times New Roman" panose="02020603050405020304" pitchFamily="18" charset="0"/>
              </a:rPr>
              <a:t>Scheduling the migration with the CMC</a:t>
            </a:r>
          </a:p>
          <a:p>
            <a:pPr lvl="1"/>
            <a:r>
              <a:rPr lang="en-US" dirty="0">
                <a:latin typeface="Calibri" panose="020F0502020204030204" pitchFamily="34" charset="0"/>
                <a:ea typeface="Times New Roman" panose="02020603050405020304" pitchFamily="18" charset="0"/>
              </a:rPr>
              <a:t>Handled by the DD/DM</a:t>
            </a:r>
          </a:p>
          <a:p>
            <a:pPr lvl="1"/>
            <a:r>
              <a:rPr lang="en-US" dirty="0">
                <a:latin typeface="Calibri" panose="020F0502020204030204" pitchFamily="34" charset="0"/>
                <a:ea typeface="Times New Roman" panose="02020603050405020304" pitchFamily="18" charset="0"/>
              </a:rPr>
              <a:t>Need at least 1 week lead time for standard migrations. For after hours or weekend work, shoot for 2 weeks lead time</a:t>
            </a:r>
          </a:p>
          <a:p>
            <a:pPr lvl="1"/>
            <a:r>
              <a:rPr lang="en-US" dirty="0">
                <a:latin typeface="Calibri" panose="020F0502020204030204" pitchFamily="34" charset="0"/>
                <a:ea typeface="Times New Roman" panose="02020603050405020304" pitchFamily="18" charset="0"/>
              </a:rPr>
              <a:t>Ensure that we have enough time to complete any prerequisite activities before cutover</a:t>
            </a:r>
          </a:p>
          <a:p>
            <a:pPr lvl="1"/>
            <a:r>
              <a:rPr lang="en-US" dirty="0">
                <a:latin typeface="Calibri" panose="020F0502020204030204" pitchFamily="34" charset="0"/>
                <a:ea typeface="Times New Roman" panose="02020603050405020304" pitchFamily="18" charset="0"/>
              </a:rPr>
              <a:t>Use the CMC shared calendar to pick a good time and verify no conflicts (</a:t>
            </a:r>
            <a:r>
              <a:rPr lang="en-US" dirty="0">
                <a:latin typeface="Calibri" panose="020F0502020204030204" pitchFamily="34" charset="0"/>
                <a:ea typeface="Times New Roman" panose="02020603050405020304" pitchFamily="18" charset="0"/>
                <a:hlinkClick r:id="rId3"/>
              </a:rPr>
              <a:t>cmc-pool@10thmagnitdue.com</a:t>
            </a:r>
            <a:r>
              <a:rPr lang="en-US" dirty="0">
                <a:latin typeface="Calibri" panose="020F0502020204030204" pitchFamily="34" charset="0"/>
                <a:ea typeface="Times New Roman" panose="02020603050405020304" pitchFamily="18" charset="0"/>
              </a:rPr>
              <a:t>)</a:t>
            </a:r>
          </a:p>
          <a:p>
            <a:pPr lvl="1"/>
            <a:r>
              <a:rPr lang="en-US" dirty="0">
                <a:latin typeface="Calibri" panose="020F0502020204030204" pitchFamily="34" charset="0"/>
                <a:ea typeface="Times New Roman" panose="02020603050405020304" pitchFamily="18" charset="0"/>
              </a:rPr>
              <a:t>Optional - a Teams call can by scheduled for the test failover if the client wants to be involved in the testing. Otherwise, failover testing is completed as the CMC has availability since it doesn’t affect the live workloads.</a:t>
            </a:r>
          </a:p>
          <a:p>
            <a:pPr lvl="1"/>
            <a:r>
              <a:rPr lang="en-US" dirty="0">
                <a:latin typeface="Calibri" panose="020F0502020204030204" pitchFamily="34" charset="0"/>
                <a:ea typeface="Times New Roman" panose="02020603050405020304" pitchFamily="18" charset="0"/>
              </a:rPr>
              <a:t>Schedule a Teams call for the cutover – make sure we have enough time to troubleshoot and fail back if necessary. Work with the CMC to estimate timeframe, generally a 4-6 hour window is good.</a:t>
            </a:r>
          </a:p>
          <a:p>
            <a:pPr lvl="2"/>
            <a:r>
              <a:rPr lang="en-US" dirty="0">
                <a:latin typeface="Calibri" panose="020F0502020204030204" pitchFamily="34" charset="0"/>
                <a:ea typeface="Times New Roman" panose="02020603050405020304" pitchFamily="18" charset="0"/>
              </a:rPr>
              <a:t>Some clients are good with NOT scheduling a call if the workload is not critical. In this case, we should still schedule the time on the CMC calendar, but the CMC will complete and then notify the DD/DM/Customer that the workload is ready for testing.</a:t>
            </a:r>
          </a:p>
          <a:p>
            <a:r>
              <a:rPr lang="en-US" dirty="0">
                <a:latin typeface="Calibri" panose="020F0502020204030204" pitchFamily="34" charset="0"/>
                <a:ea typeface="Times New Roman" panose="02020603050405020304" pitchFamily="18" charset="0"/>
              </a:rPr>
              <a:t>If the client is a Managed Services customer</a:t>
            </a:r>
          </a:p>
          <a:p>
            <a:pPr lvl="1"/>
            <a:r>
              <a:rPr lang="en-US" dirty="0">
                <a:latin typeface="Calibri" panose="020F0502020204030204" pitchFamily="34" charset="0"/>
                <a:ea typeface="Times New Roman" panose="02020603050405020304" pitchFamily="18" charset="0"/>
              </a:rPr>
              <a:t>Make sure their TAM is aware of the migration</a:t>
            </a:r>
          </a:p>
          <a:p>
            <a:pPr lvl="1"/>
            <a:r>
              <a:rPr lang="en-US" dirty="0">
                <a:latin typeface="Calibri" panose="020F0502020204030204" pitchFamily="34" charset="0"/>
                <a:ea typeface="Times New Roman" panose="02020603050405020304" pitchFamily="18" charset="0"/>
              </a:rPr>
              <a:t>Notify Ops of the incoming servers for awareness</a:t>
            </a:r>
          </a:p>
          <a:p>
            <a:pPr lvl="1"/>
            <a:r>
              <a:rPr lang="en-US" dirty="0">
                <a:latin typeface="Calibri" panose="020F0502020204030204" pitchFamily="34" charset="0"/>
                <a:ea typeface="Times New Roman" panose="02020603050405020304" pitchFamily="18" charset="0"/>
              </a:rPr>
              <a:t>Include Ops on the cutover invite for awareness and support if needed</a:t>
            </a:r>
          </a:p>
          <a:p>
            <a:pPr lvl="1"/>
            <a:endParaRPr lang="en-US" dirty="0">
              <a:latin typeface="Calibri" panose="020F0502020204030204" pitchFamily="34" charset="0"/>
              <a:ea typeface="Times New Roman" panose="02020603050405020304" pitchFamily="18" charset="0"/>
            </a:endParaRPr>
          </a:p>
          <a:p>
            <a:pPr lvl="1"/>
            <a:endParaRPr lang="en-US" dirty="0">
              <a:latin typeface="Calibri" panose="020F0502020204030204" pitchFamily="34" charset="0"/>
              <a:ea typeface="Times New Roman" panose="02020603050405020304" pitchFamily="18" charset="0"/>
            </a:endParaRPr>
          </a:p>
          <a:p>
            <a:pPr lvl="1"/>
            <a:endParaRPr lang="en-US" sz="2400" dirty="0">
              <a:latin typeface="Calibri" panose="020F0502020204030204" pitchFamily="34" charset="0"/>
              <a:ea typeface="Times New Roman" panose="02020603050405020304" pitchFamily="18" charset="0"/>
            </a:endParaRPr>
          </a:p>
        </p:txBody>
      </p:sp>
      <p:sp>
        <p:nvSpPr>
          <p:cNvPr id="4" name="Arrow: Pentagon 3">
            <a:extLst>
              <a:ext uri="{FF2B5EF4-FFF2-40B4-BE49-F238E27FC236}">
                <a16:creationId xmlns:a16="http://schemas.microsoft.com/office/drawing/2014/main" id="{5C1796BA-DA24-4473-8221-C5B69B0E8B0B}"/>
              </a:ext>
            </a:extLst>
          </p:cNvPr>
          <p:cNvSpPr/>
          <p:nvPr/>
        </p:nvSpPr>
        <p:spPr>
          <a:xfrm>
            <a:off x="941472" y="1556084"/>
            <a:ext cx="2297028" cy="484632"/>
          </a:xfrm>
          <a:prstGeom prst="homePlate">
            <a:avLst/>
          </a:prstGeom>
          <a:solidFill>
            <a:schemeClr val="bg1">
              <a:lumMod val="75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Montserrat"/>
                <a:ea typeface="+mn-ea"/>
                <a:cs typeface="+mn-cs"/>
              </a:rPr>
              <a:t>Landing Zone</a:t>
            </a:r>
          </a:p>
        </p:txBody>
      </p:sp>
      <p:sp>
        <p:nvSpPr>
          <p:cNvPr id="5" name="Arrow: Chevron 4">
            <a:extLst>
              <a:ext uri="{FF2B5EF4-FFF2-40B4-BE49-F238E27FC236}">
                <a16:creationId xmlns:a16="http://schemas.microsoft.com/office/drawing/2014/main" id="{466F90A6-7AF4-4F37-8560-ACBBB2199B40}"/>
              </a:ext>
            </a:extLst>
          </p:cNvPr>
          <p:cNvSpPr/>
          <p:nvPr/>
        </p:nvSpPr>
        <p:spPr>
          <a:xfrm>
            <a:off x="4966338" y="1556085"/>
            <a:ext cx="1915505" cy="484631"/>
          </a:xfrm>
          <a:prstGeom prst="chevron">
            <a:avLst/>
          </a:prstGeom>
          <a:solidFill>
            <a:schemeClr val="bg1">
              <a:lumMod val="75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Discover</a:t>
            </a:r>
          </a:p>
        </p:txBody>
      </p:sp>
      <p:sp>
        <p:nvSpPr>
          <p:cNvPr id="6" name="Arrow: Chevron 5">
            <a:extLst>
              <a:ext uri="{FF2B5EF4-FFF2-40B4-BE49-F238E27FC236}">
                <a16:creationId xmlns:a16="http://schemas.microsoft.com/office/drawing/2014/main" id="{15FF17AD-6FAF-472E-AE37-263A119A0560}"/>
              </a:ext>
            </a:extLst>
          </p:cNvPr>
          <p:cNvSpPr/>
          <p:nvPr/>
        </p:nvSpPr>
        <p:spPr>
          <a:xfrm>
            <a:off x="6786618" y="1556084"/>
            <a:ext cx="2566931" cy="484632"/>
          </a:xfrm>
          <a:prstGeom prst="chevron">
            <a:avLst/>
          </a:prstGeom>
          <a:solidFill>
            <a:schemeClr val="accent2"/>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Migrate</a:t>
            </a:r>
          </a:p>
        </p:txBody>
      </p:sp>
      <p:sp>
        <p:nvSpPr>
          <p:cNvPr id="7" name="Arrow: Chevron 6">
            <a:extLst>
              <a:ext uri="{FF2B5EF4-FFF2-40B4-BE49-F238E27FC236}">
                <a16:creationId xmlns:a16="http://schemas.microsoft.com/office/drawing/2014/main" id="{AD52E3FB-7F0C-463F-96B7-8331874670B4}"/>
              </a:ext>
            </a:extLst>
          </p:cNvPr>
          <p:cNvSpPr/>
          <p:nvPr/>
        </p:nvSpPr>
        <p:spPr>
          <a:xfrm>
            <a:off x="9260809" y="1556084"/>
            <a:ext cx="2318084" cy="484632"/>
          </a:xfrm>
          <a:prstGeom prst="chevron">
            <a:avLst/>
          </a:prstGeom>
          <a:solidFill>
            <a:schemeClr val="bg1">
              <a:lumMod val="75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Manage, Optimize, Secure</a:t>
            </a:r>
          </a:p>
        </p:txBody>
      </p:sp>
      <p:sp>
        <p:nvSpPr>
          <p:cNvPr id="8" name="Arrow: Chevron 7">
            <a:extLst>
              <a:ext uri="{FF2B5EF4-FFF2-40B4-BE49-F238E27FC236}">
                <a16:creationId xmlns:a16="http://schemas.microsoft.com/office/drawing/2014/main" id="{2524284B-ABC5-45BB-A923-E97F2A0CC9D9}"/>
              </a:ext>
            </a:extLst>
          </p:cNvPr>
          <p:cNvSpPr/>
          <p:nvPr/>
        </p:nvSpPr>
        <p:spPr>
          <a:xfrm>
            <a:off x="3143252" y="1556084"/>
            <a:ext cx="1915528" cy="484632"/>
          </a:xfrm>
          <a:prstGeom prst="chevron">
            <a:avLst/>
          </a:prstGeom>
          <a:solidFill>
            <a:schemeClr val="bg1">
              <a:lumMod val="75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Pilot</a:t>
            </a:r>
          </a:p>
        </p:txBody>
      </p:sp>
    </p:spTree>
    <p:extLst>
      <p:ext uri="{BB962C8B-B14F-4D97-AF65-F5344CB8AC3E}">
        <p14:creationId xmlns:p14="http://schemas.microsoft.com/office/powerpoint/2010/main" val="32978154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64811-9021-4D76-BB33-C00BBF026B9E}"/>
              </a:ext>
            </a:extLst>
          </p:cNvPr>
          <p:cNvSpPr>
            <a:spLocks noGrp="1"/>
          </p:cNvSpPr>
          <p:nvPr>
            <p:ph type="title"/>
          </p:nvPr>
        </p:nvSpPr>
        <p:spPr/>
        <p:txBody>
          <a:bodyPr/>
          <a:lstStyle/>
          <a:p>
            <a:r>
              <a:rPr lang="en-US" dirty="0"/>
              <a:t>Migration – Failover Testing</a:t>
            </a:r>
            <a:endParaRPr lang="en-UG" dirty="0"/>
          </a:p>
        </p:txBody>
      </p:sp>
      <p:sp>
        <p:nvSpPr>
          <p:cNvPr id="3" name="Content Placeholder 2">
            <a:extLst>
              <a:ext uri="{FF2B5EF4-FFF2-40B4-BE49-F238E27FC236}">
                <a16:creationId xmlns:a16="http://schemas.microsoft.com/office/drawing/2014/main" id="{C49BE286-40EE-4AEB-9684-F03ECFDDE409}"/>
              </a:ext>
            </a:extLst>
          </p:cNvPr>
          <p:cNvSpPr>
            <a:spLocks noGrp="1"/>
          </p:cNvSpPr>
          <p:nvPr>
            <p:ph idx="1"/>
          </p:nvPr>
        </p:nvSpPr>
        <p:spPr>
          <a:xfrm>
            <a:off x="838200" y="2418735"/>
            <a:ext cx="10515600" cy="3758228"/>
          </a:xfrm>
        </p:spPr>
        <p:txBody>
          <a:bodyPr>
            <a:normAutofit/>
          </a:bodyPr>
          <a:lstStyle/>
          <a:p>
            <a:r>
              <a:rPr lang="en-US" sz="2600" dirty="0">
                <a:latin typeface="Calibri" panose="020F0502020204030204" pitchFamily="34" charset="0"/>
                <a:ea typeface="Times New Roman" panose="02020603050405020304" pitchFamily="18" charset="0"/>
              </a:rPr>
              <a:t>Failover Testing</a:t>
            </a:r>
          </a:p>
          <a:p>
            <a:pPr lvl="1"/>
            <a:r>
              <a:rPr lang="en-US" dirty="0">
                <a:latin typeface="Calibri" panose="020F0502020204030204" pitchFamily="34" charset="0"/>
                <a:ea typeface="Times New Roman" panose="02020603050405020304" pitchFamily="18" charset="0"/>
              </a:rPr>
              <a:t>The migrated virtual machines will be failed over into the isolated testing environment. </a:t>
            </a:r>
            <a:r>
              <a:rPr lang="en-US" u="sng" dirty="0">
                <a:latin typeface="Calibri" panose="020F0502020204030204" pitchFamily="34" charset="0"/>
                <a:ea typeface="Times New Roman" panose="02020603050405020304" pitchFamily="18" charset="0"/>
              </a:rPr>
              <a:t>The source on-premises machines are left online and not affected in any way.</a:t>
            </a:r>
          </a:p>
          <a:p>
            <a:pPr lvl="1"/>
            <a:r>
              <a:rPr lang="en-US" dirty="0">
                <a:latin typeface="Calibri" panose="020F0502020204030204" pitchFamily="34" charset="0"/>
                <a:ea typeface="Times New Roman" panose="02020603050405020304" pitchFamily="18" charset="0"/>
              </a:rPr>
              <a:t>Verifies the machine will boot in Azure. Helps us discover any problems and plan for remediations.</a:t>
            </a:r>
          </a:p>
          <a:p>
            <a:pPr lvl="1"/>
            <a:r>
              <a:rPr lang="en-US" dirty="0">
                <a:latin typeface="Calibri" panose="020F0502020204030204" pitchFamily="34" charset="0"/>
                <a:ea typeface="Times New Roman" panose="02020603050405020304" pitchFamily="18" charset="0"/>
              </a:rPr>
              <a:t>HAS LIMITATIONS – generally the isolated nature of the test environment doesn’t allow for FULL application testing. For example, Active Directory may not be available for testing authentication, or a connection back to a database may not work.</a:t>
            </a:r>
          </a:p>
          <a:p>
            <a:pPr lvl="1"/>
            <a:endParaRPr lang="en-US" sz="2400" dirty="0">
              <a:latin typeface="Calibri" panose="020F0502020204030204" pitchFamily="34" charset="0"/>
              <a:ea typeface="Times New Roman" panose="02020603050405020304" pitchFamily="18" charset="0"/>
            </a:endParaRPr>
          </a:p>
        </p:txBody>
      </p:sp>
      <p:sp>
        <p:nvSpPr>
          <p:cNvPr id="4" name="Arrow: Pentagon 3">
            <a:extLst>
              <a:ext uri="{FF2B5EF4-FFF2-40B4-BE49-F238E27FC236}">
                <a16:creationId xmlns:a16="http://schemas.microsoft.com/office/drawing/2014/main" id="{5C1796BA-DA24-4473-8221-C5B69B0E8B0B}"/>
              </a:ext>
            </a:extLst>
          </p:cNvPr>
          <p:cNvSpPr/>
          <p:nvPr/>
        </p:nvSpPr>
        <p:spPr>
          <a:xfrm>
            <a:off x="941472" y="1556084"/>
            <a:ext cx="2297028" cy="484632"/>
          </a:xfrm>
          <a:prstGeom prst="homePlate">
            <a:avLst/>
          </a:prstGeom>
          <a:solidFill>
            <a:schemeClr val="bg1">
              <a:lumMod val="75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Montserrat"/>
                <a:ea typeface="+mn-ea"/>
                <a:cs typeface="+mn-cs"/>
              </a:rPr>
              <a:t>Landing Zone</a:t>
            </a:r>
          </a:p>
        </p:txBody>
      </p:sp>
      <p:sp>
        <p:nvSpPr>
          <p:cNvPr id="5" name="Arrow: Chevron 4">
            <a:extLst>
              <a:ext uri="{FF2B5EF4-FFF2-40B4-BE49-F238E27FC236}">
                <a16:creationId xmlns:a16="http://schemas.microsoft.com/office/drawing/2014/main" id="{466F90A6-7AF4-4F37-8560-ACBBB2199B40}"/>
              </a:ext>
            </a:extLst>
          </p:cNvPr>
          <p:cNvSpPr/>
          <p:nvPr/>
        </p:nvSpPr>
        <p:spPr>
          <a:xfrm>
            <a:off x="4966338" y="1556085"/>
            <a:ext cx="1915505" cy="484631"/>
          </a:xfrm>
          <a:prstGeom prst="chevron">
            <a:avLst/>
          </a:prstGeom>
          <a:solidFill>
            <a:schemeClr val="bg1">
              <a:lumMod val="75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Discover</a:t>
            </a:r>
          </a:p>
        </p:txBody>
      </p:sp>
      <p:sp>
        <p:nvSpPr>
          <p:cNvPr id="6" name="Arrow: Chevron 5">
            <a:extLst>
              <a:ext uri="{FF2B5EF4-FFF2-40B4-BE49-F238E27FC236}">
                <a16:creationId xmlns:a16="http://schemas.microsoft.com/office/drawing/2014/main" id="{15FF17AD-6FAF-472E-AE37-263A119A0560}"/>
              </a:ext>
            </a:extLst>
          </p:cNvPr>
          <p:cNvSpPr/>
          <p:nvPr/>
        </p:nvSpPr>
        <p:spPr>
          <a:xfrm>
            <a:off x="6786618" y="1556084"/>
            <a:ext cx="2566931" cy="484632"/>
          </a:xfrm>
          <a:prstGeom prst="chevron">
            <a:avLst/>
          </a:prstGeom>
          <a:solidFill>
            <a:schemeClr val="accent2"/>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Migrate</a:t>
            </a:r>
          </a:p>
        </p:txBody>
      </p:sp>
      <p:sp>
        <p:nvSpPr>
          <p:cNvPr id="7" name="Arrow: Chevron 6">
            <a:extLst>
              <a:ext uri="{FF2B5EF4-FFF2-40B4-BE49-F238E27FC236}">
                <a16:creationId xmlns:a16="http://schemas.microsoft.com/office/drawing/2014/main" id="{AD52E3FB-7F0C-463F-96B7-8331874670B4}"/>
              </a:ext>
            </a:extLst>
          </p:cNvPr>
          <p:cNvSpPr/>
          <p:nvPr/>
        </p:nvSpPr>
        <p:spPr>
          <a:xfrm>
            <a:off x="9260809" y="1556084"/>
            <a:ext cx="2318084" cy="484632"/>
          </a:xfrm>
          <a:prstGeom prst="chevron">
            <a:avLst/>
          </a:prstGeom>
          <a:solidFill>
            <a:schemeClr val="bg1">
              <a:lumMod val="75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Manage, Optimize, Secure</a:t>
            </a:r>
          </a:p>
        </p:txBody>
      </p:sp>
      <p:sp>
        <p:nvSpPr>
          <p:cNvPr id="8" name="Arrow: Chevron 7">
            <a:extLst>
              <a:ext uri="{FF2B5EF4-FFF2-40B4-BE49-F238E27FC236}">
                <a16:creationId xmlns:a16="http://schemas.microsoft.com/office/drawing/2014/main" id="{2524284B-ABC5-45BB-A923-E97F2A0CC9D9}"/>
              </a:ext>
            </a:extLst>
          </p:cNvPr>
          <p:cNvSpPr/>
          <p:nvPr/>
        </p:nvSpPr>
        <p:spPr>
          <a:xfrm>
            <a:off x="3143252" y="1556084"/>
            <a:ext cx="1915528" cy="484632"/>
          </a:xfrm>
          <a:prstGeom prst="chevron">
            <a:avLst/>
          </a:prstGeom>
          <a:solidFill>
            <a:schemeClr val="bg1">
              <a:lumMod val="75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Pilot</a:t>
            </a:r>
          </a:p>
        </p:txBody>
      </p:sp>
    </p:spTree>
    <p:extLst>
      <p:ext uri="{BB962C8B-B14F-4D97-AF65-F5344CB8AC3E}">
        <p14:creationId xmlns:p14="http://schemas.microsoft.com/office/powerpoint/2010/main" val="25951829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64811-9021-4D76-BB33-C00BBF026B9E}"/>
              </a:ext>
            </a:extLst>
          </p:cNvPr>
          <p:cNvSpPr>
            <a:spLocks noGrp="1"/>
          </p:cNvSpPr>
          <p:nvPr>
            <p:ph type="title"/>
          </p:nvPr>
        </p:nvSpPr>
        <p:spPr/>
        <p:txBody>
          <a:bodyPr/>
          <a:lstStyle/>
          <a:p>
            <a:r>
              <a:rPr lang="en-US" dirty="0"/>
              <a:t>Migration – Cutover</a:t>
            </a:r>
            <a:endParaRPr lang="en-UG" dirty="0"/>
          </a:p>
        </p:txBody>
      </p:sp>
      <p:sp>
        <p:nvSpPr>
          <p:cNvPr id="3" name="Content Placeholder 2">
            <a:extLst>
              <a:ext uri="{FF2B5EF4-FFF2-40B4-BE49-F238E27FC236}">
                <a16:creationId xmlns:a16="http://schemas.microsoft.com/office/drawing/2014/main" id="{C49BE286-40EE-4AEB-9684-F03ECFDDE409}"/>
              </a:ext>
            </a:extLst>
          </p:cNvPr>
          <p:cNvSpPr>
            <a:spLocks noGrp="1"/>
          </p:cNvSpPr>
          <p:nvPr>
            <p:ph idx="1"/>
          </p:nvPr>
        </p:nvSpPr>
        <p:spPr>
          <a:xfrm>
            <a:off x="838200" y="2418735"/>
            <a:ext cx="10515600" cy="3758228"/>
          </a:xfrm>
        </p:spPr>
        <p:txBody>
          <a:bodyPr>
            <a:normAutofit fontScale="92500" lnSpcReduction="10000"/>
          </a:bodyPr>
          <a:lstStyle/>
          <a:p>
            <a:r>
              <a:rPr lang="en-US" sz="2600" dirty="0">
                <a:latin typeface="Calibri" panose="020F0502020204030204" pitchFamily="34" charset="0"/>
                <a:ea typeface="Times New Roman" panose="02020603050405020304" pitchFamily="18" charset="0"/>
              </a:rPr>
              <a:t>Cutover</a:t>
            </a:r>
          </a:p>
          <a:p>
            <a:pPr lvl="1"/>
            <a:r>
              <a:rPr lang="en-US" dirty="0">
                <a:latin typeface="Calibri" panose="020F0502020204030204" pitchFamily="34" charset="0"/>
                <a:ea typeface="Times New Roman" panose="02020603050405020304" pitchFamily="18" charset="0"/>
              </a:rPr>
              <a:t>The migrated virtual machines will be failed over into the production Azure virtual machine. T</a:t>
            </a:r>
            <a:r>
              <a:rPr lang="en-US" u="sng" dirty="0">
                <a:latin typeface="Calibri" panose="020F0502020204030204" pitchFamily="34" charset="0"/>
                <a:ea typeface="Times New Roman" panose="02020603050405020304" pitchFamily="18" charset="0"/>
              </a:rPr>
              <a:t>he source on-premises machines are shut down and locked by ASR (if permissions allow)</a:t>
            </a:r>
          </a:p>
          <a:p>
            <a:pPr lvl="1"/>
            <a:r>
              <a:rPr lang="en-US" dirty="0">
                <a:latin typeface="Calibri" panose="020F0502020204030204" pitchFamily="34" charset="0"/>
                <a:ea typeface="Times New Roman" panose="02020603050405020304" pitchFamily="18" charset="0"/>
              </a:rPr>
              <a:t>This should be a highly collaborative effort with the client. 10M will perform basic testing to verify the machines come up as expected in Azure and are accessible. </a:t>
            </a:r>
          </a:p>
          <a:p>
            <a:pPr lvl="1"/>
            <a:r>
              <a:rPr lang="en-US" dirty="0">
                <a:latin typeface="Calibri" panose="020F0502020204030204" pitchFamily="34" charset="0"/>
                <a:ea typeface="Times New Roman" panose="02020603050405020304" pitchFamily="18" charset="0"/>
              </a:rPr>
              <a:t>The client should perform their own validation and testing of the workload as well</a:t>
            </a:r>
          </a:p>
          <a:p>
            <a:pPr lvl="1"/>
            <a:r>
              <a:rPr lang="en-US" dirty="0">
                <a:latin typeface="Calibri" panose="020F0502020204030204" pitchFamily="34" charset="0"/>
                <a:ea typeface="Times New Roman" panose="02020603050405020304" pitchFamily="18" charset="0"/>
              </a:rPr>
              <a:t>10M will support the client in verifying the workload, but is generally not responsible for:</a:t>
            </a:r>
          </a:p>
          <a:p>
            <a:pPr lvl="2"/>
            <a:r>
              <a:rPr lang="en-US" dirty="0">
                <a:latin typeface="Calibri" panose="020F0502020204030204" pitchFamily="34" charset="0"/>
                <a:ea typeface="Times New Roman" panose="02020603050405020304" pitchFamily="18" charset="0"/>
              </a:rPr>
              <a:t>DNS reconfiguration/updates</a:t>
            </a:r>
          </a:p>
          <a:p>
            <a:pPr lvl="2"/>
            <a:r>
              <a:rPr lang="en-US" dirty="0">
                <a:latin typeface="Calibri" panose="020F0502020204030204" pitchFamily="34" charset="0"/>
                <a:ea typeface="Times New Roman" panose="02020603050405020304" pitchFamily="18" charset="0"/>
              </a:rPr>
              <a:t>Third-party firewall troubleshooting or configuration (we will support Azure firewall)</a:t>
            </a:r>
          </a:p>
          <a:p>
            <a:pPr lvl="2"/>
            <a:r>
              <a:rPr lang="en-US" dirty="0">
                <a:latin typeface="Calibri" panose="020F0502020204030204" pitchFamily="34" charset="0"/>
                <a:ea typeface="Times New Roman" panose="02020603050405020304" pitchFamily="18" charset="0"/>
              </a:rPr>
              <a:t>Application reconfiguration or testing</a:t>
            </a:r>
          </a:p>
          <a:p>
            <a:pPr lvl="1"/>
            <a:r>
              <a:rPr lang="en-US" dirty="0">
                <a:latin typeface="Calibri" panose="020F0502020204030204" pitchFamily="34" charset="0"/>
                <a:ea typeface="Times New Roman" panose="02020603050405020304" pitchFamily="18" charset="0"/>
              </a:rPr>
              <a:t>Once complete, the machines are treated as production and operations will be configured (monitoring, backups, DR, </a:t>
            </a:r>
            <a:r>
              <a:rPr lang="en-US" dirty="0" err="1">
                <a:latin typeface="Calibri" panose="020F0502020204030204" pitchFamily="34" charset="0"/>
                <a:ea typeface="Times New Roman" panose="02020603050405020304" pitchFamily="18" charset="0"/>
              </a:rPr>
              <a:t>etc</a:t>
            </a:r>
            <a:r>
              <a:rPr lang="en-US" dirty="0">
                <a:latin typeface="Calibri" panose="020F0502020204030204" pitchFamily="34" charset="0"/>
                <a:ea typeface="Times New Roman" panose="02020603050405020304" pitchFamily="18" charset="0"/>
              </a:rPr>
              <a:t>)</a:t>
            </a:r>
          </a:p>
          <a:p>
            <a:pPr lvl="1"/>
            <a:endParaRPr lang="en-US" dirty="0">
              <a:latin typeface="Calibri" panose="020F0502020204030204" pitchFamily="34" charset="0"/>
              <a:ea typeface="Times New Roman" panose="02020603050405020304" pitchFamily="18" charset="0"/>
            </a:endParaRPr>
          </a:p>
          <a:p>
            <a:pPr lvl="1"/>
            <a:endParaRPr lang="en-US" sz="2400" dirty="0">
              <a:latin typeface="Calibri" panose="020F0502020204030204" pitchFamily="34" charset="0"/>
              <a:ea typeface="Times New Roman" panose="02020603050405020304" pitchFamily="18" charset="0"/>
            </a:endParaRPr>
          </a:p>
        </p:txBody>
      </p:sp>
      <p:sp>
        <p:nvSpPr>
          <p:cNvPr id="4" name="Arrow: Pentagon 3">
            <a:extLst>
              <a:ext uri="{FF2B5EF4-FFF2-40B4-BE49-F238E27FC236}">
                <a16:creationId xmlns:a16="http://schemas.microsoft.com/office/drawing/2014/main" id="{5C1796BA-DA24-4473-8221-C5B69B0E8B0B}"/>
              </a:ext>
            </a:extLst>
          </p:cNvPr>
          <p:cNvSpPr/>
          <p:nvPr/>
        </p:nvSpPr>
        <p:spPr>
          <a:xfrm>
            <a:off x="941472" y="1556084"/>
            <a:ext cx="2297028" cy="484632"/>
          </a:xfrm>
          <a:prstGeom prst="homePlate">
            <a:avLst/>
          </a:prstGeom>
          <a:solidFill>
            <a:schemeClr val="bg1">
              <a:lumMod val="75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Montserrat"/>
                <a:ea typeface="+mn-ea"/>
                <a:cs typeface="+mn-cs"/>
              </a:rPr>
              <a:t>Landing Zone</a:t>
            </a:r>
          </a:p>
        </p:txBody>
      </p:sp>
      <p:sp>
        <p:nvSpPr>
          <p:cNvPr id="5" name="Arrow: Chevron 4">
            <a:extLst>
              <a:ext uri="{FF2B5EF4-FFF2-40B4-BE49-F238E27FC236}">
                <a16:creationId xmlns:a16="http://schemas.microsoft.com/office/drawing/2014/main" id="{466F90A6-7AF4-4F37-8560-ACBBB2199B40}"/>
              </a:ext>
            </a:extLst>
          </p:cNvPr>
          <p:cNvSpPr/>
          <p:nvPr/>
        </p:nvSpPr>
        <p:spPr>
          <a:xfrm>
            <a:off x="4966338" y="1556085"/>
            <a:ext cx="1915505" cy="484631"/>
          </a:xfrm>
          <a:prstGeom prst="chevron">
            <a:avLst/>
          </a:prstGeom>
          <a:solidFill>
            <a:schemeClr val="bg1">
              <a:lumMod val="75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Discover</a:t>
            </a:r>
          </a:p>
        </p:txBody>
      </p:sp>
      <p:sp>
        <p:nvSpPr>
          <p:cNvPr id="6" name="Arrow: Chevron 5">
            <a:extLst>
              <a:ext uri="{FF2B5EF4-FFF2-40B4-BE49-F238E27FC236}">
                <a16:creationId xmlns:a16="http://schemas.microsoft.com/office/drawing/2014/main" id="{15FF17AD-6FAF-472E-AE37-263A119A0560}"/>
              </a:ext>
            </a:extLst>
          </p:cNvPr>
          <p:cNvSpPr/>
          <p:nvPr/>
        </p:nvSpPr>
        <p:spPr>
          <a:xfrm>
            <a:off x="6786618" y="1556084"/>
            <a:ext cx="2566931" cy="484632"/>
          </a:xfrm>
          <a:prstGeom prst="chevron">
            <a:avLst/>
          </a:prstGeom>
          <a:solidFill>
            <a:schemeClr val="accent2"/>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Migrate</a:t>
            </a:r>
          </a:p>
        </p:txBody>
      </p:sp>
      <p:sp>
        <p:nvSpPr>
          <p:cNvPr id="7" name="Arrow: Chevron 6">
            <a:extLst>
              <a:ext uri="{FF2B5EF4-FFF2-40B4-BE49-F238E27FC236}">
                <a16:creationId xmlns:a16="http://schemas.microsoft.com/office/drawing/2014/main" id="{AD52E3FB-7F0C-463F-96B7-8331874670B4}"/>
              </a:ext>
            </a:extLst>
          </p:cNvPr>
          <p:cNvSpPr/>
          <p:nvPr/>
        </p:nvSpPr>
        <p:spPr>
          <a:xfrm>
            <a:off x="9260809" y="1556084"/>
            <a:ext cx="2318084" cy="484632"/>
          </a:xfrm>
          <a:prstGeom prst="chevron">
            <a:avLst/>
          </a:prstGeom>
          <a:solidFill>
            <a:schemeClr val="bg1">
              <a:lumMod val="75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Manage, Optimize, Secure</a:t>
            </a:r>
          </a:p>
        </p:txBody>
      </p:sp>
      <p:sp>
        <p:nvSpPr>
          <p:cNvPr id="8" name="Arrow: Chevron 7">
            <a:extLst>
              <a:ext uri="{FF2B5EF4-FFF2-40B4-BE49-F238E27FC236}">
                <a16:creationId xmlns:a16="http://schemas.microsoft.com/office/drawing/2014/main" id="{2524284B-ABC5-45BB-A923-E97F2A0CC9D9}"/>
              </a:ext>
            </a:extLst>
          </p:cNvPr>
          <p:cNvSpPr/>
          <p:nvPr/>
        </p:nvSpPr>
        <p:spPr>
          <a:xfrm>
            <a:off x="3143252" y="1556084"/>
            <a:ext cx="1915528" cy="484632"/>
          </a:xfrm>
          <a:prstGeom prst="chevron">
            <a:avLst/>
          </a:prstGeom>
          <a:solidFill>
            <a:schemeClr val="bg1">
              <a:lumMod val="75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Pilot</a:t>
            </a:r>
          </a:p>
        </p:txBody>
      </p:sp>
    </p:spTree>
    <p:extLst>
      <p:ext uri="{BB962C8B-B14F-4D97-AF65-F5344CB8AC3E}">
        <p14:creationId xmlns:p14="http://schemas.microsoft.com/office/powerpoint/2010/main" val="39105148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64811-9021-4D76-BB33-C00BBF026B9E}"/>
              </a:ext>
            </a:extLst>
          </p:cNvPr>
          <p:cNvSpPr>
            <a:spLocks noGrp="1"/>
          </p:cNvSpPr>
          <p:nvPr>
            <p:ph type="title"/>
          </p:nvPr>
        </p:nvSpPr>
        <p:spPr/>
        <p:txBody>
          <a:bodyPr/>
          <a:lstStyle/>
          <a:p>
            <a:r>
              <a:rPr lang="en-US" dirty="0"/>
              <a:t>Migration – Handoff</a:t>
            </a:r>
            <a:endParaRPr lang="en-UG" dirty="0"/>
          </a:p>
        </p:txBody>
      </p:sp>
      <p:sp>
        <p:nvSpPr>
          <p:cNvPr id="3" name="Content Placeholder 2">
            <a:extLst>
              <a:ext uri="{FF2B5EF4-FFF2-40B4-BE49-F238E27FC236}">
                <a16:creationId xmlns:a16="http://schemas.microsoft.com/office/drawing/2014/main" id="{C49BE286-40EE-4AEB-9684-F03ECFDDE409}"/>
              </a:ext>
            </a:extLst>
          </p:cNvPr>
          <p:cNvSpPr>
            <a:spLocks noGrp="1"/>
          </p:cNvSpPr>
          <p:nvPr>
            <p:ph idx="1"/>
          </p:nvPr>
        </p:nvSpPr>
        <p:spPr>
          <a:xfrm>
            <a:off x="838200" y="2418735"/>
            <a:ext cx="10515600" cy="3758228"/>
          </a:xfrm>
        </p:spPr>
        <p:txBody>
          <a:bodyPr>
            <a:normAutofit fontScale="92500" lnSpcReduction="10000"/>
          </a:bodyPr>
          <a:lstStyle/>
          <a:p>
            <a:r>
              <a:rPr lang="en-US" sz="2600" dirty="0">
                <a:latin typeface="Calibri" panose="020F0502020204030204" pitchFamily="34" charset="0"/>
                <a:ea typeface="Times New Roman" panose="02020603050405020304" pitchFamily="18" charset="0"/>
              </a:rPr>
              <a:t>Handoff</a:t>
            </a:r>
          </a:p>
          <a:p>
            <a:pPr lvl="1"/>
            <a:r>
              <a:rPr lang="en-US" dirty="0">
                <a:latin typeface="Calibri" panose="020F0502020204030204" pitchFamily="34" charset="0"/>
                <a:ea typeface="Times New Roman" panose="02020603050405020304" pitchFamily="18" charset="0"/>
              </a:rPr>
              <a:t>Happens ASAP after a migration since they are treated </a:t>
            </a:r>
            <a:r>
              <a:rPr lang="en-US">
                <a:latin typeface="Calibri" panose="020F0502020204030204" pitchFamily="34" charset="0"/>
                <a:ea typeface="Times New Roman" panose="02020603050405020304" pitchFamily="18" charset="0"/>
              </a:rPr>
              <a:t>as production</a:t>
            </a:r>
          </a:p>
          <a:p>
            <a:pPr lvl="1"/>
            <a:r>
              <a:rPr lang="en-US" dirty="0">
                <a:latin typeface="Calibri" panose="020F0502020204030204" pitchFamily="34" charset="0"/>
                <a:ea typeface="Times New Roman" panose="02020603050405020304" pitchFamily="18" charset="0"/>
              </a:rPr>
              <a:t>Handoff the workload to the client's internal operations, or:</a:t>
            </a:r>
          </a:p>
          <a:p>
            <a:pPr lvl="1"/>
            <a:r>
              <a:rPr lang="en-US" dirty="0">
                <a:latin typeface="Calibri" panose="020F0502020204030204" pitchFamily="34" charset="0"/>
                <a:ea typeface="Times New Roman" panose="02020603050405020304" pitchFamily="18" charset="0"/>
              </a:rPr>
              <a:t>Handoff the workload to 10M Managed Services</a:t>
            </a:r>
          </a:p>
          <a:p>
            <a:pPr lvl="2"/>
            <a:r>
              <a:rPr lang="en-US" dirty="0">
                <a:latin typeface="Calibri" panose="020F0502020204030204" pitchFamily="34" charset="0"/>
                <a:ea typeface="Times New Roman" panose="02020603050405020304" pitchFamily="18" charset="0"/>
              </a:rPr>
              <a:t>Send email to the TAMs DL to generate an onboarding ticket</a:t>
            </a:r>
          </a:p>
          <a:p>
            <a:pPr lvl="2"/>
            <a:r>
              <a:rPr lang="en-US" dirty="0">
                <a:latin typeface="Calibri" panose="020F0502020204030204" pitchFamily="34" charset="0"/>
                <a:ea typeface="Times New Roman" panose="02020603050405020304" pitchFamily="18" charset="0"/>
              </a:rPr>
              <a:t>Work with the TAM and Ops teams to verify</a:t>
            </a:r>
          </a:p>
          <a:p>
            <a:r>
              <a:rPr lang="en-US" sz="2600" dirty="0">
                <a:latin typeface="Calibri" panose="020F0502020204030204" pitchFamily="34" charset="0"/>
                <a:ea typeface="Times New Roman" panose="02020603050405020304" pitchFamily="18" charset="0"/>
              </a:rPr>
              <a:t>Client signoff</a:t>
            </a:r>
          </a:p>
          <a:p>
            <a:pPr lvl="1"/>
            <a:r>
              <a:rPr lang="en-US" dirty="0">
                <a:latin typeface="Calibri" panose="020F0502020204030204" pitchFamily="34" charset="0"/>
                <a:ea typeface="Times New Roman" panose="02020603050405020304" pitchFamily="18" charset="0"/>
              </a:rPr>
              <a:t>After migration is complete, the DD/DM should verify the client is satisfied with the outcome and request formal written signoff from the workload and infrastructure owners</a:t>
            </a:r>
          </a:p>
          <a:p>
            <a:pPr lvl="1"/>
            <a:r>
              <a:rPr lang="en-US" dirty="0">
                <a:latin typeface="Calibri" panose="020F0502020204030204" pitchFamily="34" charset="0"/>
                <a:ea typeface="Times New Roman" panose="02020603050405020304" pitchFamily="18" charset="0"/>
              </a:rPr>
              <a:t>This is generally an email that we save in the project documents</a:t>
            </a:r>
          </a:p>
          <a:p>
            <a:r>
              <a:rPr lang="en-US" dirty="0">
                <a:latin typeface="Calibri" panose="020F0502020204030204" pitchFamily="34" charset="0"/>
                <a:ea typeface="Times New Roman" panose="02020603050405020304" pitchFamily="18" charset="0"/>
              </a:rPr>
              <a:t>Repeat the cycle for each workload or group!</a:t>
            </a:r>
          </a:p>
          <a:p>
            <a:pPr lvl="1"/>
            <a:endParaRPr lang="en-US" dirty="0">
              <a:latin typeface="Calibri" panose="020F0502020204030204" pitchFamily="34" charset="0"/>
              <a:ea typeface="Times New Roman" panose="02020603050405020304" pitchFamily="18" charset="0"/>
            </a:endParaRPr>
          </a:p>
          <a:p>
            <a:pPr lvl="1"/>
            <a:endParaRPr lang="en-US" sz="2400" dirty="0">
              <a:latin typeface="Calibri" panose="020F0502020204030204" pitchFamily="34" charset="0"/>
              <a:ea typeface="Times New Roman" panose="02020603050405020304" pitchFamily="18" charset="0"/>
            </a:endParaRPr>
          </a:p>
        </p:txBody>
      </p:sp>
      <p:sp>
        <p:nvSpPr>
          <p:cNvPr id="4" name="Arrow: Pentagon 3">
            <a:extLst>
              <a:ext uri="{FF2B5EF4-FFF2-40B4-BE49-F238E27FC236}">
                <a16:creationId xmlns:a16="http://schemas.microsoft.com/office/drawing/2014/main" id="{5C1796BA-DA24-4473-8221-C5B69B0E8B0B}"/>
              </a:ext>
            </a:extLst>
          </p:cNvPr>
          <p:cNvSpPr/>
          <p:nvPr/>
        </p:nvSpPr>
        <p:spPr>
          <a:xfrm>
            <a:off x="941472" y="1556084"/>
            <a:ext cx="2297028" cy="484632"/>
          </a:xfrm>
          <a:prstGeom prst="homePlate">
            <a:avLst/>
          </a:prstGeom>
          <a:solidFill>
            <a:schemeClr val="bg1">
              <a:lumMod val="75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FFFFFF"/>
                </a:solidFill>
                <a:effectLst/>
                <a:uLnTx/>
                <a:uFillTx/>
                <a:latin typeface="Montserrat"/>
                <a:ea typeface="+mn-ea"/>
                <a:cs typeface="+mn-cs"/>
              </a:rPr>
              <a:t>Landing Zone</a:t>
            </a:r>
          </a:p>
        </p:txBody>
      </p:sp>
      <p:sp>
        <p:nvSpPr>
          <p:cNvPr id="5" name="Arrow: Chevron 4">
            <a:extLst>
              <a:ext uri="{FF2B5EF4-FFF2-40B4-BE49-F238E27FC236}">
                <a16:creationId xmlns:a16="http://schemas.microsoft.com/office/drawing/2014/main" id="{466F90A6-7AF4-4F37-8560-ACBBB2199B40}"/>
              </a:ext>
            </a:extLst>
          </p:cNvPr>
          <p:cNvSpPr/>
          <p:nvPr/>
        </p:nvSpPr>
        <p:spPr>
          <a:xfrm>
            <a:off x="4966338" y="1556085"/>
            <a:ext cx="1915505" cy="484631"/>
          </a:xfrm>
          <a:prstGeom prst="chevron">
            <a:avLst/>
          </a:prstGeom>
          <a:solidFill>
            <a:schemeClr val="bg1">
              <a:lumMod val="75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Discover</a:t>
            </a:r>
          </a:p>
        </p:txBody>
      </p:sp>
      <p:sp>
        <p:nvSpPr>
          <p:cNvPr id="6" name="Arrow: Chevron 5">
            <a:extLst>
              <a:ext uri="{FF2B5EF4-FFF2-40B4-BE49-F238E27FC236}">
                <a16:creationId xmlns:a16="http://schemas.microsoft.com/office/drawing/2014/main" id="{15FF17AD-6FAF-472E-AE37-263A119A0560}"/>
              </a:ext>
            </a:extLst>
          </p:cNvPr>
          <p:cNvSpPr/>
          <p:nvPr/>
        </p:nvSpPr>
        <p:spPr>
          <a:xfrm>
            <a:off x="6786618" y="1556084"/>
            <a:ext cx="2566931" cy="484632"/>
          </a:xfrm>
          <a:prstGeom prst="chevron">
            <a:avLst/>
          </a:prstGeom>
          <a:solidFill>
            <a:schemeClr val="accent2"/>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Migrate</a:t>
            </a:r>
          </a:p>
        </p:txBody>
      </p:sp>
      <p:sp>
        <p:nvSpPr>
          <p:cNvPr id="7" name="Arrow: Chevron 6">
            <a:extLst>
              <a:ext uri="{FF2B5EF4-FFF2-40B4-BE49-F238E27FC236}">
                <a16:creationId xmlns:a16="http://schemas.microsoft.com/office/drawing/2014/main" id="{AD52E3FB-7F0C-463F-96B7-8331874670B4}"/>
              </a:ext>
            </a:extLst>
          </p:cNvPr>
          <p:cNvSpPr/>
          <p:nvPr/>
        </p:nvSpPr>
        <p:spPr>
          <a:xfrm>
            <a:off x="9260809" y="1556084"/>
            <a:ext cx="2318084" cy="484632"/>
          </a:xfrm>
          <a:prstGeom prst="chevron">
            <a:avLst/>
          </a:prstGeom>
          <a:solidFill>
            <a:schemeClr val="accent2"/>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Manage, Optimize, Secure</a:t>
            </a:r>
          </a:p>
        </p:txBody>
      </p:sp>
      <p:sp>
        <p:nvSpPr>
          <p:cNvPr id="8" name="Arrow: Chevron 7">
            <a:extLst>
              <a:ext uri="{FF2B5EF4-FFF2-40B4-BE49-F238E27FC236}">
                <a16:creationId xmlns:a16="http://schemas.microsoft.com/office/drawing/2014/main" id="{2524284B-ABC5-45BB-A923-E97F2A0CC9D9}"/>
              </a:ext>
            </a:extLst>
          </p:cNvPr>
          <p:cNvSpPr/>
          <p:nvPr/>
        </p:nvSpPr>
        <p:spPr>
          <a:xfrm>
            <a:off x="3143252" y="1556084"/>
            <a:ext cx="1915528" cy="484632"/>
          </a:xfrm>
          <a:prstGeom prst="chevron">
            <a:avLst/>
          </a:prstGeom>
          <a:solidFill>
            <a:schemeClr val="bg1">
              <a:lumMod val="75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Montserrat"/>
                <a:ea typeface="+mn-ea"/>
                <a:cs typeface="+mn-cs"/>
              </a:rPr>
              <a:t>Pilot</a:t>
            </a:r>
          </a:p>
        </p:txBody>
      </p:sp>
    </p:spTree>
    <p:extLst>
      <p:ext uri="{BB962C8B-B14F-4D97-AF65-F5344CB8AC3E}">
        <p14:creationId xmlns:p14="http://schemas.microsoft.com/office/powerpoint/2010/main" val="28232077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64811-9021-4D76-BB33-C00BBF026B9E}"/>
              </a:ext>
            </a:extLst>
          </p:cNvPr>
          <p:cNvSpPr>
            <a:spLocks noGrp="1"/>
          </p:cNvSpPr>
          <p:nvPr>
            <p:ph type="title"/>
          </p:nvPr>
        </p:nvSpPr>
        <p:spPr/>
        <p:txBody>
          <a:bodyPr/>
          <a:lstStyle/>
          <a:p>
            <a:r>
              <a:rPr lang="en-US" dirty="0"/>
              <a:t>Process Support</a:t>
            </a:r>
            <a:endParaRPr lang="en-UG" dirty="0"/>
          </a:p>
        </p:txBody>
      </p:sp>
      <p:sp>
        <p:nvSpPr>
          <p:cNvPr id="3" name="Content Placeholder 2">
            <a:extLst>
              <a:ext uri="{FF2B5EF4-FFF2-40B4-BE49-F238E27FC236}">
                <a16:creationId xmlns:a16="http://schemas.microsoft.com/office/drawing/2014/main" id="{C49BE286-40EE-4AEB-9684-F03ECFDDE409}"/>
              </a:ext>
            </a:extLst>
          </p:cNvPr>
          <p:cNvSpPr>
            <a:spLocks noGrp="1"/>
          </p:cNvSpPr>
          <p:nvPr>
            <p:ph idx="1"/>
          </p:nvPr>
        </p:nvSpPr>
        <p:spPr/>
        <p:txBody>
          <a:bodyPr/>
          <a:lstStyle/>
          <a:p>
            <a:pPr marL="0" indent="0">
              <a:lnSpc>
                <a:spcPct val="200000"/>
              </a:lnSpc>
              <a:buNone/>
            </a:pPr>
            <a:r>
              <a:rPr lang="en-US" dirty="0"/>
              <a:t>If you have any questions or suggestions about the process:</a:t>
            </a:r>
          </a:p>
          <a:p>
            <a:pPr lvl="1">
              <a:lnSpc>
                <a:spcPct val="200000"/>
              </a:lnSpc>
            </a:pPr>
            <a:r>
              <a:rPr lang="en-US" dirty="0"/>
              <a:t>Reach out on the </a:t>
            </a:r>
            <a:r>
              <a:rPr lang="en-US" b="1" dirty="0"/>
              <a:t>10M Solutions Development / ACM – Azure Cloud Migration </a:t>
            </a:r>
            <a:r>
              <a:rPr lang="en-US" dirty="0"/>
              <a:t>Teams channel</a:t>
            </a:r>
          </a:p>
          <a:p>
            <a:pPr lvl="1">
              <a:lnSpc>
                <a:spcPct val="200000"/>
              </a:lnSpc>
            </a:pPr>
            <a:r>
              <a:rPr lang="en-US" dirty="0"/>
              <a:t>Email us at </a:t>
            </a:r>
            <a:r>
              <a:rPr lang="en-US" b="1" dirty="0"/>
              <a:t>10M-MigrationCenter@10thmagnitude.com</a:t>
            </a:r>
          </a:p>
          <a:p>
            <a:pPr lvl="1">
              <a:lnSpc>
                <a:spcPct val="200000"/>
              </a:lnSpc>
            </a:pPr>
            <a:r>
              <a:rPr lang="en-US" dirty="0"/>
              <a:t>If you’re not getting what you need with the above options, contact Russ Henderson or Mark Hanson</a:t>
            </a:r>
          </a:p>
        </p:txBody>
      </p:sp>
    </p:spTree>
    <p:extLst>
      <p:ext uri="{BB962C8B-B14F-4D97-AF65-F5344CB8AC3E}">
        <p14:creationId xmlns:p14="http://schemas.microsoft.com/office/powerpoint/2010/main" val="787433089"/>
      </p:ext>
    </p:extLst>
  </p:cSld>
  <p:clrMapOvr>
    <a:masterClrMapping/>
  </p:clrMapOvr>
</p:sld>
</file>

<file path=ppt/theme/theme1.xml><?xml version="1.0" encoding="utf-8"?>
<a:theme xmlns:a="http://schemas.openxmlformats.org/drawingml/2006/main" name="1_Office Theme">
  <a:themeElements>
    <a:clrScheme name="10th Magnitude - New Colors (2018)">
      <a:dk1>
        <a:srgbClr val="252126"/>
      </a:dk1>
      <a:lt1>
        <a:srgbClr val="FFFFFF"/>
      </a:lt1>
      <a:dk2>
        <a:srgbClr val="252126"/>
      </a:dk2>
      <a:lt2>
        <a:srgbClr val="FFFFFF"/>
      </a:lt2>
      <a:accent1>
        <a:srgbClr val="F26322"/>
      </a:accent1>
      <a:accent2>
        <a:srgbClr val="215691"/>
      </a:accent2>
      <a:accent3>
        <a:srgbClr val="6DA4CE"/>
      </a:accent3>
      <a:accent4>
        <a:srgbClr val="2DAB95"/>
      </a:accent4>
      <a:accent5>
        <a:srgbClr val="7F726C"/>
      </a:accent5>
      <a:accent6>
        <a:srgbClr val="B2AC9E"/>
      </a:accent6>
      <a:hlink>
        <a:srgbClr val="F26322"/>
      </a:hlink>
      <a:folHlink>
        <a:srgbClr val="2DAB95"/>
      </a:folHlink>
    </a:clrScheme>
    <a:fontScheme name="10th Magnitude Font: Montserrat">
      <a:majorFont>
        <a:latin typeface="Montserrat"/>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10th Magnitude PPT Template" id="{87B7CA4A-A54F-4433-9259-D48FEB9D2672}" vid="{20E72560-FBF1-49D7-A381-DD61EAE054B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077F05DA607A2A4CAA5FA95AE8B6A4C4" ma:contentTypeVersion="5" ma:contentTypeDescription="Create a new document." ma:contentTypeScope="" ma:versionID="f86f703cea7786a70f3140dedc287197">
  <xsd:schema xmlns:xsd="http://www.w3.org/2001/XMLSchema" xmlns:xs="http://www.w3.org/2001/XMLSchema" xmlns:p="http://schemas.microsoft.com/office/2006/metadata/properties" xmlns:ns2="2c4e1b44-4198-4e94-9bea-673078799ec1" targetNamespace="http://schemas.microsoft.com/office/2006/metadata/properties" ma:root="true" ma:fieldsID="dc34c59f8e550a5fc9824fe904eee435" ns2:_="">
    <xsd:import namespace="2c4e1b44-4198-4e94-9bea-673078799ec1"/>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c4e1b44-4198-4e94-9bea-673078799ec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54E2769-79B1-4538-ACD1-601DD6881BFF}">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FECA2FBB-35BD-4447-AE59-6539C2BE1BBD}">
  <ds:schemaRefs>
    <ds:schemaRef ds:uri="http://schemas.microsoft.com/sharepoint/v3/contenttype/forms"/>
  </ds:schemaRefs>
</ds:datastoreItem>
</file>

<file path=customXml/itemProps3.xml><?xml version="1.0" encoding="utf-8"?>
<ds:datastoreItem xmlns:ds="http://schemas.openxmlformats.org/officeDocument/2006/customXml" ds:itemID="{880E03D6-25C6-469C-AC80-68C3F0B34FF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c4e1b44-4198-4e94-9bea-673078799ec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8873</TotalTime>
  <Words>2204</Words>
  <Application>Microsoft Office PowerPoint</Application>
  <PresentationFormat>Widescreen</PresentationFormat>
  <Paragraphs>334</Paragraphs>
  <Slides>22</Slides>
  <Notes>19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22</vt:i4>
      </vt:variant>
    </vt:vector>
  </HeadingPairs>
  <TitlesOfParts>
    <vt:vector size="31" baseType="lpstr">
      <vt:lpstr>Arial</vt:lpstr>
      <vt:lpstr>Arial Black</vt:lpstr>
      <vt:lpstr>Calibri</vt:lpstr>
      <vt:lpstr>Montserrat</vt:lpstr>
      <vt:lpstr>Montserrat ExtraLight</vt:lpstr>
      <vt:lpstr>Montserrat Light</vt:lpstr>
      <vt:lpstr>Segoe UI</vt:lpstr>
      <vt:lpstr>Symbol</vt:lpstr>
      <vt:lpstr>1_Office Theme</vt:lpstr>
      <vt:lpstr>   A detailed overview of The 10M Migration Process</vt:lpstr>
      <vt:lpstr>Agenda</vt:lpstr>
      <vt:lpstr>Project Setup – Getting Started</vt:lpstr>
      <vt:lpstr>Project Setup – Collaboration</vt:lpstr>
      <vt:lpstr>Workload Planning</vt:lpstr>
      <vt:lpstr>Workload Planning – Migration Schedule</vt:lpstr>
      <vt:lpstr>Workload Planning - Workload and Server Lists</vt:lpstr>
      <vt:lpstr>Project Backlog</vt:lpstr>
      <vt:lpstr>Migration Process</vt:lpstr>
      <vt:lpstr>Landing Zone Assessment</vt:lpstr>
      <vt:lpstr>Migration Tooling Setup</vt:lpstr>
      <vt:lpstr>Migration Process</vt:lpstr>
      <vt:lpstr>PowerPoint Presentation</vt:lpstr>
      <vt:lpstr>Migration Pilot</vt:lpstr>
      <vt:lpstr>Workload Discovery</vt:lpstr>
      <vt:lpstr>Migration – Getting Started</vt:lpstr>
      <vt:lpstr>Migration – Planning</vt:lpstr>
      <vt:lpstr>Migration – Scheduling</vt:lpstr>
      <vt:lpstr>Migration – Failover Testing</vt:lpstr>
      <vt:lpstr>Migration – Cutover</vt:lpstr>
      <vt:lpstr>Migration – Handoff</vt:lpstr>
      <vt:lpstr>Process Support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Russ Henderson</dc:creator>
  <cp:lastModifiedBy>Russ Henderson</cp:lastModifiedBy>
  <cp:revision>5</cp:revision>
  <dcterms:created xsi:type="dcterms:W3CDTF">2019-09-22T16:25:56Z</dcterms:created>
  <dcterms:modified xsi:type="dcterms:W3CDTF">2020-06-24T19:08:10Z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0x010100077F05DA607A2A4CAA5FA95AE8B6A4C4</vt:lpwstr>
  </property>
</Properties>
</file>