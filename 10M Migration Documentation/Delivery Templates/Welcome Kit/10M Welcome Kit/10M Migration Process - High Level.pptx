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9"/>
  </p:notesMasterIdLst>
  <p:sldIdLst>
    <p:sldId id="4539" r:id="rId5"/>
    <p:sldId id="13374" r:id="rId6"/>
    <p:sldId id="13376" r:id="rId7"/>
    <p:sldId id="1337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A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1BCCB4-5462-3C05-A467-44F14505DD33}" v="71" dt="2021-01-15T12:28:54.099"/>
    <p1510:client id="{B0F06181-348D-45A7-804E-2580D672D215}" v="1" dt="2020-06-11T14:11:37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28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16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C1FBDA62-E4B0-451A-A9A8-F0B13D58C614}"/>
    <pc:docChg chg="custSel addSld modSld">
      <pc:chgData name="Russ Henderson" userId="1a9b2c94-14ea-443c-90c9-9fd3fcb66448" providerId="ADAL" clId="{C1FBDA62-E4B0-451A-A9A8-F0B13D58C614}" dt="2020-02-11T22:03:08.043" v="109" actId="478"/>
      <pc:docMkLst>
        <pc:docMk/>
      </pc:docMkLst>
      <pc:sldChg chg="addSp modSp mod setBg">
        <pc:chgData name="Russ Henderson" userId="1a9b2c94-14ea-443c-90c9-9fd3fcb66448" providerId="ADAL" clId="{C1FBDA62-E4B0-451A-A9A8-F0B13D58C614}" dt="2020-02-11T22:01:41.223" v="105" actId="1037"/>
        <pc:sldMkLst>
          <pc:docMk/>
          <pc:sldMk cId="848205673" sldId="13374"/>
        </pc:sldMkLst>
        <pc:spChg chg="add mod">
          <ac:chgData name="Russ Henderson" userId="1a9b2c94-14ea-443c-90c9-9fd3fcb66448" providerId="ADAL" clId="{C1FBDA62-E4B0-451A-A9A8-F0B13D58C614}" dt="2020-02-11T22:01:41.223" v="105" actId="1037"/>
          <ac:spMkLst>
            <pc:docMk/>
            <pc:sldMk cId="848205673" sldId="13374"/>
            <ac:spMk id="2" creationId="{1F55CE00-888A-4BE2-BC77-91B3B981BF8D}"/>
          </ac:spMkLst>
        </pc:spChg>
        <pc:spChg chg="mod">
          <ac:chgData name="Russ Henderson" userId="1a9b2c94-14ea-443c-90c9-9fd3fcb66448" providerId="ADAL" clId="{C1FBDA62-E4B0-451A-A9A8-F0B13D58C614}" dt="2020-02-11T21:59:06.146" v="94" actId="1037"/>
          <ac:spMkLst>
            <pc:docMk/>
            <pc:sldMk cId="848205673" sldId="13374"/>
            <ac:spMk id="68" creationId="{40FF1D74-02A1-45EC-B25C-70F070643D65}"/>
          </ac:spMkLst>
        </pc:spChg>
        <pc:spChg chg="mod">
          <ac:chgData name="Russ Henderson" userId="1a9b2c94-14ea-443c-90c9-9fd3fcb66448" providerId="ADAL" clId="{C1FBDA62-E4B0-451A-A9A8-F0B13D58C614}" dt="2020-02-11T21:59:35.695" v="97" actId="208"/>
          <ac:spMkLst>
            <pc:docMk/>
            <pc:sldMk cId="848205673" sldId="13374"/>
            <ac:spMk id="69" creationId="{4242B511-B44C-4182-B21A-2D9CEA36CDB3}"/>
          </ac:spMkLst>
        </pc:spChg>
        <pc:grpChg chg="mod">
          <ac:chgData name="Russ Henderson" userId="1a9b2c94-14ea-443c-90c9-9fd3fcb66448" providerId="ADAL" clId="{C1FBDA62-E4B0-451A-A9A8-F0B13D58C614}" dt="2020-02-11T22:01:31.099" v="100" actId="1076"/>
          <ac:grpSpMkLst>
            <pc:docMk/>
            <pc:sldMk cId="848205673" sldId="13374"/>
            <ac:grpSpMk id="56" creationId="{E9AEF26A-99E8-4802-BEF4-AB1EE9728BF6}"/>
          </ac:grpSpMkLst>
        </pc:grpChg>
      </pc:sldChg>
      <pc:sldChg chg="addSp delSp modSp add mod">
        <pc:chgData name="Russ Henderson" userId="1a9b2c94-14ea-443c-90c9-9fd3fcb66448" providerId="ADAL" clId="{C1FBDA62-E4B0-451A-A9A8-F0B13D58C614}" dt="2020-02-11T22:03:08.043" v="109" actId="478"/>
        <pc:sldMkLst>
          <pc:docMk/>
          <pc:sldMk cId="3272243430" sldId="13376"/>
        </pc:sldMkLst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2" creationId="{1F55CE00-888A-4BE2-BC77-91B3B981BF8D}"/>
          </ac:spMkLst>
        </pc:spChg>
        <pc:spChg chg="add del mod">
          <ac:chgData name="Russ Henderson" userId="1a9b2c94-14ea-443c-90c9-9fd3fcb66448" providerId="ADAL" clId="{C1FBDA62-E4B0-451A-A9A8-F0B13D58C614}" dt="2020-02-11T22:03:08.043" v="109" actId="478"/>
          <ac:spMkLst>
            <pc:docMk/>
            <pc:sldMk cId="3272243430" sldId="13376"/>
            <ac:spMk id="4" creationId="{614081C7-F516-4B6F-869E-7BC8B132DF8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29" creationId="{191D8D21-089D-4871-8411-4249F01ED903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0" creationId="{76763305-0F3C-4F57-A478-062DB1F612C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1" creationId="{DAA31D9A-8097-45FD-BCE0-1232B314080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2" creationId="{2078ECD7-E04E-4186-B2B5-F5B8B54AF7C4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3" creationId="{EE62DBB7-4858-4002-AFEF-B2E934B25A68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4" creationId="{F1BD3C33-0895-4878-944D-9320FDA55F2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35" creationId="{FE2F01B6-4C39-4DF5-A828-E9AEF2232285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0" creationId="{86B476DF-0279-4330-B65D-99EDBB000BB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1" creationId="{BFC1AD11-E498-4E72-ACDF-1BB621C2C789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2" creationId="{BF1C78F5-5953-424E-BFE7-F95A21D2F274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4" creationId="{320E64B9-073D-4477-A7B0-AFF296AE2006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5" creationId="{7FA802DF-B6C9-4C72-BE31-6FDBCBD8F509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6" creationId="{66DEE6E0-DC3B-46C8-A0EC-1AF5ACDFBF35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47" creationId="{C1C2E68A-6CE2-4CA8-8418-99FA9AE90E6D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0" creationId="{7E54BF6E-824C-47E1-8B76-790AF050593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1" creationId="{071A8B20-8D5F-463D-A11C-5AFC153E134A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2" creationId="{D0CFCC73-5D90-45FF-9B28-7BC9970312E2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3" creationId="{028FBE54-16D5-44FE-BC47-D6AC6581461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4" creationId="{57A48FC2-780E-4C0A-B590-7CF0524A454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5" creationId="{BFADD996-19B4-49D5-AFB5-1C9CEDFB4BD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59" creationId="{3A24F8E6-89D0-4665-9A15-84AA34A998FE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3" creationId="{4D44F9F3-2980-48DF-A4C8-13A9A9C590EF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4" creationId="{DF2A4D97-58EB-4150-B290-34E6AAE631F1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5" creationId="{6D9823D4-BE72-4591-B8E6-44C102A8AD17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6" creationId="{3228D3FB-72F9-4579-AA85-3ACEE66C7E16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7" creationId="{66F10DD7-2801-4AA9-AEFC-B94271DB513D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8" creationId="{40FF1D74-02A1-45EC-B25C-70F070643D65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69" creationId="{4242B511-B44C-4182-B21A-2D9CEA36CDB3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70" creationId="{A626B19C-1352-40F2-AF8B-C2484F25312E}"/>
          </ac:spMkLst>
        </pc:spChg>
        <pc:spChg chg="del">
          <ac:chgData name="Russ Henderson" userId="1a9b2c94-14ea-443c-90c9-9fd3fcb66448" providerId="ADAL" clId="{C1FBDA62-E4B0-451A-A9A8-F0B13D58C614}" dt="2020-02-11T22:02:57.502" v="107" actId="478"/>
          <ac:spMkLst>
            <pc:docMk/>
            <pc:sldMk cId="3272243430" sldId="13376"/>
            <ac:spMk id="72" creationId="{28E66C48-30CD-4509-BDE0-AFE6BDFB088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4" creationId="{CC2459FD-9758-492C-A05B-E19D12E69C3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5" creationId="{32905F5C-90BB-4B94-89A8-C8D3EAF8218E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7" creationId="{BAD875D9-1C58-4B6E-A5BB-167EA5096B13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8" creationId="{72FD68B4-BD12-48DB-A0DC-19DE505BC84C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79" creationId="{1FE9EB38-80AD-4B0F-85A1-23F5BC0FF25F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0" creationId="{C2241590-58EA-4373-A017-A8344C4810FA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1" creationId="{6C98916F-B32B-4C3C-A7DE-23F01B96E288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2" creationId="{F985ED3C-E57F-4C5B-92D3-D63D5D6CF8E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3" creationId="{8A374B81-8DF7-4B16-A2B3-11C2FCEAE4A1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4" creationId="{7AE71DD4-EAC8-478F-939A-5F86D21A9CF6}"/>
          </ac:spMkLst>
        </pc:spChg>
        <pc:spChg chg="add">
          <ac:chgData name="Russ Henderson" userId="1a9b2c94-14ea-443c-90c9-9fd3fcb66448" providerId="ADAL" clId="{C1FBDA62-E4B0-451A-A9A8-F0B13D58C614}" dt="2020-02-11T22:02:58.320" v="108"/>
          <ac:spMkLst>
            <pc:docMk/>
            <pc:sldMk cId="3272243430" sldId="13376"/>
            <ac:spMk id="85" creationId="{DDCD8CCF-103B-4BCA-8673-4C467E66D515}"/>
          </ac:spMkLst>
        </pc:spChg>
        <pc:grpChg chg="del">
          <ac:chgData name="Russ Henderson" userId="1a9b2c94-14ea-443c-90c9-9fd3fcb66448" providerId="ADAL" clId="{C1FBDA62-E4B0-451A-A9A8-F0B13D58C614}" dt="2020-02-11T22:02:57.502" v="107" actId="478"/>
          <ac:grpSpMkLst>
            <pc:docMk/>
            <pc:sldMk cId="3272243430" sldId="13376"/>
            <ac:grpSpMk id="56" creationId="{E9AEF26A-99E8-4802-BEF4-AB1EE9728BF6}"/>
          </ac:grpSpMkLst>
        </pc:grpChg>
        <pc:picChg chg="add">
          <ac:chgData name="Russ Henderson" userId="1a9b2c94-14ea-443c-90c9-9fd3fcb66448" providerId="ADAL" clId="{C1FBDA62-E4B0-451A-A9A8-F0B13D58C614}" dt="2020-02-11T22:02:58.320" v="108"/>
          <ac:picMkLst>
            <pc:docMk/>
            <pc:sldMk cId="3272243430" sldId="13376"/>
            <ac:picMk id="43" creationId="{4338571C-E861-482E-82EB-098ED0D8C294}"/>
          </ac:picMkLst>
        </pc:pic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28" creationId="{0BE35459-D544-486D-BDD2-C44B40494308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6" creationId="{7F145719-7CBC-4997-BDFC-854C7D2B5A10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7" creationId="{71A40E9E-1507-4F9A-8775-88A071B81A5B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8" creationId="{1ECA51A2-968B-4A8B-A65A-ACB39227704D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39" creationId="{1C89485E-E045-4C70-9233-32D592A2C502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48" creationId="{1F0E811A-4670-43B7-BE15-883F2830259C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49" creationId="{1F0CE8E4-4F69-4B71-9782-57333A9EFD9D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0" creationId="{BB548398-130F-4C8D-83A5-049E45B71CD0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1" creationId="{3A153338-1147-48AF-A31C-3143C163C369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62" creationId="{B0D43E4C-920F-4D14-B1FA-9500343B9FAE}"/>
          </ac:cxnSpMkLst>
        </pc:cxnChg>
        <pc:cxnChg chg="del">
          <ac:chgData name="Russ Henderson" userId="1a9b2c94-14ea-443c-90c9-9fd3fcb66448" providerId="ADAL" clId="{C1FBDA62-E4B0-451A-A9A8-F0B13D58C614}" dt="2020-02-11T22:02:57.502" v="107" actId="478"/>
          <ac:cxnSpMkLst>
            <pc:docMk/>
            <pc:sldMk cId="3272243430" sldId="13376"/>
            <ac:cxnSpMk id="71" creationId="{2861F623-DE1E-41E0-A0BD-4898433FA0BB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73" creationId="{24725FEE-A6EA-46D5-88A4-FD06C75D93EC}"/>
          </ac:cxnSpMkLst>
        </pc:cxnChg>
        <pc:cxnChg chg="add">
          <ac:chgData name="Russ Henderson" userId="1a9b2c94-14ea-443c-90c9-9fd3fcb66448" providerId="ADAL" clId="{C1FBDA62-E4B0-451A-A9A8-F0B13D58C614}" dt="2020-02-11T22:02:58.320" v="108"/>
          <ac:cxnSpMkLst>
            <pc:docMk/>
            <pc:sldMk cId="3272243430" sldId="13376"/>
            <ac:cxnSpMk id="76" creationId="{7329ACE0-E52D-43AF-98E4-C147928EBFD0}"/>
          </ac:cxnSpMkLst>
        </pc:cxnChg>
      </pc:sldChg>
    </pc:docChg>
  </pc:docChgLst>
  <pc:docChgLst>
    <pc:chgData name="Russ Henderson" userId="1a9b2c94-14ea-443c-90c9-9fd3fcb66448" providerId="ADAL" clId="{3F373582-9285-46F3-A235-CAAC06D223A1}"/>
    <pc:docChg chg="undo custSel delSld modSld">
      <pc:chgData name="Russ Henderson" userId="1a9b2c94-14ea-443c-90c9-9fd3fcb66448" providerId="ADAL" clId="{3F373582-9285-46F3-A235-CAAC06D223A1}" dt="2019-10-01T15:33:54.003" v="855" actId="20577"/>
      <pc:docMkLst>
        <pc:docMk/>
      </pc:docMkLst>
      <pc:sldChg chg="modSp setBg">
        <pc:chgData name="Russ Henderson" userId="1a9b2c94-14ea-443c-90c9-9fd3fcb66448" providerId="ADAL" clId="{3F373582-9285-46F3-A235-CAAC06D223A1}" dt="2019-09-23T15:55:30.199" v="837" actId="207"/>
        <pc:sldMkLst>
          <pc:docMk/>
          <pc:sldMk cId="3813974374" sldId="256"/>
        </pc:sldMkLst>
        <pc:spChg chg="mod">
          <ac:chgData name="Russ Henderson" userId="1a9b2c94-14ea-443c-90c9-9fd3fcb66448" providerId="ADAL" clId="{3F373582-9285-46F3-A235-CAAC06D223A1}" dt="2019-09-23T15:55:30.199" v="837" actId="207"/>
          <ac:spMkLst>
            <pc:docMk/>
            <pc:sldMk cId="3813974374" sldId="256"/>
            <ac:spMk id="2" creationId="{5784CBF3-852E-4DF2-AB40-DA4298A26FC0}"/>
          </ac:spMkLst>
        </pc:spChg>
      </pc:sldChg>
      <pc:sldChg chg="delSp modSp">
        <pc:chgData name="Russ Henderson" userId="1a9b2c94-14ea-443c-90c9-9fd3fcb66448" providerId="ADAL" clId="{3F373582-9285-46F3-A235-CAAC06D223A1}" dt="2019-09-23T15:56:49.144" v="843" actId="478"/>
        <pc:sldMkLst>
          <pc:docMk/>
          <pc:sldMk cId="988529260" sldId="4531"/>
        </pc:sldMkLst>
        <pc:spChg chg="mod">
          <ac:chgData name="Russ Henderson" userId="1a9b2c94-14ea-443c-90c9-9fd3fcb66448" providerId="ADAL" clId="{3F373582-9285-46F3-A235-CAAC06D223A1}" dt="2019-09-23T15:56:46.621" v="842" actId="115"/>
          <ac:spMkLst>
            <pc:docMk/>
            <pc:sldMk cId="988529260" sldId="4531"/>
            <ac:spMk id="3" creationId="{9860112A-5BB0-3445-A14C-6A79EB1836FF}"/>
          </ac:spMkLst>
        </pc:spChg>
        <pc:spChg chg="del">
          <ac:chgData name="Russ Henderson" userId="1a9b2c94-14ea-443c-90c9-9fd3fcb66448" providerId="ADAL" clId="{3F373582-9285-46F3-A235-CAAC06D223A1}" dt="2019-09-23T15:56:49.144" v="843" actId="478"/>
          <ac:spMkLst>
            <pc:docMk/>
            <pc:sldMk cId="988529260" sldId="4531"/>
            <ac:spMk id="5" creationId="{5E3C13D5-B39B-4581-B495-CB4608F499E5}"/>
          </ac:spMkLst>
        </pc:spChg>
      </pc:sldChg>
      <pc:sldChg chg="addSp delSp modSp del">
        <pc:chgData name="Russ Henderson" userId="1a9b2c94-14ea-443c-90c9-9fd3fcb66448" providerId="ADAL" clId="{3F373582-9285-46F3-A235-CAAC06D223A1}" dt="2019-10-01T14:57:23.368" v="844" actId="2696"/>
        <pc:sldMkLst>
          <pc:docMk/>
          <pc:sldMk cId="1255357772" sldId="4532"/>
        </pc:sldMkLst>
        <pc:spChg chg="mod">
          <ac:chgData name="Russ Henderson" userId="1a9b2c94-14ea-443c-90c9-9fd3fcb66448" providerId="ADAL" clId="{3F373582-9285-46F3-A235-CAAC06D223A1}" dt="2019-09-22T17:17:25.335" v="332" actId="207"/>
          <ac:spMkLst>
            <pc:docMk/>
            <pc:sldMk cId="1255357772" sldId="4532"/>
            <ac:spMk id="2" creationId="{A0BB050D-8F79-154C-9672-7C40BA04C36D}"/>
          </ac:spMkLst>
        </pc:spChg>
        <pc:spChg chg="mod">
          <ac:chgData name="Russ Henderson" userId="1a9b2c94-14ea-443c-90c9-9fd3fcb66448" providerId="ADAL" clId="{3F373582-9285-46F3-A235-CAAC06D223A1}" dt="2019-09-22T17:52:10.212" v="566" actId="20577"/>
          <ac:spMkLst>
            <pc:docMk/>
            <pc:sldMk cId="1255357772" sldId="4532"/>
            <ac:spMk id="4" creationId="{D4007F89-71A4-4836-9BD0-5F3275AD7F65}"/>
          </ac:spMkLst>
        </pc:spChg>
        <pc:spChg chg="mod">
          <ac:chgData name="Russ Henderson" userId="1a9b2c94-14ea-443c-90c9-9fd3fcb66448" providerId="ADAL" clId="{3F373582-9285-46F3-A235-CAAC06D223A1}" dt="2019-09-22T17:21:17.462" v="467" actId="20577"/>
          <ac:spMkLst>
            <pc:docMk/>
            <pc:sldMk cId="1255357772" sldId="4532"/>
            <ac:spMk id="17" creationId="{B95FBDD9-485E-4FE0-B779-8A7BD6019F23}"/>
          </ac:spMkLst>
        </pc:spChg>
        <pc:spChg chg="mod">
          <ac:chgData name="Russ Henderson" userId="1a9b2c94-14ea-443c-90c9-9fd3fcb66448" providerId="ADAL" clId="{3F373582-9285-46F3-A235-CAAC06D223A1}" dt="2019-09-23T13:57:08.725" v="816" actId="20577"/>
          <ac:spMkLst>
            <pc:docMk/>
            <pc:sldMk cId="1255357772" sldId="4532"/>
            <ac:spMk id="20" creationId="{8C5C9A3A-A652-43FB-8917-EFB68E2ECB30}"/>
          </ac:spMkLst>
        </pc:spChg>
        <pc:spChg chg="mod">
          <ac:chgData name="Russ Henderson" userId="1a9b2c94-14ea-443c-90c9-9fd3fcb66448" providerId="ADAL" clId="{3F373582-9285-46F3-A235-CAAC06D223A1}" dt="2019-09-22T18:11:57.442" v="638" actId="20577"/>
          <ac:spMkLst>
            <pc:docMk/>
            <pc:sldMk cId="1255357772" sldId="4532"/>
            <ac:spMk id="21" creationId="{07DD7E96-812A-4273-A9DF-D3FDFD513479}"/>
          </ac:spMkLst>
        </pc:spChg>
        <pc:spChg chg="mod">
          <ac:chgData name="Russ Henderson" userId="1a9b2c94-14ea-443c-90c9-9fd3fcb66448" providerId="ADAL" clId="{3F373582-9285-46F3-A235-CAAC06D223A1}" dt="2019-09-22T17:09:11.510" v="165" actId="20577"/>
          <ac:spMkLst>
            <pc:docMk/>
            <pc:sldMk cId="1255357772" sldId="4532"/>
            <ac:spMk id="22" creationId="{CA3CF648-DDB3-47FA-A990-92D52E5D34F0}"/>
          </ac:spMkLst>
        </pc:spChg>
        <pc:spChg chg="mod">
          <ac:chgData name="Russ Henderson" userId="1a9b2c94-14ea-443c-90c9-9fd3fcb66448" providerId="ADAL" clId="{3F373582-9285-46F3-A235-CAAC06D223A1}" dt="2019-09-22T17:56:33.574" v="591" actId="20577"/>
          <ac:spMkLst>
            <pc:docMk/>
            <pc:sldMk cId="1255357772" sldId="4532"/>
            <ac:spMk id="23" creationId="{E41DBFFD-1965-4391-A87E-2F307600377A}"/>
          </ac:spMkLst>
        </pc:spChg>
        <pc:spChg chg="add del mod">
          <ac:chgData name="Russ Henderson" userId="1a9b2c94-14ea-443c-90c9-9fd3fcb66448" providerId="ADAL" clId="{3F373582-9285-46F3-A235-CAAC06D223A1}" dt="2019-09-22T17:51:30.086" v="560" actId="20577"/>
          <ac:spMkLst>
            <pc:docMk/>
            <pc:sldMk cId="1255357772" sldId="4532"/>
            <ac:spMk id="24" creationId="{8C7BBC0B-E924-464A-984B-B508142F458F}"/>
          </ac:spMkLst>
        </pc:spChg>
        <pc:spChg chg="add del mod">
          <ac:chgData name="Russ Henderson" userId="1a9b2c94-14ea-443c-90c9-9fd3fcb66448" providerId="ADAL" clId="{3F373582-9285-46F3-A235-CAAC06D223A1}" dt="2019-09-22T18:08:24.040" v="629" actId="478"/>
          <ac:spMkLst>
            <pc:docMk/>
            <pc:sldMk cId="1255357772" sldId="4532"/>
            <ac:spMk id="25" creationId="{B72F41CF-2B00-40CB-B679-5C86EA61859D}"/>
          </ac:spMkLst>
        </pc:spChg>
        <pc:spChg chg="add mod">
          <ac:chgData name="Russ Henderson" userId="1a9b2c94-14ea-443c-90c9-9fd3fcb66448" providerId="ADAL" clId="{3F373582-9285-46F3-A235-CAAC06D223A1}" dt="2019-09-22T17:51:34.296" v="564" actId="20577"/>
          <ac:spMkLst>
            <pc:docMk/>
            <pc:sldMk cId="1255357772" sldId="4532"/>
            <ac:spMk id="27" creationId="{96D793C6-66A6-47CA-90F2-844CE995D2DF}"/>
          </ac:spMkLst>
        </pc:spChg>
        <pc:spChg chg="add mod">
          <ac:chgData name="Russ Henderson" userId="1a9b2c94-14ea-443c-90c9-9fd3fcb66448" providerId="ADAL" clId="{3F373582-9285-46F3-A235-CAAC06D223A1}" dt="2019-09-22T18:20:24.040" v="643" actId="14100"/>
          <ac:spMkLst>
            <pc:docMk/>
            <pc:sldMk cId="1255357772" sldId="4532"/>
            <ac:spMk id="28" creationId="{FC98B4A0-330A-4F71-B561-11ABB5E80400}"/>
          </ac:spMkLst>
        </pc:spChg>
        <pc:spChg chg="add mod">
          <ac:chgData name="Russ Henderson" userId="1a9b2c94-14ea-443c-90c9-9fd3fcb66448" providerId="ADAL" clId="{3F373582-9285-46F3-A235-CAAC06D223A1}" dt="2019-09-22T18:19:52.911" v="642" actId="1076"/>
          <ac:spMkLst>
            <pc:docMk/>
            <pc:sldMk cId="1255357772" sldId="4532"/>
            <ac:spMk id="30" creationId="{475B1B03-0692-4EA2-B6E9-1080CAB5F1CE}"/>
          </ac:spMkLst>
        </pc:spChg>
        <pc:grpChg chg="add del mod">
          <ac:chgData name="Russ Henderson" userId="1a9b2c94-14ea-443c-90c9-9fd3fcb66448" providerId="ADAL" clId="{3F373582-9285-46F3-A235-CAAC06D223A1}" dt="2019-09-22T18:13:54.687" v="640" actId="14100"/>
          <ac:grpSpMkLst>
            <pc:docMk/>
            <pc:sldMk cId="1255357772" sldId="4532"/>
            <ac:grpSpMk id="11" creationId="{49340592-C2AF-4364-8438-BDEFC2DAD620}"/>
          </ac:grpSpMkLst>
        </pc:grpChg>
        <pc:picChg chg="add del mod">
          <ac:chgData name="Russ Henderson" userId="1a9b2c94-14ea-443c-90c9-9fd3fcb66448" providerId="ADAL" clId="{3F373582-9285-46F3-A235-CAAC06D223A1}" dt="2019-09-22T17:14:54.570" v="303" actId="478"/>
          <ac:picMkLst>
            <pc:docMk/>
            <pc:sldMk cId="1255357772" sldId="4532"/>
            <ac:picMk id="1026" creationId="{5F684EA2-5BF0-4548-B925-0EB0AB3B66A8}"/>
          </ac:picMkLst>
        </pc:picChg>
        <pc:picChg chg="add del">
          <ac:chgData name="Russ Henderson" userId="1a9b2c94-14ea-443c-90c9-9fd3fcb66448" providerId="ADAL" clId="{3F373582-9285-46F3-A235-CAAC06D223A1}" dt="2019-09-22T17:15:11.591" v="311"/>
          <ac:picMkLst>
            <pc:docMk/>
            <pc:sldMk cId="1255357772" sldId="4532"/>
            <ac:picMk id="1028" creationId="{EDE7580D-4936-4CC2-BDA8-88D4F2952763}"/>
          </ac:picMkLst>
        </pc:picChg>
        <pc:cxnChg chg="ord">
          <ac:chgData name="Russ Henderson" userId="1a9b2c94-14ea-443c-90c9-9fd3fcb66448" providerId="ADAL" clId="{3F373582-9285-46F3-A235-CAAC06D223A1}" dt="2019-09-22T18:08:32.318" v="630" actId="166"/>
          <ac:cxnSpMkLst>
            <pc:docMk/>
            <pc:sldMk cId="1255357772" sldId="4532"/>
            <ac:cxnSpMk id="18" creationId="{71A534BA-0489-4249-A137-B4D973BDA010}"/>
          </ac:cxnSpMkLst>
        </pc:cxnChg>
      </pc:sldChg>
      <pc:sldChg chg="del">
        <pc:chgData name="Russ Henderson" userId="1a9b2c94-14ea-443c-90c9-9fd3fcb66448" providerId="ADAL" clId="{3F373582-9285-46F3-A235-CAAC06D223A1}" dt="2019-09-23T15:54:58.582" v="817" actId="2696"/>
        <pc:sldMkLst>
          <pc:docMk/>
          <pc:sldMk cId="3426929513" sldId="4533"/>
        </pc:sldMkLst>
      </pc:sldChg>
      <pc:sldChg chg="modSp">
        <pc:chgData name="Russ Henderson" userId="1a9b2c94-14ea-443c-90c9-9fd3fcb66448" providerId="ADAL" clId="{3F373582-9285-46F3-A235-CAAC06D223A1}" dt="2019-10-01T15:33:54.003" v="855" actId="20577"/>
        <pc:sldMkLst>
          <pc:docMk/>
          <pc:sldMk cId="787433089" sldId="13375"/>
        </pc:sldMkLst>
        <pc:spChg chg="mod">
          <ac:chgData name="Russ Henderson" userId="1a9b2c94-14ea-443c-90c9-9fd3fcb66448" providerId="ADAL" clId="{3F373582-9285-46F3-A235-CAAC06D223A1}" dt="2019-10-01T15:33:54.003" v="855" actId="20577"/>
          <ac:spMkLst>
            <pc:docMk/>
            <pc:sldMk cId="787433089" sldId="13375"/>
            <ac:spMk id="3" creationId="{C49BE286-40EE-4AEB-9684-F03ECFDDE409}"/>
          </ac:spMkLst>
        </pc:spChg>
      </pc:sldChg>
    </pc:docChg>
  </pc:docChgLst>
  <pc:docChgLst>
    <pc:chgData name="Russ Henderson" userId="1a9b2c94-14ea-443c-90c9-9fd3fcb66448" providerId="ADAL" clId="{B0F06181-348D-45A7-804E-2580D672D215}"/>
    <pc:docChg chg="undo redo custSel delSld modSld delMainMaster">
      <pc:chgData name="Russ Henderson" userId="1a9b2c94-14ea-443c-90c9-9fd3fcb66448" providerId="ADAL" clId="{B0F06181-348D-45A7-804E-2580D672D215}" dt="2020-06-11T14:14:28.213" v="509" actId="255"/>
      <pc:docMkLst>
        <pc:docMk/>
      </pc:docMkLst>
      <pc:sldChg chg="del">
        <pc:chgData name="Russ Henderson" userId="1a9b2c94-14ea-443c-90c9-9fd3fcb66448" providerId="ADAL" clId="{B0F06181-348D-45A7-804E-2580D672D215}" dt="2020-06-11T14:06:29.508" v="1" actId="2696"/>
        <pc:sldMkLst>
          <pc:docMk/>
          <pc:sldMk cId="3813974374" sldId="256"/>
        </pc:sldMkLst>
      </pc:sldChg>
      <pc:sldChg chg="del">
        <pc:chgData name="Russ Henderson" userId="1a9b2c94-14ea-443c-90c9-9fd3fcb66448" providerId="ADAL" clId="{B0F06181-348D-45A7-804E-2580D672D215}" dt="2020-06-11T14:06:31.335" v="2" actId="2696"/>
        <pc:sldMkLst>
          <pc:docMk/>
          <pc:sldMk cId="988529260" sldId="4531"/>
        </pc:sldMkLst>
      </pc:sldChg>
      <pc:sldChg chg="modSp mod">
        <pc:chgData name="Russ Henderson" userId="1a9b2c94-14ea-443c-90c9-9fd3fcb66448" providerId="ADAL" clId="{B0F06181-348D-45A7-804E-2580D672D215}" dt="2020-06-11T14:07:34.265" v="69" actId="255"/>
        <pc:sldMkLst>
          <pc:docMk/>
          <pc:sldMk cId="2933063731" sldId="4539"/>
        </pc:sldMkLst>
        <pc:spChg chg="mod">
          <ac:chgData name="Russ Henderson" userId="1a9b2c94-14ea-443c-90c9-9fd3fcb66448" providerId="ADAL" clId="{B0F06181-348D-45A7-804E-2580D672D215}" dt="2020-06-11T14:07:34.265" v="69" actId="255"/>
          <ac:spMkLst>
            <pc:docMk/>
            <pc:sldMk cId="2933063731" sldId="4539"/>
            <ac:spMk id="2" creationId="{00000000-0000-0000-0000-000000000000}"/>
          </ac:spMkLst>
        </pc:spChg>
      </pc:sldChg>
      <pc:sldChg chg="del">
        <pc:chgData name="Russ Henderson" userId="1a9b2c94-14ea-443c-90c9-9fd3fcb66448" providerId="ADAL" clId="{B0F06181-348D-45A7-804E-2580D672D215}" dt="2020-06-11T14:06:23.058" v="0" actId="2696"/>
        <pc:sldMkLst>
          <pc:docMk/>
          <pc:sldMk cId="2604195027" sldId="13370"/>
        </pc:sldMkLst>
      </pc:sldChg>
      <pc:sldChg chg="modSp mod">
        <pc:chgData name="Russ Henderson" userId="1a9b2c94-14ea-443c-90c9-9fd3fcb66448" providerId="ADAL" clId="{B0F06181-348D-45A7-804E-2580D672D215}" dt="2020-06-11T14:09:16.008" v="241" actId="20577"/>
        <pc:sldMkLst>
          <pc:docMk/>
          <pc:sldMk cId="848205673" sldId="13374"/>
        </pc:sldMkLst>
        <pc:spChg chg="mod">
          <ac:chgData name="Russ Henderson" userId="1a9b2c94-14ea-443c-90c9-9fd3fcb66448" providerId="ADAL" clId="{B0F06181-348D-45A7-804E-2580D672D215}" dt="2020-06-11T14:08:41.626" v="170" actId="20577"/>
          <ac:spMkLst>
            <pc:docMk/>
            <pc:sldMk cId="848205673" sldId="13374"/>
            <ac:spMk id="63" creationId="{4D44F9F3-2980-48DF-A4C8-13A9A9C590EF}"/>
          </ac:spMkLst>
        </pc:spChg>
        <pc:spChg chg="mod">
          <ac:chgData name="Russ Henderson" userId="1a9b2c94-14ea-443c-90c9-9fd3fcb66448" providerId="ADAL" clId="{B0F06181-348D-45A7-804E-2580D672D215}" dt="2020-06-11T14:09:16.008" v="241" actId="20577"/>
          <ac:spMkLst>
            <pc:docMk/>
            <pc:sldMk cId="848205673" sldId="13374"/>
            <ac:spMk id="67" creationId="{66F10DD7-2801-4AA9-AEFC-B94271DB513D}"/>
          </ac:spMkLst>
        </pc:spChg>
      </pc:sldChg>
      <pc:sldChg chg="modSp mod">
        <pc:chgData name="Russ Henderson" userId="1a9b2c94-14ea-443c-90c9-9fd3fcb66448" providerId="ADAL" clId="{B0F06181-348D-45A7-804E-2580D672D215}" dt="2020-06-11T14:12:18.298" v="442" actId="20577"/>
        <pc:sldMkLst>
          <pc:docMk/>
          <pc:sldMk cId="787433089" sldId="13375"/>
        </pc:sldMkLst>
        <pc:spChg chg="mod">
          <ac:chgData name="Russ Henderson" userId="1a9b2c94-14ea-443c-90c9-9fd3fcb66448" providerId="ADAL" clId="{B0F06181-348D-45A7-804E-2580D672D215}" dt="2020-06-11T14:12:18.298" v="442" actId="20577"/>
          <ac:spMkLst>
            <pc:docMk/>
            <pc:sldMk cId="787433089" sldId="13375"/>
            <ac:spMk id="3" creationId="{C49BE286-40EE-4AEB-9684-F03ECFDDE409}"/>
          </ac:spMkLst>
        </pc:spChg>
      </pc:sldChg>
      <pc:sldChg chg="modSp mod">
        <pc:chgData name="Russ Henderson" userId="1a9b2c94-14ea-443c-90c9-9fd3fcb66448" providerId="ADAL" clId="{B0F06181-348D-45A7-804E-2580D672D215}" dt="2020-06-11T14:14:28.213" v="509" actId="255"/>
        <pc:sldMkLst>
          <pc:docMk/>
          <pc:sldMk cId="3272243430" sldId="13376"/>
        </pc:sldMkLst>
        <pc:spChg chg="mod">
          <ac:chgData name="Russ Henderson" userId="1a9b2c94-14ea-443c-90c9-9fd3fcb66448" providerId="ADAL" clId="{B0F06181-348D-45A7-804E-2580D672D215}" dt="2020-06-11T14:14:05.467" v="506" actId="255"/>
          <ac:spMkLst>
            <pc:docMk/>
            <pc:sldMk cId="3272243430" sldId="13376"/>
            <ac:spMk id="45" creationId="{7FA802DF-B6C9-4C72-BE31-6FDBCBD8F509}"/>
          </ac:spMkLst>
        </pc:spChg>
        <pc:spChg chg="mod">
          <ac:chgData name="Russ Henderson" userId="1a9b2c94-14ea-443c-90c9-9fd3fcb66448" providerId="ADAL" clId="{B0F06181-348D-45A7-804E-2580D672D215}" dt="2020-06-11T14:14:28.213" v="509" actId="255"/>
          <ac:spMkLst>
            <pc:docMk/>
            <pc:sldMk cId="3272243430" sldId="13376"/>
            <ac:spMk id="47" creationId="{C1C2E68A-6CE2-4CA8-8418-99FA9AE90E6D}"/>
          </ac:spMkLst>
        </pc:spChg>
      </pc:sldChg>
      <pc:sldMasterChg chg="del delSldLayout">
        <pc:chgData name="Russ Henderson" userId="1a9b2c94-14ea-443c-90c9-9fd3fcb66448" providerId="ADAL" clId="{B0F06181-348D-45A7-804E-2580D672D215}" dt="2020-06-11T14:06:31.335" v="2" actId="2696"/>
        <pc:sldMasterMkLst>
          <pc:docMk/>
          <pc:sldMasterMk cId="1088421483" sldId="2147483648"/>
        </pc:sldMasterMkLst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129625292" sldId="2147483649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495518895" sldId="2147483650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1032549655" sldId="2147483651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3697699826" sldId="2147483652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833921968" sldId="2147483653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447807445" sldId="2147483654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522963012" sldId="2147483655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622547255" sldId="2147483656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859306538" sldId="2147483657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442979353" sldId="2147483658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2280097191" sldId="2147483659"/>
          </pc:sldLayoutMkLst>
        </pc:sldLayoutChg>
        <pc:sldLayoutChg chg="del">
          <pc:chgData name="Russ Henderson" userId="1a9b2c94-14ea-443c-90c9-9fd3fcb66448" providerId="ADAL" clId="{B0F06181-348D-45A7-804E-2580D672D215}" dt="2020-06-11T14:06:31.335" v="2" actId="2696"/>
          <pc:sldLayoutMkLst>
            <pc:docMk/>
            <pc:sldMasterMk cId="1088421483" sldId="2147483648"/>
            <pc:sldLayoutMk cId="42211930" sldId="2147483660"/>
          </pc:sldLayoutMkLst>
        </pc:sldLayoutChg>
      </pc:sldMasterChg>
    </pc:docChg>
  </pc:docChgLst>
  <pc:docChgLst>
    <pc:chgData name="Scott Lucksanalamai" userId="S::scott.lucksanalamai@10thmagnitude.com::e4a945a6-5c1d-480a-b132-20c8b7852f0b" providerId="AD" clId="Web-{5F1BCCB4-5462-3C05-A467-44F14505DD33}"/>
    <pc:docChg chg="modSld">
      <pc:chgData name="Scott Lucksanalamai" userId="S::scott.lucksanalamai@10thmagnitude.com::e4a945a6-5c1d-480a-b132-20c8b7852f0b" providerId="AD" clId="Web-{5F1BCCB4-5462-3C05-A467-44F14505DD33}" dt="2021-01-15T12:27:13.921" v="61" actId="20577"/>
      <pc:docMkLst>
        <pc:docMk/>
      </pc:docMkLst>
      <pc:sldChg chg="modSp">
        <pc:chgData name="Scott Lucksanalamai" userId="S::scott.lucksanalamai@10thmagnitude.com::e4a945a6-5c1d-480a-b132-20c8b7852f0b" providerId="AD" clId="Web-{5F1BCCB4-5462-3C05-A467-44F14505DD33}" dt="2021-01-15T12:26:37.763" v="59" actId="1076"/>
        <pc:sldMkLst>
          <pc:docMk/>
          <pc:sldMk cId="848205673" sldId="13374"/>
        </pc:sldMkLst>
        <pc:spChg chg="mod">
          <ac:chgData name="Scott Lucksanalamai" userId="S::scott.lucksanalamai@10thmagnitude.com::e4a945a6-5c1d-480a-b132-20c8b7852f0b" providerId="AD" clId="Web-{5F1BCCB4-5462-3C05-A467-44F14505DD33}" dt="2021-01-15T12:24:50.819" v="32" actId="20577"/>
          <ac:spMkLst>
            <pc:docMk/>
            <pc:sldMk cId="848205673" sldId="13374"/>
            <ac:spMk id="55" creationId="{BFADD996-19B4-49D5-AFB5-1C9CEDFB4BD5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5:08.429" v="35" actId="14100"/>
          <ac:spMkLst>
            <pc:docMk/>
            <pc:sldMk cId="848205673" sldId="13374"/>
            <ac:spMk id="57" creationId="{7EE92822-60A5-44F9-901D-8BDE4F65EBDB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5:12.539" v="36" actId="14100"/>
          <ac:spMkLst>
            <pc:docMk/>
            <pc:sldMk cId="848205673" sldId="13374"/>
            <ac:spMk id="58" creationId="{352E4F31-1745-47FC-B69D-D62D73EE4FF0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4:15.942" v="17" actId="1076"/>
          <ac:spMkLst>
            <pc:docMk/>
            <pc:sldMk cId="848205673" sldId="13374"/>
            <ac:spMk id="63" creationId="{4D44F9F3-2980-48DF-A4C8-13A9A9C590EF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4:11.863" v="16" actId="1076"/>
          <ac:spMkLst>
            <pc:docMk/>
            <pc:sldMk cId="848205673" sldId="13374"/>
            <ac:spMk id="64" creationId="{DF2A4D97-58EB-4150-B290-34E6AAE631F1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6:19.512" v="56" actId="20577"/>
          <ac:spMkLst>
            <pc:docMk/>
            <pc:sldMk cId="848205673" sldId="13374"/>
            <ac:spMk id="65" creationId="{6D9823D4-BE72-4591-B8E6-44C102A8AD17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4:39.818" v="26" actId="1076"/>
          <ac:spMkLst>
            <pc:docMk/>
            <pc:sldMk cId="848205673" sldId="13374"/>
            <ac:spMk id="66" creationId="{3228D3FB-72F9-4579-AA85-3ACEE66C7E16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4:48.663" v="31" actId="1076"/>
          <ac:spMkLst>
            <pc:docMk/>
            <pc:sldMk cId="848205673" sldId="13374"/>
            <ac:spMk id="67" creationId="{66F10DD7-2801-4AA9-AEFC-B94271DB513D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5:16.742" v="37" actId="1076"/>
          <ac:spMkLst>
            <pc:docMk/>
            <pc:sldMk cId="848205673" sldId="13374"/>
            <ac:spMk id="68" creationId="{40FF1D74-02A1-45EC-B25C-70F070643D65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6:28.778" v="57" actId="1076"/>
          <ac:spMkLst>
            <pc:docMk/>
            <pc:sldMk cId="848205673" sldId="13374"/>
            <ac:spMk id="70" creationId="{A626B19C-1352-40F2-AF8B-C2484F25312E}"/>
          </ac:spMkLst>
        </pc:spChg>
        <pc:spChg chg="mod">
          <ac:chgData name="Scott Lucksanalamai" userId="S::scott.lucksanalamai@10thmagnitude.com::e4a945a6-5c1d-480a-b132-20c8b7852f0b" providerId="AD" clId="Web-{5F1BCCB4-5462-3C05-A467-44F14505DD33}" dt="2021-01-15T12:26:37.763" v="59" actId="1076"/>
          <ac:spMkLst>
            <pc:docMk/>
            <pc:sldMk cId="848205673" sldId="13374"/>
            <ac:spMk id="72" creationId="{28E66C48-30CD-4509-BDE0-AFE6BDFB088F}"/>
          </ac:spMkLst>
        </pc:spChg>
      </pc:sldChg>
      <pc:sldChg chg="modSp">
        <pc:chgData name="Scott Lucksanalamai" userId="S::scott.lucksanalamai@10thmagnitude.com::e4a945a6-5c1d-480a-b132-20c8b7852f0b" providerId="AD" clId="Web-{5F1BCCB4-5462-3C05-A467-44F14505DD33}" dt="2021-01-15T12:27:13.921" v="61" actId="20577"/>
        <pc:sldMkLst>
          <pc:docMk/>
          <pc:sldMk cId="3272243430" sldId="13376"/>
        </pc:sldMkLst>
        <pc:spChg chg="mod">
          <ac:chgData name="Scott Lucksanalamai" userId="S::scott.lucksanalamai@10thmagnitude.com::e4a945a6-5c1d-480a-b132-20c8b7852f0b" providerId="AD" clId="Web-{5F1BCCB4-5462-3C05-A467-44F14505DD33}" dt="2021-01-15T12:27:13.921" v="61" actId="20577"/>
          <ac:spMkLst>
            <pc:docMk/>
            <pc:sldMk cId="3272243430" sldId="13376"/>
            <ac:spMk id="44" creationId="{320E64B9-073D-4477-A7B0-AFF296AE2006}"/>
          </ac:spMkLst>
        </pc:spChg>
      </pc:sldChg>
    </pc:docChg>
  </pc:docChgLst>
  <pc:docChgLst>
    <pc:chgData name="Russ Henderson" userId="1a9b2c94-14ea-443c-90c9-9fd3fcb66448" providerId="ADAL" clId="{0589DF7E-678B-4F6F-8D36-FEA666BCE80A}"/>
    <pc:docChg chg="custSel modSld">
      <pc:chgData name="Russ Henderson" userId="1a9b2c94-14ea-443c-90c9-9fd3fcb66448" providerId="ADAL" clId="{0589DF7E-678B-4F6F-8D36-FEA666BCE80A}" dt="2020-04-06T15:35:12.072" v="109" actId="1038"/>
      <pc:docMkLst>
        <pc:docMk/>
      </pc:docMkLst>
      <pc:sldChg chg="modSp mod">
        <pc:chgData name="Russ Henderson" userId="1a9b2c94-14ea-443c-90c9-9fd3fcb66448" providerId="ADAL" clId="{0589DF7E-678B-4F6F-8D36-FEA666BCE80A}" dt="2020-04-06T15:35:12.072" v="109" actId="1038"/>
        <pc:sldMkLst>
          <pc:docMk/>
          <pc:sldMk cId="848205673" sldId="13374"/>
        </pc:sldMkLst>
        <pc:spChg chg="mod">
          <ac:chgData name="Russ Henderson" userId="1a9b2c94-14ea-443c-90c9-9fd3fcb66448" providerId="ADAL" clId="{0589DF7E-678B-4F6F-8D36-FEA666BCE80A}" dt="2020-04-06T15:35:12.072" v="109" actId="1038"/>
          <ac:spMkLst>
            <pc:docMk/>
            <pc:sldMk cId="848205673" sldId="13374"/>
            <ac:spMk id="2" creationId="{1F55CE00-888A-4BE2-BC77-91B3B981BF8D}"/>
          </ac:spMkLst>
        </pc:spChg>
        <pc:spChg chg="mod">
          <ac:chgData name="Russ Henderson" userId="1a9b2c94-14ea-443c-90c9-9fd3fcb66448" providerId="ADAL" clId="{0589DF7E-678B-4F6F-8D36-FEA666BCE80A}" dt="2020-04-01T19:53:48.906" v="24" actId="20577"/>
          <ac:spMkLst>
            <pc:docMk/>
            <pc:sldMk cId="848205673" sldId="13374"/>
            <ac:spMk id="66" creationId="{3228D3FB-72F9-4579-AA85-3ACEE66C7E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7811C3-A487-4ADB-84E5-FE7D8A59929E}" type="datetimeFigureOut">
              <a:rPr lang="en-US" smtClean="0"/>
              <a:t>1/15/2021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C4926A-9134-44B4-90D5-C2A0AD32B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243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F3523D5-5A31-4143-B714-D0EB42C577E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4542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201AB1-CA0A-614A-919B-04C2597CF91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3128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6824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516699"/>
            <a:ext cx="10515600" cy="4660264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96679"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0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1C352-727C-F047-994A-B707A0F71E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661557"/>
            <a:ext cx="5347855" cy="2007736"/>
          </a:xfrm>
        </p:spPr>
        <p:txBody>
          <a:bodyPr anchor="b"/>
          <a:lstStyle>
            <a:lvl1pPr algn="ctr">
              <a:defRPr sz="60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87025-B3A2-C443-B755-ED8340E03C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4816928"/>
            <a:ext cx="5347855" cy="440871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rgbClr val="F1F1EF"/>
                </a:solidFill>
                <a:latin typeface="Montserrat ExtraLight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subtitle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08616C-A89B-7D48-B8A4-DBAE1546858A}"/>
              </a:ext>
            </a:extLst>
          </p:cNvPr>
          <p:cNvSpPr/>
          <p:nvPr userDrawn="1"/>
        </p:nvSpPr>
        <p:spPr>
          <a:xfrm>
            <a:off x="7998690" y="0"/>
            <a:ext cx="419330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7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642752D-0D8E-45C3-9249-5CEDBE11F9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190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lnSpc>
                <a:spcPct val="114000"/>
              </a:lnSpc>
              <a:spcAft>
                <a:spcPts val="0"/>
              </a:spcAft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lnSpc>
                <a:spcPct val="114000"/>
              </a:lnSpc>
              <a:spcAft>
                <a:spcPts val="0"/>
              </a:spcAft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lnSpc>
                <a:spcPct val="114000"/>
              </a:lnSpc>
              <a:spcAft>
                <a:spcPts val="0"/>
              </a:spcAft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lnSpc>
                <a:spcPct val="114000"/>
              </a:lnSpc>
              <a:spcAft>
                <a:spcPts val="0"/>
              </a:spcAft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lnSpc>
                <a:spcPct val="114000"/>
              </a:lnSpc>
              <a:spcAft>
                <a:spcPts val="0"/>
              </a:spcAft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134E87-7756-A448-85CF-70F97B3E0E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940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07F695-7E0C-034D-9F2B-547AAABC0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92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2BE504-908F-6148-95A8-E45954D7CD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15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00840-C9E9-634E-8D4C-F05B126859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37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2CA6B-AEB6-9547-92AD-4ECA07C5A3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118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2B6028-2834-A047-9F99-7065866043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53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2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2547B1-B0A2-4D47-82A9-A0F6D79B6A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42" y="0"/>
            <a:ext cx="404949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6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FB60E-9BAD-4834-8003-BE44033BF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07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85484-F698-6E44-9BC7-625676C812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53AD66-5A39-4DAC-BD67-EB47A61CA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203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 i="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3078E9-8E80-4049-845B-55B7433C13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475CA8-CA6E-46FE-980C-8BBB31F504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962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59A07E-FD69-E045-B8A5-321D99AEB88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879BC-A935-4C20-B979-A2214053CA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1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55616"/>
            <a:ext cx="10515600" cy="1031115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02DAAB-B753-6343-9EE4-D905FC447C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37A136-F65D-43D2-8230-9A37FEAFB4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102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9D3F99-E3F6-8E4E-9FCD-A16E1DF22F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E17F94-67EA-4790-BB13-481006588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863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with Caption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AA725D-D060-7544-BC63-875695A5E2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8C7762-1F18-484C-B564-083C87A6CD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9A3ED0F-2CBF-4D7E-82FD-3959BD44A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5006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ACFBBF-A61D-4A4B-BDF6-818AB68AC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918EFC-86AE-4BC4-ADC8-6E07AFB785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19721D-FD99-4ABD-B6D2-2E3439EFD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765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A93537-633A-452A-9AB1-892BF7CBC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133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E95673-3381-4F08-9109-14F99C278D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476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5D744F-2CD4-4357-9920-DBE78CD05D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3397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EBE165-4020-4AE6-A4F8-FC0F3008EE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078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F418F1-2677-43D4-80D8-CC3E811A34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005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AE15B2-717A-465B-B036-E780501CED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3312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4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8453BD-F858-48A3-9559-84F847FA91E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9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801D65-D4DD-49CE-9BFE-23E59749E8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227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34BCDE-4FAE-4480-8FFD-AE9B4EE69B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042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E8D9B-1180-4BCF-ACA9-05A2B60205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262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00B128-5709-4F73-BFC0-8205AE42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7347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932095-5E91-4AD3-981B-38C3FF852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450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0AC943-B4D3-4EDA-8FD1-F67B3AAA6C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422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4E7185-2A70-438E-9E87-E5A20C5824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0420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3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1FFB4B-35BE-4BDD-9CE7-431B98C9A6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5301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420BDE8-6CB3-401F-8D36-EAC76DC461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35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74E88-0B36-4A17-9A90-D29144C744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4493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 STYL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DFBAC1-3D12-4950-9CBE-E9A065B6A8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481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2"/>
                </a:solidFill>
                <a:latin typeface="+mn-lt"/>
                <a:ea typeface="Microsoft Yi Baiti" panose="03000500000000000000" pitchFamily="66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ADC9663-1EB7-4CD1-ACB9-431A1CACB5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913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02F558-11B0-49D6-8CCB-433CE1FE22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6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C41D73-BF31-4E57-8E02-74FC66564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4621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2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2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2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5B845-F406-4ED7-A22F-31C6A1D4F6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212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5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B3FB1-6626-42CB-B348-0B37C08FF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91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E668AB0-1044-4B14-AED5-4E36C7AA96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501"/>
          <a:stretch/>
        </p:blipFill>
        <p:spPr>
          <a:xfrm>
            <a:off x="0" y="0"/>
            <a:ext cx="1225296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A0A7-4CF2-4743-858C-719C761D6A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1F1EF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B00D5-0002-EB43-B596-CD3FCE26D7F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1F1E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subtitle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B315BF-030E-704F-AC88-0723355521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41667" y="5725249"/>
            <a:ext cx="1042416" cy="9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577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96BAE-F822-E34A-990A-9C2771C072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B2EFE-DD9F-E146-A0F0-1CC9263E135A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63D59-2C71-E346-B7BF-148F5CFFBF5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010C30-4DB0-4C91-8A55-4F23A1A3BE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2785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4D9B-8987-0D4C-A48D-AC224E4324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0977D-D50B-F34A-A72B-3B2E6C9B12F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6A8F47-B8E2-2147-BF7A-36D46A6796E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A77431-0588-914D-A216-28EC5A9A8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FE0A74-F8D4-4184-82A4-1012D075A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7467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0160-DB07-FA41-A195-10DBA0F84C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65D98-7F86-E241-96F3-5AE4DBD2D0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326700-521D-4B43-A2D4-FACEAE7B527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9CCF1-FBF1-9743-BC0F-7FF24538351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  <a:latin typeface="Montserrat" pitchFamily="2" charset="7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BE9C37-AAE6-9046-8B66-3BF2E4EFD23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E0398-11EA-CA4E-8CEF-209FB0E571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33E76A-F7BC-49EC-AA42-A072210F82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426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28945-86BB-2F46-A588-79A48E6F3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60FD44-8B57-FE4C-BDC8-651AF654EA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0347AC-C50D-4B3B-9024-023C14ED12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7556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BD2D64C-6261-9846-B401-C0516D62E2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159C96-3D45-4309-B883-FCA7D0A4CA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3743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708B-F85D-B244-B76D-7665363E9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99D82-DB1D-334C-9D0C-24A2DAEF50D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>
              <a:defRPr sz="2000">
                <a:solidFill>
                  <a:schemeClr val="tx1"/>
                </a:solidFill>
                <a:latin typeface="Montserrat Light" panose="00000400000000000000" pitchFamily="50" charset="0"/>
              </a:defRPr>
            </a:lvl2pPr>
            <a:lvl3pPr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3pPr>
            <a:lvl4pPr>
              <a:defRPr sz="1600">
                <a:solidFill>
                  <a:schemeClr val="tx1"/>
                </a:solidFill>
                <a:latin typeface="Montserrat Light" panose="00000400000000000000" pitchFamily="50" charset="0"/>
              </a:defRPr>
            </a:lvl4pPr>
            <a:lvl5pPr>
              <a:defRPr sz="1400">
                <a:solidFill>
                  <a:schemeClr val="tx1"/>
                </a:solidFill>
                <a:latin typeface="Montserrat Light" panose="00000400000000000000" pitchFamily="50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42DC-2A24-1246-A016-34C036D5BDB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D398F6-9B1E-B840-AD2C-7C078BE8EB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85835-D5B1-4E8E-A64A-464B98AB28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6056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4FBA5-6B4E-EC4E-A1BD-ADC2BADFF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C65746-ACAD-4648-A241-DBEAE0D920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9BA78-2353-F449-809F-A41F92D937C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Montserrat Light" panose="00000400000000000000" pitchFamily="50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22FF10-724D-9941-B9E8-CE4BD3CA0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53799" y="6102302"/>
            <a:ext cx="630283" cy="56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1114DF-8BD4-4311-ABD2-8F0D68B971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049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809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DB6A8A-5C5C-4B14-AC9E-82E8BD3DD8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13902" y="1869492"/>
            <a:ext cx="5164196" cy="2434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9069D-E7DC-4BAB-9BC4-6D8FD783F1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2549" y="5215766"/>
            <a:ext cx="3266907" cy="1403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5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2C0BB-249E-9046-8862-208A034F4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EA3C5-4E1A-C341-ABA0-60A772282E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525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313A59"/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20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6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4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400" kern="1200">
          <a:solidFill>
            <a:srgbClr val="313A59"/>
          </a:solidFill>
          <a:latin typeface="Montserrat Light" panose="000004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br>
              <a:rPr lang="en-US" sz="4800" dirty="0"/>
            </a:br>
            <a:br>
              <a:rPr lang="en-US" sz="4800" dirty="0"/>
            </a:br>
            <a:br>
              <a:rPr lang="en-US" sz="4800" dirty="0"/>
            </a:br>
            <a:r>
              <a:rPr lang="en-US" sz="3600" dirty="0"/>
              <a:t>A High-Level View of</a:t>
            </a:r>
            <a:br>
              <a:rPr lang="en-US" sz="4800" dirty="0"/>
            </a:br>
            <a:r>
              <a:rPr lang="en-US" sz="4800" dirty="0"/>
              <a:t>The 10M Migration Process</a:t>
            </a:r>
          </a:p>
        </p:txBody>
      </p:sp>
    </p:spTree>
    <p:extLst>
      <p:ext uri="{BB962C8B-B14F-4D97-AF65-F5344CB8AC3E}">
        <p14:creationId xmlns:p14="http://schemas.microsoft.com/office/powerpoint/2010/main" val="2933063731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id="{7E54BF6E-824C-47E1-8B76-790AF0505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616"/>
            <a:ext cx="10515600" cy="1031115"/>
          </a:xfrm>
        </p:spPr>
        <p:txBody>
          <a:bodyPr/>
          <a:lstStyle/>
          <a:p>
            <a:r>
              <a:rPr lang="en-US">
                <a:solidFill>
                  <a:srgbClr val="F26A2E"/>
                </a:solidFill>
              </a:rPr>
              <a:t>Migration Process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1A8B20-8D5F-463D-A11C-5AFC153E134A}"/>
              </a:ext>
            </a:extLst>
          </p:cNvPr>
          <p:cNvSpPr txBox="1"/>
          <p:nvPr/>
        </p:nvSpPr>
        <p:spPr>
          <a:xfrm>
            <a:off x="838200" y="1177495"/>
            <a:ext cx="10598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52" name="Arrow: Pentagon 51">
            <a:extLst>
              <a:ext uri="{FF2B5EF4-FFF2-40B4-BE49-F238E27FC236}">
                <a16:creationId xmlns:a16="http://schemas.microsoft.com/office/drawing/2014/main" id="{D0CFCC73-5D90-45FF-9B28-7BC9970312E2}"/>
              </a:ext>
            </a:extLst>
          </p:cNvPr>
          <p:cNvSpPr/>
          <p:nvPr/>
        </p:nvSpPr>
        <p:spPr>
          <a:xfrm>
            <a:off x="941472" y="1556084"/>
            <a:ext cx="2297028" cy="484632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Landing Zone</a:t>
            </a:r>
          </a:p>
        </p:txBody>
      </p:sp>
      <p:sp>
        <p:nvSpPr>
          <p:cNvPr id="53" name="Arrow: Chevron 52">
            <a:extLst>
              <a:ext uri="{FF2B5EF4-FFF2-40B4-BE49-F238E27FC236}">
                <a16:creationId xmlns:a16="http://schemas.microsoft.com/office/drawing/2014/main" id="{028FBE54-16D5-44FE-BC47-D6AC65814616}"/>
              </a:ext>
            </a:extLst>
          </p:cNvPr>
          <p:cNvSpPr/>
          <p:nvPr/>
        </p:nvSpPr>
        <p:spPr>
          <a:xfrm>
            <a:off x="4966338" y="1556085"/>
            <a:ext cx="1915505" cy="484631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Discover</a:t>
            </a:r>
          </a:p>
        </p:txBody>
      </p:sp>
      <p:sp>
        <p:nvSpPr>
          <p:cNvPr id="54" name="Arrow: Chevron 53">
            <a:extLst>
              <a:ext uri="{FF2B5EF4-FFF2-40B4-BE49-F238E27FC236}">
                <a16:creationId xmlns:a16="http://schemas.microsoft.com/office/drawing/2014/main" id="{57A48FC2-780E-4C0A-B590-7CF0524A4545}"/>
              </a:ext>
            </a:extLst>
          </p:cNvPr>
          <p:cNvSpPr/>
          <p:nvPr/>
        </p:nvSpPr>
        <p:spPr>
          <a:xfrm>
            <a:off x="6786618" y="1556084"/>
            <a:ext cx="2566931" cy="4846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Migrate</a:t>
            </a:r>
          </a:p>
        </p:txBody>
      </p:sp>
      <p:sp>
        <p:nvSpPr>
          <p:cNvPr id="55" name="Arrow: Chevron 54">
            <a:extLst>
              <a:ext uri="{FF2B5EF4-FFF2-40B4-BE49-F238E27FC236}">
                <a16:creationId xmlns:a16="http://schemas.microsoft.com/office/drawing/2014/main" id="{BFADD996-19B4-49D5-AFB5-1C9CEDFB4BD5}"/>
              </a:ext>
            </a:extLst>
          </p:cNvPr>
          <p:cNvSpPr/>
          <p:nvPr/>
        </p:nvSpPr>
        <p:spPr>
          <a:xfrm>
            <a:off x="9260809" y="1556084"/>
            <a:ext cx="2318084" cy="4846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Manage, </a:t>
            </a:r>
            <a:endParaRPr lang="en-US"/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Optimize, Secure</a:t>
            </a:r>
            <a:endParaRPr lang="en-US">
              <a:ea typeface="+mn-ea"/>
              <a:cs typeface="+mn-cs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9AEF26A-99E8-4802-BEF4-AB1EE9728BF6}"/>
              </a:ext>
            </a:extLst>
          </p:cNvPr>
          <p:cNvGrpSpPr/>
          <p:nvPr/>
        </p:nvGrpSpPr>
        <p:grpSpPr>
          <a:xfrm>
            <a:off x="6587204" y="5452814"/>
            <a:ext cx="3112964" cy="905649"/>
            <a:chOff x="5487747" y="4031363"/>
            <a:chExt cx="1375145" cy="1283547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7" name="Arrow: Curved Right 56">
              <a:extLst>
                <a:ext uri="{FF2B5EF4-FFF2-40B4-BE49-F238E27FC236}">
                  <a16:creationId xmlns:a16="http://schemas.microsoft.com/office/drawing/2014/main" id="{7EE92822-60A5-44F9-901D-8BDE4F65EBDB}"/>
                </a:ext>
              </a:extLst>
            </p:cNvPr>
            <p:cNvSpPr/>
            <p:nvPr/>
          </p:nvSpPr>
          <p:spPr>
            <a:xfrm>
              <a:off x="5487747" y="4098758"/>
              <a:ext cx="593815" cy="1216152"/>
            </a:xfrm>
            <a:prstGeom prst="curvedRightArrow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  <p:sp>
          <p:nvSpPr>
            <p:cNvPr id="58" name="Arrow: Curved Left 57">
              <a:extLst>
                <a:ext uri="{FF2B5EF4-FFF2-40B4-BE49-F238E27FC236}">
                  <a16:creationId xmlns:a16="http://schemas.microsoft.com/office/drawing/2014/main" id="{352E4F31-1745-47FC-B69D-D62D73EE4FF0}"/>
                </a:ext>
              </a:extLst>
            </p:cNvPr>
            <p:cNvSpPr/>
            <p:nvPr/>
          </p:nvSpPr>
          <p:spPr>
            <a:xfrm rot="10800000" flipH="1">
              <a:off x="6204049" y="4031363"/>
              <a:ext cx="658843" cy="1203880"/>
            </a:xfrm>
            <a:prstGeom prst="curvedLeftArrow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endParaRPr>
            </a:p>
          </p:txBody>
        </p:sp>
      </p:grpSp>
      <p:sp>
        <p:nvSpPr>
          <p:cNvPr id="59" name="Arrow: Chevron 58">
            <a:extLst>
              <a:ext uri="{FF2B5EF4-FFF2-40B4-BE49-F238E27FC236}">
                <a16:creationId xmlns:a16="http://schemas.microsoft.com/office/drawing/2014/main" id="{3A24F8E6-89D0-4665-9A15-84AA34A998FE}"/>
              </a:ext>
            </a:extLst>
          </p:cNvPr>
          <p:cNvSpPr/>
          <p:nvPr/>
        </p:nvSpPr>
        <p:spPr>
          <a:xfrm>
            <a:off x="3143252" y="1556084"/>
            <a:ext cx="1915528" cy="484632"/>
          </a:xfrm>
          <a:prstGeom prst="chevron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Pilot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B548398-130F-4C8D-83A5-049E45B71CD0}"/>
              </a:ext>
            </a:extLst>
          </p:cNvPr>
          <p:cNvCxnSpPr/>
          <p:nvPr/>
        </p:nvCxnSpPr>
        <p:spPr>
          <a:xfrm>
            <a:off x="3209925" y="2126441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A153338-1147-48AF-A31C-3143C163C369}"/>
              </a:ext>
            </a:extLst>
          </p:cNvPr>
          <p:cNvCxnSpPr/>
          <p:nvPr/>
        </p:nvCxnSpPr>
        <p:spPr>
          <a:xfrm>
            <a:off x="5077828" y="2126441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0D43E4C-920F-4D14-B1FA-9500343B9FAE}"/>
              </a:ext>
            </a:extLst>
          </p:cNvPr>
          <p:cNvCxnSpPr/>
          <p:nvPr/>
        </p:nvCxnSpPr>
        <p:spPr>
          <a:xfrm>
            <a:off x="6896503" y="2126440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D44F9F3-2980-48DF-A4C8-13A9A9C590EF}"/>
              </a:ext>
            </a:extLst>
          </p:cNvPr>
          <p:cNvSpPr txBox="1"/>
          <p:nvPr/>
        </p:nvSpPr>
        <p:spPr>
          <a:xfrm>
            <a:off x="941472" y="2139493"/>
            <a:ext cx="2225235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Evaluate current landing zone,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or prepare the landing zone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lang="en-US" sz="1200" dirty="0"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Montserrat"/>
              </a:rPr>
              <a:t>Provide recommendations on </a:t>
            </a:r>
            <a:r>
              <a:rPr lang="en-US" sz="1200">
                <a:latin typeface="Montserrat"/>
              </a:rPr>
              <a:t>any findings</a:t>
            </a:r>
            <a:br>
              <a:rPr lang="en-US" sz="1200" dirty="0">
                <a:latin typeface="Montserrat"/>
              </a:rPr>
            </a:br>
            <a:endParaRPr lang="en-US"/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Remediate where needed</a:t>
            </a:r>
            <a:endParaRPr lang="en-US" dirty="0"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2A4D97-58EB-4150-B290-34E6AAE631F1}"/>
              </a:ext>
            </a:extLst>
          </p:cNvPr>
          <p:cNvSpPr txBox="1"/>
          <p:nvPr/>
        </p:nvSpPr>
        <p:spPr>
          <a:xfrm>
            <a:off x="3264030" y="2126323"/>
            <a:ext cx="1813360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Migration Tooling Setup (ASR)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Migrate pilot</a:t>
            </a:r>
            <a:r>
              <a:rPr lang="en-US" sz="1200">
                <a:solidFill>
                  <a:srgbClr val="252126"/>
                </a:solidFill>
                <a:latin typeface="Montserrat"/>
              </a:rPr>
              <a:t> 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server group or workload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Learn your environment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Establish build processes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Fine-tune processes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Begin Discovery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D9823D4-BE72-4591-B8E6-44C102A8AD17}"/>
              </a:ext>
            </a:extLst>
          </p:cNvPr>
          <p:cNvSpPr txBox="1"/>
          <p:nvPr/>
        </p:nvSpPr>
        <p:spPr>
          <a:xfrm>
            <a:off x="5120607" y="2139493"/>
            <a:ext cx="1813360" cy="36779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Prioritize migration workloads and align to phases</a:t>
            </a:r>
            <a:endParaRPr lang="en-US" sz="11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252126"/>
              </a:solidFill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Workload analysis and architecture deep dive</a:t>
            </a:r>
            <a:r>
              <a:rPr lang="en-US" sz="1100">
                <a:solidFill>
                  <a:srgbClr val="252126"/>
                </a:solidFill>
                <a:latin typeface="Montserrat"/>
              </a:rPr>
              <a:t> </a:t>
            </a:r>
            <a:endParaRPr lang="en-US" sz="11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252126"/>
              </a:solidFill>
              <a:latin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Assess workload for cloud readiness</a:t>
            </a:r>
            <a:endParaRPr lang="en-US" sz="11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252126"/>
              </a:solidFill>
              <a:latin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Identify migration strategy for each workload</a:t>
            </a:r>
            <a:endParaRPr lang="en-US" sz="11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252126"/>
              </a:solidFill>
              <a:latin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Adjust initial migration plan, if needed</a:t>
            </a:r>
            <a:endParaRPr lang="en-US" sz="11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endParaRPr lang="en-US" sz="1100" dirty="0">
              <a:solidFill>
                <a:srgbClr val="252126"/>
              </a:solidFill>
              <a:latin typeface="Montserrat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Schedule migration with the CMC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28D3FB-72F9-4579-AA85-3ACEE66C7E16}"/>
              </a:ext>
            </a:extLst>
          </p:cNvPr>
          <p:cNvSpPr txBox="1"/>
          <p:nvPr/>
        </p:nvSpPr>
        <p:spPr>
          <a:xfrm>
            <a:off x="7088973" y="2139493"/>
            <a:ext cx="2062817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Replicate the workloads to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the target Azure regions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Perform failover testing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Cutover the workloads to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the target Azure regions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Perform post-failover setup for the workload and handoff to 10</a:t>
            </a:r>
            <a:r>
              <a:rPr kumimoji="0" lang="en-US" sz="1200" b="0" i="0" u="none" strike="noStrike" kern="1200" cap="none" spc="0" normalizeH="0" baseline="3000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th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 Magnitude’s Managed Services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6F10DD7-2801-4AA9-AEFC-B94271DB513D}"/>
              </a:ext>
            </a:extLst>
          </p:cNvPr>
          <p:cNvSpPr txBox="1"/>
          <p:nvPr/>
        </p:nvSpPr>
        <p:spPr>
          <a:xfrm>
            <a:off x="9400479" y="2135680"/>
            <a:ext cx="181336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Managed operations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Optimize migrated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52126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workloads</a:t>
            </a:r>
            <a:br>
              <a:rPr lang="en-US" sz="1200" dirty="0">
                <a:solidFill>
                  <a:srgbClr val="252126"/>
                </a:solidFill>
                <a:latin typeface="Montserrat"/>
              </a:rPr>
            </a:b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srgbClr val="252126"/>
                </a:solidFill>
                <a:latin typeface="Montserrat"/>
              </a:rPr>
              <a:t>Secure migrated workloads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52126"/>
              </a:solidFill>
              <a:effectLst/>
              <a:uLnTx/>
              <a:uFillTx/>
              <a:latin typeface="Montserrat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0FF1D74-02A1-45EC-B25C-70F070643D65}"/>
              </a:ext>
            </a:extLst>
          </p:cNvPr>
          <p:cNvSpPr/>
          <p:nvPr/>
        </p:nvSpPr>
        <p:spPr>
          <a:xfrm>
            <a:off x="7320078" y="4980281"/>
            <a:ext cx="1600308" cy="381632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Cloud Migration Center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242B511-B44C-4182-B21A-2D9CEA36CDB3}"/>
              </a:ext>
            </a:extLst>
          </p:cNvPr>
          <p:cNvSpPr/>
          <p:nvPr/>
        </p:nvSpPr>
        <p:spPr>
          <a:xfrm>
            <a:off x="9604872" y="5072575"/>
            <a:ext cx="1600308" cy="381632"/>
          </a:xfrm>
          <a:prstGeom prst="rect">
            <a:avLst/>
          </a:prstGeom>
          <a:solidFill>
            <a:schemeClr val="bg1"/>
          </a:solidFill>
          <a:ln>
            <a:solidFill>
              <a:srgbClr val="F26A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Managed Services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626B19C-1352-40F2-AF8B-C2484F25312E}"/>
              </a:ext>
            </a:extLst>
          </p:cNvPr>
          <p:cNvSpPr/>
          <p:nvPr/>
        </p:nvSpPr>
        <p:spPr>
          <a:xfrm>
            <a:off x="1630508" y="5457742"/>
            <a:ext cx="4775440" cy="381632"/>
          </a:xfrm>
          <a:prstGeom prst="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&amp; Customer Project Team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2861F623-DE1E-41E0-A0BD-4898433FA0BB}"/>
              </a:ext>
            </a:extLst>
          </p:cNvPr>
          <p:cNvCxnSpPr/>
          <p:nvPr/>
        </p:nvCxnSpPr>
        <p:spPr>
          <a:xfrm>
            <a:off x="9298909" y="2135965"/>
            <a:ext cx="0" cy="383616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28E66C48-30CD-4509-BDE0-AFE6BDFB088F}"/>
              </a:ext>
            </a:extLst>
          </p:cNvPr>
          <p:cNvSpPr/>
          <p:nvPr/>
        </p:nvSpPr>
        <p:spPr>
          <a:xfrm>
            <a:off x="3301204" y="5909334"/>
            <a:ext cx="1600308" cy="381632"/>
          </a:xfrm>
          <a:prstGeom prst="rect">
            <a:avLst/>
          </a:prstGeom>
          <a:solidFill>
            <a:srgbClr val="F26A2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+mn-ea"/>
                <a:cs typeface="+mn-cs"/>
              </a:rPr>
              <a:t>10M Cloud Migration Center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55CE00-888A-4BE2-BC77-91B3B981BF8D}"/>
              </a:ext>
            </a:extLst>
          </p:cNvPr>
          <p:cNvSpPr txBox="1"/>
          <p:nvPr/>
        </p:nvSpPr>
        <p:spPr>
          <a:xfrm>
            <a:off x="6051250" y="6291446"/>
            <a:ext cx="40534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26A2E"/>
                </a:solidFill>
              </a:rPr>
              <a:t>Continuous Discovery and Migration</a:t>
            </a:r>
          </a:p>
        </p:txBody>
      </p:sp>
    </p:spTree>
    <p:extLst>
      <p:ext uri="{BB962C8B-B14F-4D97-AF65-F5344CB8AC3E}">
        <p14:creationId xmlns:p14="http://schemas.microsoft.com/office/powerpoint/2010/main" val="848205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E35459-D544-486D-BDD2-C44B40494308}"/>
              </a:ext>
            </a:extLst>
          </p:cNvPr>
          <p:cNvCxnSpPr>
            <a:cxnSpLocks/>
          </p:cNvCxnSpPr>
          <p:nvPr/>
        </p:nvCxnSpPr>
        <p:spPr>
          <a:xfrm>
            <a:off x="710465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Arrow: Pentagon 28">
            <a:extLst>
              <a:ext uri="{FF2B5EF4-FFF2-40B4-BE49-F238E27FC236}">
                <a16:creationId xmlns:a16="http://schemas.microsoft.com/office/drawing/2014/main" id="{191D8D21-089D-4871-8411-4249F01ED903}"/>
              </a:ext>
            </a:extLst>
          </p:cNvPr>
          <p:cNvSpPr/>
          <p:nvPr/>
        </p:nvSpPr>
        <p:spPr>
          <a:xfrm>
            <a:off x="10098935" y="3851349"/>
            <a:ext cx="1536192" cy="487680"/>
          </a:xfrm>
          <a:prstGeom prst="homePlat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n</a:t>
            </a:r>
          </a:p>
          <a:p>
            <a:pPr algn="ctr"/>
            <a:r>
              <a:rPr lang="en-US" sz="1100"/>
              <a:t>Migration</a:t>
            </a:r>
          </a:p>
        </p:txBody>
      </p:sp>
      <p:sp>
        <p:nvSpPr>
          <p:cNvPr id="30" name="Arrow: Pentagon 29">
            <a:extLst>
              <a:ext uri="{FF2B5EF4-FFF2-40B4-BE49-F238E27FC236}">
                <a16:creationId xmlns:a16="http://schemas.microsoft.com/office/drawing/2014/main" id="{76763305-0F3C-4F57-A478-062DB1F612CC}"/>
              </a:ext>
            </a:extLst>
          </p:cNvPr>
          <p:cNvSpPr/>
          <p:nvPr/>
        </p:nvSpPr>
        <p:spPr>
          <a:xfrm>
            <a:off x="10098934" y="3314901"/>
            <a:ext cx="1536192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n </a:t>
            </a:r>
          </a:p>
          <a:p>
            <a:pPr algn="ctr"/>
            <a:r>
              <a:rPr lang="en-US" sz="1100"/>
              <a:t>Discovery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A31D9A-8097-45FD-BCE0-1232B314080E}"/>
              </a:ext>
            </a:extLst>
          </p:cNvPr>
          <p:cNvSpPr/>
          <p:nvPr/>
        </p:nvSpPr>
        <p:spPr>
          <a:xfrm>
            <a:off x="717095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2 </a:t>
            </a:r>
            <a:br>
              <a:rPr lang="en-US" sz="1100"/>
            </a:br>
            <a:r>
              <a:rPr lang="en-US" sz="1100"/>
              <a:t>Discovery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78ECD7-E04E-4186-B2B5-F5B8B54AF7C4}"/>
              </a:ext>
            </a:extLst>
          </p:cNvPr>
          <p:cNvSpPr/>
          <p:nvPr/>
        </p:nvSpPr>
        <p:spPr>
          <a:xfrm>
            <a:off x="7170950" y="3852492"/>
            <a:ext cx="1335024" cy="4876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1 - Pilot Migration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E62DBB7-4858-4002-AFEF-B2E934B25A68}"/>
              </a:ext>
            </a:extLst>
          </p:cNvPr>
          <p:cNvSpPr/>
          <p:nvPr/>
        </p:nvSpPr>
        <p:spPr>
          <a:xfrm>
            <a:off x="863399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3 </a:t>
            </a:r>
            <a:br>
              <a:rPr lang="en-US" sz="1100"/>
            </a:br>
            <a:r>
              <a:rPr lang="en-US" sz="1100"/>
              <a:t>Discovery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1BD3C33-0895-4878-944D-9320FDA55F21}"/>
              </a:ext>
            </a:extLst>
          </p:cNvPr>
          <p:cNvSpPr/>
          <p:nvPr/>
        </p:nvSpPr>
        <p:spPr>
          <a:xfrm>
            <a:off x="8633990" y="3852492"/>
            <a:ext cx="1335024" cy="4876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2 </a:t>
            </a:r>
            <a:br>
              <a:rPr lang="en-US" sz="1100"/>
            </a:br>
            <a:r>
              <a:rPr lang="en-US" sz="1100"/>
              <a:t>Migration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E2F01B6-4C39-4DF5-A828-E9AEF2232285}"/>
              </a:ext>
            </a:extLst>
          </p:cNvPr>
          <p:cNvSpPr/>
          <p:nvPr/>
        </p:nvSpPr>
        <p:spPr>
          <a:xfrm>
            <a:off x="5707910" y="3316044"/>
            <a:ext cx="1335024" cy="48768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Group 1 - Pilot Discovery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145719-7CBC-4997-BDFC-854C7D2B5A10}"/>
              </a:ext>
            </a:extLst>
          </p:cNvPr>
          <p:cNvCxnSpPr>
            <a:cxnSpLocks/>
          </p:cNvCxnSpPr>
          <p:nvPr/>
        </p:nvCxnSpPr>
        <p:spPr>
          <a:xfrm>
            <a:off x="7173617" y="1605734"/>
            <a:ext cx="2798064" cy="6096"/>
          </a:xfrm>
          <a:prstGeom prst="straightConnector1">
            <a:avLst/>
          </a:prstGeom>
          <a:ln>
            <a:solidFill>
              <a:schemeClr val="accent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1A40E9E-1507-4F9A-8775-88A071B81A5B}"/>
              </a:ext>
            </a:extLst>
          </p:cNvPr>
          <p:cNvCxnSpPr/>
          <p:nvPr/>
        </p:nvCxnSpPr>
        <p:spPr>
          <a:xfrm>
            <a:off x="10096268" y="1608402"/>
            <a:ext cx="1456944" cy="6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ECA51A2-968B-4A8B-A65A-ACB39227704D}"/>
              </a:ext>
            </a:extLst>
          </p:cNvPr>
          <p:cNvCxnSpPr>
            <a:cxnSpLocks/>
          </p:cNvCxnSpPr>
          <p:nvPr/>
        </p:nvCxnSpPr>
        <p:spPr>
          <a:xfrm>
            <a:off x="7173616" y="4537910"/>
            <a:ext cx="1335024" cy="0"/>
          </a:xfrm>
          <a:prstGeom prst="straightConnector1">
            <a:avLst/>
          </a:prstGeom>
          <a:ln>
            <a:solidFill>
              <a:srgbClr val="F2632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C89485E-E045-4C70-9233-32D592A2C502}"/>
              </a:ext>
            </a:extLst>
          </p:cNvPr>
          <p:cNvCxnSpPr>
            <a:cxnSpLocks/>
          </p:cNvCxnSpPr>
          <p:nvPr/>
        </p:nvCxnSpPr>
        <p:spPr>
          <a:xfrm>
            <a:off x="8636656" y="4537910"/>
            <a:ext cx="1335024" cy="0"/>
          </a:xfrm>
          <a:prstGeom prst="straightConnector1">
            <a:avLst/>
          </a:prstGeom>
          <a:ln>
            <a:solidFill>
              <a:srgbClr val="F26322"/>
            </a:solidFill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6B476DF-0279-4330-B65D-99EDBB000BBF}"/>
              </a:ext>
            </a:extLst>
          </p:cNvPr>
          <p:cNvSpPr txBox="1"/>
          <p:nvPr/>
        </p:nvSpPr>
        <p:spPr>
          <a:xfrm>
            <a:off x="7178592" y="4534460"/>
            <a:ext cx="133520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rgbClr val="F26322"/>
                </a:solidFill>
              </a:rPr>
              <a:t>Migration Center</a:t>
            </a:r>
          </a:p>
          <a:p>
            <a:pPr algn="ctr"/>
            <a:r>
              <a:rPr lang="en-US" sz="1000" b="1">
                <a:solidFill>
                  <a:srgbClr val="F26322"/>
                </a:solidFill>
              </a:rPr>
              <a:t> Sprint - 1 Week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C1AD11-E498-4E72-ACDF-1BB621C2C789}"/>
              </a:ext>
            </a:extLst>
          </p:cNvPr>
          <p:cNvSpPr txBox="1"/>
          <p:nvPr/>
        </p:nvSpPr>
        <p:spPr>
          <a:xfrm>
            <a:off x="7044839" y="1675076"/>
            <a:ext cx="15849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accent2"/>
                </a:solidFill>
              </a:rPr>
              <a:t>Migration Leadership Team Sprint - 2 Weeks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1C78F5-5953-424E-BFE7-F95A21D2F274}"/>
              </a:ext>
            </a:extLst>
          </p:cNvPr>
          <p:cNvSpPr txBox="1"/>
          <p:nvPr/>
        </p:nvSpPr>
        <p:spPr>
          <a:xfrm>
            <a:off x="10013591" y="1675076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 b="1">
                <a:solidFill>
                  <a:schemeClr val="accent2"/>
                </a:solidFill>
              </a:rPr>
              <a:t>Ongoing Work</a:t>
            </a:r>
            <a:endParaRPr lang="en-US"/>
          </a:p>
        </p:txBody>
      </p:sp>
      <p:pic>
        <p:nvPicPr>
          <p:cNvPr id="43" name="Picture 42" descr="A picture containing building&#10;&#10;Description generated with very high confidence">
            <a:extLst>
              <a:ext uri="{FF2B5EF4-FFF2-40B4-BE49-F238E27FC236}">
                <a16:creationId xmlns:a16="http://schemas.microsoft.com/office/drawing/2014/main" id="{4338571C-E861-482E-82EB-098ED0D8C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" y="0"/>
            <a:ext cx="3882425" cy="6858000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320E64B9-073D-4477-A7B0-AFF296AE2006}"/>
              </a:ext>
            </a:extLst>
          </p:cNvPr>
          <p:cNvSpPr/>
          <p:nvPr/>
        </p:nvSpPr>
        <p:spPr>
          <a:xfrm>
            <a:off x="175750" y="1305136"/>
            <a:ext cx="3443597" cy="58785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Discovery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Meet with workload owners and stakeholders to gather information, dependencies, timeline and build a plan for </a:t>
            </a:r>
            <a:r>
              <a:rPr lang="en-US" sz="1200">
                <a:solidFill>
                  <a:schemeClr val="bg1"/>
                </a:solidFill>
                <a:latin typeface="Segoe UI"/>
                <a:cs typeface="Segoe UI"/>
              </a:rPr>
              <a:t>migrating the workload or workload group.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Migration Group 1 - Pilot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Identify a low impact workload for tooling and process testing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Conduct a migration to demonstrate and fine tune tooling, process, plans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Start discovery for the next migration group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Migration Groups 2+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The 10M Migration Center will replicate and perform cutover on groups of workloads</a:t>
            </a: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Perform testing to verify the workload meets customer standards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/>
              <a:cs typeface="Segoe UI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Transition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Transition the workload to 10M Managed Services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Provide documentation</a:t>
            </a:r>
            <a:b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</a:b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latin typeface="Segoe UI"/>
                <a:cs typeface="Segoe UI"/>
              </a:rPr>
              <a:t>Repeat</a:t>
            </a:r>
            <a:endParaRPr lang="en-US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r>
              <a:rPr lang="en-US" sz="1200" dirty="0">
                <a:solidFill>
                  <a:schemeClr val="bg1"/>
                </a:solidFill>
                <a:latin typeface="Segoe UI"/>
                <a:cs typeface="Segoe UI"/>
              </a:rPr>
              <a:t>Cycle through the process to quickly migrate groups of servers and workloads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/>
              <a:buChar char="•"/>
              <a:defRPr/>
            </a:pP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defRPr/>
            </a:pP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A802DF-B6C9-4C72-BE31-6FDBCBD8F509}"/>
              </a:ext>
            </a:extLst>
          </p:cNvPr>
          <p:cNvSpPr txBox="1"/>
          <p:nvPr/>
        </p:nvSpPr>
        <p:spPr>
          <a:xfrm>
            <a:off x="175750" y="295212"/>
            <a:ext cx="3755933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Continuous Discovery and Migration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6DEE6E0-DC3B-46C8-A0EC-1AF5ACDFBF35}"/>
              </a:ext>
            </a:extLst>
          </p:cNvPr>
          <p:cNvSpPr/>
          <p:nvPr/>
        </p:nvSpPr>
        <p:spPr>
          <a:xfrm>
            <a:off x="320747" y="1106788"/>
            <a:ext cx="23762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C2E68A-6CE2-4CA8-8418-99FA9AE90E6D}"/>
              </a:ext>
            </a:extLst>
          </p:cNvPr>
          <p:cNvSpPr txBox="1"/>
          <p:nvPr/>
        </p:nvSpPr>
        <p:spPr>
          <a:xfrm>
            <a:off x="5217301" y="254571"/>
            <a:ext cx="556133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Sample Migration Cycle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F0E811A-4670-43B7-BE15-883F2830259C}"/>
              </a:ext>
            </a:extLst>
          </p:cNvPr>
          <p:cNvCxnSpPr>
            <a:cxnSpLocks/>
          </p:cNvCxnSpPr>
          <p:nvPr/>
        </p:nvCxnSpPr>
        <p:spPr>
          <a:xfrm>
            <a:off x="5641616" y="1561158"/>
            <a:ext cx="0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F0CE8E4-4F69-4B71-9782-57333A9EFD9D}"/>
              </a:ext>
            </a:extLst>
          </p:cNvPr>
          <p:cNvCxnSpPr>
            <a:cxnSpLocks/>
          </p:cNvCxnSpPr>
          <p:nvPr/>
        </p:nvCxnSpPr>
        <p:spPr>
          <a:xfrm>
            <a:off x="856769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24725FEE-A6EA-46D5-88A4-FD06C75D93EC}"/>
              </a:ext>
            </a:extLst>
          </p:cNvPr>
          <p:cNvCxnSpPr>
            <a:cxnSpLocks/>
          </p:cNvCxnSpPr>
          <p:nvPr/>
        </p:nvCxnSpPr>
        <p:spPr>
          <a:xfrm>
            <a:off x="10030736" y="1561158"/>
            <a:ext cx="6096" cy="4572000"/>
          </a:xfrm>
          <a:prstGeom prst="straightConnector1">
            <a:avLst/>
          </a:prstGeom>
          <a:ln w="254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Arrow: Pentagon 73">
            <a:extLst>
              <a:ext uri="{FF2B5EF4-FFF2-40B4-BE49-F238E27FC236}">
                <a16:creationId xmlns:a16="http://schemas.microsoft.com/office/drawing/2014/main" id="{CC2459FD-9758-492C-A05B-E19D12E69C3E}"/>
              </a:ext>
            </a:extLst>
          </p:cNvPr>
          <p:cNvSpPr/>
          <p:nvPr/>
        </p:nvSpPr>
        <p:spPr>
          <a:xfrm>
            <a:off x="4423558" y="2754069"/>
            <a:ext cx="2225040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/>
              <a:t>Landing Zone Assessment and Preparation</a:t>
            </a:r>
          </a:p>
        </p:txBody>
      </p:sp>
      <p:sp>
        <p:nvSpPr>
          <p:cNvPr id="75" name="Arrow: Pentagon 74">
            <a:extLst>
              <a:ext uri="{FF2B5EF4-FFF2-40B4-BE49-F238E27FC236}">
                <a16:creationId xmlns:a16="http://schemas.microsoft.com/office/drawing/2014/main" id="{32905F5C-90BB-4B94-89A8-C8D3EAF8218E}"/>
              </a:ext>
            </a:extLst>
          </p:cNvPr>
          <p:cNvSpPr/>
          <p:nvPr/>
        </p:nvSpPr>
        <p:spPr>
          <a:xfrm>
            <a:off x="4423558" y="2199333"/>
            <a:ext cx="7211568" cy="487680"/>
          </a:xfrm>
          <a:prstGeom prst="homePlate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/>
              <a:t>Migration Leadership Team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329ACE0-E52D-43AF-98E4-C147928EBFD0}"/>
              </a:ext>
            </a:extLst>
          </p:cNvPr>
          <p:cNvCxnSpPr>
            <a:cxnSpLocks/>
          </p:cNvCxnSpPr>
          <p:nvPr/>
        </p:nvCxnSpPr>
        <p:spPr>
          <a:xfrm>
            <a:off x="10096268" y="4546673"/>
            <a:ext cx="1456944" cy="6096"/>
          </a:xfrm>
          <a:prstGeom prst="straightConnector1">
            <a:avLst/>
          </a:prstGeom>
          <a:ln>
            <a:solidFill>
              <a:srgbClr val="F26322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Arrow: Pentagon 76">
            <a:extLst>
              <a:ext uri="{FF2B5EF4-FFF2-40B4-BE49-F238E27FC236}">
                <a16:creationId xmlns:a16="http://schemas.microsoft.com/office/drawing/2014/main" id="{BAD875D9-1C58-4B6E-A5BB-167EA5096B13}"/>
              </a:ext>
            </a:extLst>
          </p:cNvPr>
          <p:cNvSpPr/>
          <p:nvPr/>
        </p:nvSpPr>
        <p:spPr>
          <a:xfrm>
            <a:off x="8629798" y="5521653"/>
            <a:ext cx="3005327" cy="487680"/>
          </a:xfrm>
          <a:prstGeom prst="homePlat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2FD68B4-BD12-48DB-A0DC-19DE505BC84C}"/>
              </a:ext>
            </a:extLst>
          </p:cNvPr>
          <p:cNvSpPr/>
          <p:nvPr/>
        </p:nvSpPr>
        <p:spPr>
          <a:xfrm>
            <a:off x="9109708" y="5611972"/>
            <a:ext cx="1977445" cy="276999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rgbClr val="215691"/>
                </a:solidFill>
                <a:latin typeface="Montserrat"/>
              </a:rPr>
              <a:t>Managed Services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215691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79" name="Arrow: Pentagon 78">
            <a:extLst>
              <a:ext uri="{FF2B5EF4-FFF2-40B4-BE49-F238E27FC236}">
                <a16:creationId xmlns:a16="http://schemas.microsoft.com/office/drawing/2014/main" id="{1FE9EB38-80AD-4B0F-85A1-23F5BC0FF25F}"/>
              </a:ext>
            </a:extLst>
          </p:cNvPr>
          <p:cNvSpPr/>
          <p:nvPr/>
        </p:nvSpPr>
        <p:spPr>
          <a:xfrm>
            <a:off x="7178950" y="4991301"/>
            <a:ext cx="4431792" cy="487680"/>
          </a:xfrm>
          <a:prstGeom prst="homePlate">
            <a:avLst/>
          </a:prstGeom>
          <a:solidFill>
            <a:srgbClr val="F2632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rgbClr val="FFFFFF"/>
              </a:solidFill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C2241590-58EA-4373-A017-A8344C4810FA}"/>
              </a:ext>
            </a:extLst>
          </p:cNvPr>
          <p:cNvSpPr/>
          <p:nvPr/>
        </p:nvSpPr>
        <p:spPr>
          <a:xfrm>
            <a:off x="8408669" y="5099909"/>
            <a:ext cx="1977445" cy="461665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US" sz="1200" b="1">
                <a:solidFill>
                  <a:srgbClr val="FFFFFF"/>
                </a:solidFill>
                <a:latin typeface="Montserrat"/>
              </a:rPr>
              <a:t>Cloud Migration Center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C98916F-B32B-4C3C-A7DE-23F01B96E288}"/>
              </a:ext>
            </a:extLst>
          </p:cNvPr>
          <p:cNvSpPr txBox="1"/>
          <p:nvPr/>
        </p:nvSpPr>
        <p:spPr>
          <a:xfrm>
            <a:off x="4191842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1</a:t>
            </a:r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985ED3C-E57F-4C5B-92D3-D63D5D6CF8E1}"/>
              </a:ext>
            </a:extLst>
          </p:cNvPr>
          <p:cNvSpPr txBox="1"/>
          <p:nvPr/>
        </p:nvSpPr>
        <p:spPr>
          <a:xfrm>
            <a:off x="5668816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2</a:t>
            </a:r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374B81-8DF7-4B16-A2B3-11C2FCEAE4A1}"/>
              </a:ext>
            </a:extLst>
          </p:cNvPr>
          <p:cNvSpPr txBox="1"/>
          <p:nvPr/>
        </p:nvSpPr>
        <p:spPr>
          <a:xfrm>
            <a:off x="7125760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3</a:t>
            </a:r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E71DD4-EAC8-478F-939A-5F86D21A9CF6}"/>
              </a:ext>
            </a:extLst>
          </p:cNvPr>
          <p:cNvSpPr txBox="1"/>
          <p:nvPr/>
        </p:nvSpPr>
        <p:spPr>
          <a:xfrm>
            <a:off x="8589327" y="1288150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4</a:t>
            </a:r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DCD8CCF-103B-4BCA-8673-4C467E66D515}"/>
              </a:ext>
            </a:extLst>
          </p:cNvPr>
          <p:cNvSpPr txBox="1"/>
          <p:nvPr/>
        </p:nvSpPr>
        <p:spPr>
          <a:xfrm>
            <a:off x="10052894" y="1284409"/>
            <a:ext cx="145694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00"/>
              <a:t>Week 5+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43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64811-9021-4D76-BB33-C00BBF02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Tooling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E286-40EE-4AEB-9684-F03ECFDDE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10M Recommends Azure Site Recovery (ASR) for large scale migrations</a:t>
            </a:r>
          </a:p>
          <a:p>
            <a:pPr>
              <a:lnSpc>
                <a:spcPct val="200000"/>
              </a:lnSpc>
            </a:pPr>
            <a:r>
              <a:rPr lang="en-US" dirty="0"/>
              <a:t>We will review your VMM/vSphere topology and migration targets, and build an efficient migration tooling topology</a:t>
            </a:r>
          </a:p>
          <a:p>
            <a:pPr>
              <a:lnSpc>
                <a:spcPct val="200000"/>
              </a:lnSpc>
            </a:pPr>
            <a:r>
              <a:rPr lang="en-US" dirty="0"/>
              <a:t>We will review any existing Azure native migration tooling and utilize where possible, if desired</a:t>
            </a:r>
          </a:p>
        </p:txBody>
      </p:sp>
    </p:spTree>
    <p:extLst>
      <p:ext uri="{BB962C8B-B14F-4D97-AF65-F5344CB8AC3E}">
        <p14:creationId xmlns:p14="http://schemas.microsoft.com/office/powerpoint/2010/main" val="7874330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10th Magnitude - New Colors (2018)">
      <a:dk1>
        <a:srgbClr val="252126"/>
      </a:dk1>
      <a:lt1>
        <a:srgbClr val="FFFFFF"/>
      </a:lt1>
      <a:dk2>
        <a:srgbClr val="252126"/>
      </a:dk2>
      <a:lt2>
        <a:srgbClr val="FFFFFF"/>
      </a:lt2>
      <a:accent1>
        <a:srgbClr val="F26322"/>
      </a:accent1>
      <a:accent2>
        <a:srgbClr val="215691"/>
      </a:accent2>
      <a:accent3>
        <a:srgbClr val="6DA4CE"/>
      </a:accent3>
      <a:accent4>
        <a:srgbClr val="2DAB95"/>
      </a:accent4>
      <a:accent5>
        <a:srgbClr val="7F726C"/>
      </a:accent5>
      <a:accent6>
        <a:srgbClr val="B2AC9E"/>
      </a:accent6>
      <a:hlink>
        <a:srgbClr val="F26322"/>
      </a:hlink>
      <a:folHlink>
        <a:srgbClr val="2DAB95"/>
      </a:folHlink>
    </a:clrScheme>
    <a:fontScheme name="10th Magnitude Font: Montserrat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0th Magnitude PPT Template" id="{87B7CA4A-A54F-4433-9259-D48FEB9D2672}" vid="{20E72560-FBF1-49D7-A381-DD61EAE054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7" ma:contentTypeDescription="Create a new document." ma:contentTypeScope="" ma:versionID="2b1de2b3930e9c636cd8b9c792a53b8e">
  <xsd:schema xmlns:xsd="http://www.w3.org/2001/XMLSchema" xmlns:xs="http://www.w3.org/2001/XMLSchema" xmlns:p="http://schemas.microsoft.com/office/2006/metadata/properties" xmlns:ns2="2c4e1b44-4198-4e94-9bea-673078799ec1" xmlns:ns3="bbc0f3e1-63d8-48db-92f9-b9c2323a3b10" targetNamespace="http://schemas.microsoft.com/office/2006/metadata/properties" ma:root="true" ma:fieldsID="7b73ca05e44a74a406f423556b9535e2" ns2:_="" ns3:_="">
    <xsd:import namespace="2c4e1b44-4198-4e94-9bea-673078799ec1"/>
    <xsd:import namespace="bbc0f3e1-63d8-48db-92f9-b9c2323a3b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c0f3e1-63d8-48db-92f9-b9c2323a3b10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4E2769-79B1-4538-ACD1-601DD6881BF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DB77E5-9E4B-4914-8A87-73A1DF611496}"/>
</file>

<file path=customXml/itemProps3.xml><?xml version="1.0" encoding="utf-8"?>
<ds:datastoreItem xmlns:ds="http://schemas.openxmlformats.org/officeDocument/2006/customXml" ds:itemID="{FECA2FBB-35BD-4447-AE59-6539C2BE1B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8401</TotalTime>
  <Words>400</Words>
  <Application>Microsoft Office PowerPoint</Application>
  <PresentationFormat>Widescreen</PresentationFormat>
  <Paragraphs>85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1_Office Theme</vt:lpstr>
      <vt:lpstr>   A High-Level View of The 10M Migration Process</vt:lpstr>
      <vt:lpstr>Migration Process</vt:lpstr>
      <vt:lpstr>PowerPoint Presentation</vt:lpstr>
      <vt:lpstr>Migration Tooling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Russ Henderson</dc:creator>
  <cp:lastModifiedBy>Russ Henderson</cp:lastModifiedBy>
  <cp:revision>29</cp:revision>
  <dcterms:created xsi:type="dcterms:W3CDTF">2019-09-22T16:25:56Z</dcterms:created>
  <dcterms:modified xsi:type="dcterms:W3CDTF">2021-01-15T12:28:54Z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