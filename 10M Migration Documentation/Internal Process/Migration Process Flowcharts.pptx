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56" r:id="rId6"/>
    <p:sldId id="299" r:id="rId7"/>
    <p:sldId id="292" r:id="rId8"/>
    <p:sldId id="300" r:id="rId9"/>
    <p:sldId id="293" r:id="rId10"/>
    <p:sldId id="294" r:id="rId11"/>
    <p:sldId id="3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6C4A4-51A1-4FBF-9636-B2435C2F74B3}" v="12" dt="2020-01-23T17:02:27.848"/>
    <p1510:client id="{6FD4CCD1-91D2-99B3-8FA7-685A04EBDD49}" v="1" dt="2020-01-29T09:01:31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" userId="1a9b2c94-14ea-443c-90c9-9fd3fcb66448" providerId="ADAL" clId="{2216C4A4-51A1-4FBF-9636-B2435C2F74B3}"/>
    <pc:docChg chg="undo custSel addSld modSld">
      <pc:chgData name="Russ" userId="1a9b2c94-14ea-443c-90c9-9fd3fcb66448" providerId="ADAL" clId="{2216C4A4-51A1-4FBF-9636-B2435C2F74B3}" dt="2020-01-23T17:07:44.998" v="114" actId="1076"/>
      <pc:docMkLst>
        <pc:docMk/>
      </pc:docMkLst>
      <pc:sldChg chg="add">
        <pc:chgData name="Russ" userId="1a9b2c94-14ea-443c-90c9-9fd3fcb66448" providerId="ADAL" clId="{2216C4A4-51A1-4FBF-9636-B2435C2F74B3}" dt="2020-01-23T17:00:28.964" v="0"/>
        <pc:sldMkLst>
          <pc:docMk/>
          <pc:sldMk cId="2782099520" sldId="256"/>
        </pc:sldMkLst>
      </pc:sldChg>
      <pc:sldChg chg="delSp modSp setBg">
        <pc:chgData name="Russ" userId="1a9b2c94-14ea-443c-90c9-9fd3fcb66448" providerId="ADAL" clId="{2216C4A4-51A1-4FBF-9636-B2435C2F74B3}" dt="2020-01-23T17:07:44.998" v="114" actId="1076"/>
        <pc:sldMkLst>
          <pc:docMk/>
          <pc:sldMk cId="2673184369" sldId="292"/>
        </pc:sldMkLst>
        <pc:spChg chg="mod">
          <ac:chgData name="Russ" userId="1a9b2c94-14ea-443c-90c9-9fd3fcb66448" providerId="ADAL" clId="{2216C4A4-51A1-4FBF-9636-B2435C2F74B3}" dt="2020-01-23T17:02:50.831" v="6" actId="14100"/>
          <ac:spMkLst>
            <pc:docMk/>
            <pc:sldMk cId="2673184369" sldId="292"/>
            <ac:spMk id="2" creationId="{84ACFE8E-468A-4E75-99F8-8EC9E644880B}"/>
          </ac:spMkLst>
        </pc:spChg>
        <pc:spChg chg="mod">
          <ac:chgData name="Russ" userId="1a9b2c94-14ea-443c-90c9-9fd3fcb66448" providerId="ADAL" clId="{2216C4A4-51A1-4FBF-9636-B2435C2F74B3}" dt="2020-01-23T17:03:28.248" v="17" actId="1037"/>
          <ac:spMkLst>
            <pc:docMk/>
            <pc:sldMk cId="2673184369" sldId="292"/>
            <ac:spMk id="6" creationId="{AD272374-015D-4A71-BA2E-0B51A7AC6A07}"/>
          </ac:spMkLst>
        </pc:spChg>
        <pc:spChg chg="mod">
          <ac:chgData name="Russ" userId="1a9b2c94-14ea-443c-90c9-9fd3fcb66448" providerId="ADAL" clId="{2216C4A4-51A1-4FBF-9636-B2435C2F74B3}" dt="2020-01-23T17:04:09.281" v="63" actId="1038"/>
          <ac:spMkLst>
            <pc:docMk/>
            <pc:sldMk cId="2673184369" sldId="292"/>
            <ac:spMk id="8" creationId="{E1328E99-713A-4FCD-96EA-E11F11C047B1}"/>
          </ac:spMkLst>
        </pc:spChg>
        <pc:spChg chg="mod">
          <ac:chgData name="Russ" userId="1a9b2c94-14ea-443c-90c9-9fd3fcb66448" providerId="ADAL" clId="{2216C4A4-51A1-4FBF-9636-B2435C2F74B3}" dt="2020-01-23T17:03:15.831" v="10" actId="1076"/>
          <ac:spMkLst>
            <pc:docMk/>
            <pc:sldMk cId="2673184369" sldId="292"/>
            <ac:spMk id="48" creationId="{D62C2B1E-6AE5-477B-AFD7-8840416F4654}"/>
          </ac:spMkLst>
        </pc:spChg>
        <pc:spChg chg="mod">
          <ac:chgData name="Russ" userId="1a9b2c94-14ea-443c-90c9-9fd3fcb66448" providerId="ADAL" clId="{2216C4A4-51A1-4FBF-9636-B2435C2F74B3}" dt="2020-01-23T17:04:25.048" v="64" actId="13926"/>
          <ac:spMkLst>
            <pc:docMk/>
            <pc:sldMk cId="2673184369" sldId="292"/>
            <ac:spMk id="49" creationId="{52F3B3B2-363F-4C51-84BA-BF9838F80191}"/>
          </ac:spMkLst>
        </pc:spChg>
        <pc:spChg chg="mod">
          <ac:chgData name="Russ" userId="1a9b2c94-14ea-443c-90c9-9fd3fcb66448" providerId="ADAL" clId="{2216C4A4-51A1-4FBF-9636-B2435C2F74B3}" dt="2020-01-23T17:04:25.048" v="64" actId="13926"/>
          <ac:spMkLst>
            <pc:docMk/>
            <pc:sldMk cId="2673184369" sldId="292"/>
            <ac:spMk id="130" creationId="{62F4B26F-2B08-4CC1-9AD7-2589F2A9DDF0}"/>
          </ac:spMkLst>
        </pc:spChg>
        <pc:spChg chg="mod">
          <ac:chgData name="Russ" userId="1a9b2c94-14ea-443c-90c9-9fd3fcb66448" providerId="ADAL" clId="{2216C4A4-51A1-4FBF-9636-B2435C2F74B3}" dt="2020-01-23T17:04:25.048" v="64" actId="13926"/>
          <ac:spMkLst>
            <pc:docMk/>
            <pc:sldMk cId="2673184369" sldId="292"/>
            <ac:spMk id="132" creationId="{A735CE23-8111-4CFB-A128-17D7044409C8}"/>
          </ac:spMkLst>
        </pc:spChg>
        <pc:spChg chg="mod">
          <ac:chgData name="Russ" userId="1a9b2c94-14ea-443c-90c9-9fd3fcb66448" providerId="ADAL" clId="{2216C4A4-51A1-4FBF-9636-B2435C2F74B3}" dt="2020-01-23T17:04:25.048" v="64" actId="13926"/>
          <ac:spMkLst>
            <pc:docMk/>
            <pc:sldMk cId="2673184369" sldId="292"/>
            <ac:spMk id="133" creationId="{BE118505-3646-4D3D-BF2A-ED8F8269DC85}"/>
          </ac:spMkLst>
        </pc:spChg>
        <pc:spChg chg="mod">
          <ac:chgData name="Russ" userId="1a9b2c94-14ea-443c-90c9-9fd3fcb66448" providerId="ADAL" clId="{2216C4A4-51A1-4FBF-9636-B2435C2F74B3}" dt="2020-01-23T17:04:39.531" v="112" actId="1035"/>
          <ac:spMkLst>
            <pc:docMk/>
            <pc:sldMk cId="2673184369" sldId="292"/>
            <ac:spMk id="148" creationId="{4E2373E3-D662-45DC-84E2-8967A846440C}"/>
          </ac:spMkLst>
        </pc:spChg>
        <pc:spChg chg="mod">
          <ac:chgData name="Russ" userId="1a9b2c94-14ea-443c-90c9-9fd3fcb66448" providerId="ADAL" clId="{2216C4A4-51A1-4FBF-9636-B2435C2F74B3}" dt="2020-01-23T17:04:25.048" v="64" actId="13926"/>
          <ac:spMkLst>
            <pc:docMk/>
            <pc:sldMk cId="2673184369" sldId="292"/>
            <ac:spMk id="188" creationId="{1D230264-48D2-4B11-99E5-913D0C726E8E}"/>
          </ac:spMkLst>
        </pc:spChg>
        <pc:spChg chg="mod">
          <ac:chgData name="Russ" userId="1a9b2c94-14ea-443c-90c9-9fd3fcb66448" providerId="ADAL" clId="{2216C4A4-51A1-4FBF-9636-B2435C2F74B3}" dt="2020-01-23T17:04:25.048" v="64" actId="13926"/>
          <ac:spMkLst>
            <pc:docMk/>
            <pc:sldMk cId="2673184369" sldId="292"/>
            <ac:spMk id="189" creationId="{85CE8C72-6D6A-45D8-BB35-8A199797B195}"/>
          </ac:spMkLst>
        </pc:spChg>
        <pc:spChg chg="mod">
          <ac:chgData name="Russ" userId="1a9b2c94-14ea-443c-90c9-9fd3fcb66448" providerId="ADAL" clId="{2216C4A4-51A1-4FBF-9636-B2435C2F74B3}" dt="2020-01-23T17:02:50.831" v="6" actId="14100"/>
          <ac:spMkLst>
            <pc:docMk/>
            <pc:sldMk cId="2673184369" sldId="292"/>
            <ac:spMk id="203" creationId="{CD72D0CB-EB20-486C-BF1B-E19DA1C3E21B}"/>
          </ac:spMkLst>
        </pc:spChg>
        <pc:spChg chg="mod">
          <ac:chgData name="Russ" userId="1a9b2c94-14ea-443c-90c9-9fd3fcb66448" providerId="ADAL" clId="{2216C4A4-51A1-4FBF-9636-B2435C2F74B3}" dt="2020-01-23T17:02:50.831" v="6" actId="14100"/>
          <ac:spMkLst>
            <pc:docMk/>
            <pc:sldMk cId="2673184369" sldId="292"/>
            <ac:spMk id="222" creationId="{9EBF0DB3-A41B-4F2A-914D-4CE5367420B8}"/>
          </ac:spMkLst>
        </pc:spChg>
        <pc:grpChg chg="mod">
          <ac:chgData name="Russ" userId="1a9b2c94-14ea-443c-90c9-9fd3fcb66448" providerId="ADAL" clId="{2216C4A4-51A1-4FBF-9636-B2435C2F74B3}" dt="2020-01-23T17:03:15.831" v="10" actId="1076"/>
          <ac:grpSpMkLst>
            <pc:docMk/>
            <pc:sldMk cId="2673184369" sldId="292"/>
            <ac:grpSpMk id="18" creationId="{C6F9D2C5-F5CC-4E4D-ADA6-8D992570D526}"/>
          </ac:grpSpMkLst>
        </pc:grpChg>
        <pc:grpChg chg="mod">
          <ac:chgData name="Russ" userId="1a9b2c94-14ea-443c-90c9-9fd3fcb66448" providerId="ADAL" clId="{2216C4A4-51A1-4FBF-9636-B2435C2F74B3}" dt="2020-01-23T17:03:55.310" v="60" actId="1038"/>
          <ac:grpSpMkLst>
            <pc:docMk/>
            <pc:sldMk cId="2673184369" sldId="292"/>
            <ac:grpSpMk id="54" creationId="{42C07B15-62B3-49C2-AB7B-5CEFF9FD2CBE}"/>
          </ac:grpSpMkLst>
        </pc:grpChg>
        <pc:grpChg chg="mod">
          <ac:chgData name="Russ" userId="1a9b2c94-14ea-443c-90c9-9fd3fcb66448" providerId="ADAL" clId="{2216C4A4-51A1-4FBF-9636-B2435C2F74B3}" dt="2020-01-23T17:03:15.831" v="10" actId="1076"/>
          <ac:grpSpMkLst>
            <pc:docMk/>
            <pc:sldMk cId="2673184369" sldId="292"/>
            <ac:grpSpMk id="77" creationId="{653ACC11-92D9-4CAE-9409-F12F97EB02DA}"/>
          </ac:grpSpMkLst>
        </pc:grpChg>
        <pc:grpChg chg="mod">
          <ac:chgData name="Russ" userId="1a9b2c94-14ea-443c-90c9-9fd3fcb66448" providerId="ADAL" clId="{2216C4A4-51A1-4FBF-9636-B2435C2F74B3}" dt="2020-01-23T17:03:15.831" v="10" actId="1076"/>
          <ac:grpSpMkLst>
            <pc:docMk/>
            <pc:sldMk cId="2673184369" sldId="292"/>
            <ac:grpSpMk id="80" creationId="{486F986C-D160-48B6-80C9-526ACD34F752}"/>
          </ac:grpSpMkLst>
        </pc:grpChg>
        <pc:grpChg chg="mod">
          <ac:chgData name="Russ" userId="1a9b2c94-14ea-443c-90c9-9fd3fcb66448" providerId="ADAL" clId="{2216C4A4-51A1-4FBF-9636-B2435C2F74B3}" dt="2020-01-23T17:03:15.831" v="10" actId="1076"/>
          <ac:grpSpMkLst>
            <pc:docMk/>
            <pc:sldMk cId="2673184369" sldId="292"/>
            <ac:grpSpMk id="83" creationId="{BF3D9A6B-434D-4F95-905C-EAC521C3EA9F}"/>
          </ac:grpSpMkLst>
        </pc:grpChg>
        <pc:grpChg chg="mod">
          <ac:chgData name="Russ" userId="1a9b2c94-14ea-443c-90c9-9fd3fcb66448" providerId="ADAL" clId="{2216C4A4-51A1-4FBF-9636-B2435C2F74B3}" dt="2020-01-23T17:03:21.114" v="14" actId="1037"/>
          <ac:grpSpMkLst>
            <pc:docMk/>
            <pc:sldMk cId="2673184369" sldId="292"/>
            <ac:grpSpMk id="108" creationId="{EEFB16B0-0FF8-44EC-9483-A3380DDEABB5}"/>
          </ac:grpSpMkLst>
        </pc:grpChg>
        <pc:grpChg chg="mod">
          <ac:chgData name="Russ" userId="1a9b2c94-14ea-443c-90c9-9fd3fcb66448" providerId="ADAL" clId="{2216C4A4-51A1-4FBF-9636-B2435C2F74B3}" dt="2020-01-23T17:03:48.948" v="57" actId="1037"/>
          <ac:grpSpMkLst>
            <pc:docMk/>
            <pc:sldMk cId="2673184369" sldId="292"/>
            <ac:grpSpMk id="111" creationId="{6A669D2E-71A7-417E-BFBF-F9618F589660}"/>
          </ac:grpSpMkLst>
        </pc:grpChg>
        <pc:grpChg chg="mod">
          <ac:chgData name="Russ" userId="1a9b2c94-14ea-443c-90c9-9fd3fcb66448" providerId="ADAL" clId="{2216C4A4-51A1-4FBF-9636-B2435C2F74B3}" dt="2020-01-23T17:02:50.831" v="6" actId="14100"/>
          <ac:grpSpMkLst>
            <pc:docMk/>
            <pc:sldMk cId="2673184369" sldId="292"/>
            <ac:grpSpMk id="114" creationId="{D7FBC318-ADAC-419C-A9F4-8651A45A6944}"/>
          </ac:grpSpMkLst>
        </pc:grpChg>
        <pc:picChg chg="del">
          <ac:chgData name="Russ" userId="1a9b2c94-14ea-443c-90c9-9fd3fcb66448" providerId="ADAL" clId="{2216C4A4-51A1-4FBF-9636-B2435C2F74B3}" dt="2020-01-23T17:01:25.004" v="1"/>
          <ac:picMkLst>
            <pc:docMk/>
            <pc:sldMk cId="2673184369" sldId="292"/>
            <ac:picMk id="3" creationId="{A08A0375-AA75-4BC2-A528-391BF608345A}"/>
          </ac:picMkLst>
        </pc:picChg>
        <pc:cxnChg chg="mod">
          <ac:chgData name="Russ" userId="1a9b2c94-14ea-443c-90c9-9fd3fcb66448" providerId="ADAL" clId="{2216C4A4-51A1-4FBF-9636-B2435C2F74B3}" dt="2020-01-23T17:02:50.831" v="6" actId="14100"/>
          <ac:cxnSpMkLst>
            <pc:docMk/>
            <pc:sldMk cId="2673184369" sldId="292"/>
            <ac:cxnSpMk id="5" creationId="{94BC4B44-BA78-43A9-BC0D-5DD697400B8F}"/>
          </ac:cxnSpMkLst>
        </pc:cxnChg>
        <pc:cxnChg chg="mod">
          <ac:chgData name="Russ" userId="1a9b2c94-14ea-443c-90c9-9fd3fcb66448" providerId="ADAL" clId="{2216C4A4-51A1-4FBF-9636-B2435C2F74B3}" dt="2020-01-23T17:07:41.014" v="113" actId="14100"/>
          <ac:cxnSpMkLst>
            <pc:docMk/>
            <pc:sldMk cId="2673184369" sldId="292"/>
            <ac:cxnSpMk id="22" creationId="{30F6EF03-022E-4F59-9EFA-6B82D09D390F}"/>
          </ac:cxnSpMkLst>
        </pc:cxnChg>
        <pc:cxnChg chg="mod">
          <ac:chgData name="Russ" userId="1a9b2c94-14ea-443c-90c9-9fd3fcb66448" providerId="ADAL" clId="{2216C4A4-51A1-4FBF-9636-B2435C2F74B3}" dt="2020-01-23T17:03:55.310" v="60" actId="1038"/>
          <ac:cxnSpMkLst>
            <pc:docMk/>
            <pc:sldMk cId="2673184369" sldId="292"/>
            <ac:cxnSpMk id="25" creationId="{8A35F4AF-77C8-44FA-BC95-323A5BC06F51}"/>
          </ac:cxnSpMkLst>
        </pc:cxnChg>
        <pc:cxnChg chg="mod">
          <ac:chgData name="Russ" userId="1a9b2c94-14ea-443c-90c9-9fd3fcb66448" providerId="ADAL" clId="{2216C4A4-51A1-4FBF-9636-B2435C2F74B3}" dt="2020-01-23T17:03:48.948" v="57" actId="1037"/>
          <ac:cxnSpMkLst>
            <pc:docMk/>
            <pc:sldMk cId="2673184369" sldId="292"/>
            <ac:cxnSpMk id="29" creationId="{61E0ADCB-5745-4CC6-ABF6-DEFA4A361E9F}"/>
          </ac:cxnSpMkLst>
        </pc:cxnChg>
        <pc:cxnChg chg="mod">
          <ac:chgData name="Russ" userId="1a9b2c94-14ea-443c-90c9-9fd3fcb66448" providerId="ADAL" clId="{2216C4A4-51A1-4FBF-9636-B2435C2F74B3}" dt="2020-01-23T17:07:44.998" v="114" actId="1076"/>
          <ac:cxnSpMkLst>
            <pc:docMk/>
            <pc:sldMk cId="2673184369" sldId="292"/>
            <ac:cxnSpMk id="37" creationId="{511028F2-0838-44F2-A1BE-C3C2FAF7FF01}"/>
          </ac:cxnSpMkLst>
        </pc:cxnChg>
        <pc:cxnChg chg="mod">
          <ac:chgData name="Russ" userId="1a9b2c94-14ea-443c-90c9-9fd3fcb66448" providerId="ADAL" clId="{2216C4A4-51A1-4FBF-9636-B2435C2F74B3}" dt="2020-01-23T17:03:48.948" v="57" actId="1037"/>
          <ac:cxnSpMkLst>
            <pc:docMk/>
            <pc:sldMk cId="2673184369" sldId="292"/>
            <ac:cxnSpMk id="39" creationId="{DBB747B1-9838-446E-BE97-E8D893AC98BF}"/>
          </ac:cxnSpMkLst>
        </pc:cxnChg>
        <pc:cxnChg chg="mod">
          <ac:chgData name="Russ" userId="1a9b2c94-14ea-443c-90c9-9fd3fcb66448" providerId="ADAL" clId="{2216C4A4-51A1-4FBF-9636-B2435C2F74B3}" dt="2020-01-23T17:03:55.310" v="60" actId="1038"/>
          <ac:cxnSpMkLst>
            <pc:docMk/>
            <pc:sldMk cId="2673184369" sldId="292"/>
            <ac:cxnSpMk id="41" creationId="{5544174B-BC23-44B6-8888-113AB08C3FC5}"/>
          </ac:cxnSpMkLst>
        </pc:cxnChg>
        <pc:cxnChg chg="mod">
          <ac:chgData name="Russ" userId="1a9b2c94-14ea-443c-90c9-9fd3fcb66448" providerId="ADAL" clId="{2216C4A4-51A1-4FBF-9636-B2435C2F74B3}" dt="2020-01-23T17:03:28.248" v="17" actId="1037"/>
          <ac:cxnSpMkLst>
            <pc:docMk/>
            <pc:sldMk cId="2673184369" sldId="292"/>
            <ac:cxnSpMk id="47" creationId="{89A79A96-23BA-49E0-8FA2-057A12B0C5D9}"/>
          </ac:cxnSpMkLst>
        </pc:cxnChg>
        <pc:cxnChg chg="mod">
          <ac:chgData name="Russ" userId="1a9b2c94-14ea-443c-90c9-9fd3fcb66448" providerId="ADAL" clId="{2216C4A4-51A1-4FBF-9636-B2435C2F74B3}" dt="2020-01-23T17:04:09.281" v="63" actId="1038"/>
          <ac:cxnSpMkLst>
            <pc:docMk/>
            <pc:sldMk cId="2673184369" sldId="292"/>
            <ac:cxnSpMk id="50" creationId="{2149C8B5-4F4E-4391-8CEB-7C4B2584026D}"/>
          </ac:cxnSpMkLst>
        </pc:cxnChg>
        <pc:cxnChg chg="mod">
          <ac:chgData name="Russ" userId="1a9b2c94-14ea-443c-90c9-9fd3fcb66448" providerId="ADAL" clId="{2216C4A4-51A1-4FBF-9636-B2435C2F74B3}" dt="2020-01-23T17:04:09.281" v="63" actId="1038"/>
          <ac:cxnSpMkLst>
            <pc:docMk/>
            <pc:sldMk cId="2673184369" sldId="292"/>
            <ac:cxnSpMk id="52" creationId="{A0CC5689-A92E-4FDA-9980-D9AFEC0B9C1D}"/>
          </ac:cxnSpMkLst>
        </pc:cxnChg>
        <pc:cxnChg chg="mod">
          <ac:chgData name="Russ" userId="1a9b2c94-14ea-443c-90c9-9fd3fcb66448" providerId="ADAL" clId="{2216C4A4-51A1-4FBF-9636-B2435C2F74B3}" dt="2020-01-23T17:03:21.114" v="14" actId="1037"/>
          <ac:cxnSpMkLst>
            <pc:docMk/>
            <pc:sldMk cId="2673184369" sldId="292"/>
            <ac:cxnSpMk id="61" creationId="{42B1E28C-CA63-4BF2-827E-8B2C616973D8}"/>
          </ac:cxnSpMkLst>
        </pc:cxnChg>
        <pc:cxnChg chg="mod">
          <ac:chgData name="Russ" userId="1a9b2c94-14ea-443c-90c9-9fd3fcb66448" providerId="ADAL" clId="{2216C4A4-51A1-4FBF-9636-B2435C2F74B3}" dt="2020-01-23T17:03:28.248" v="17" actId="1037"/>
          <ac:cxnSpMkLst>
            <pc:docMk/>
            <pc:sldMk cId="2673184369" sldId="292"/>
            <ac:cxnSpMk id="105" creationId="{DE8D7C74-0A4E-475B-9D89-CE88BCD5D98C}"/>
          </ac:cxnSpMkLst>
        </pc:cxnChg>
        <pc:cxnChg chg="mod">
          <ac:chgData name="Russ" userId="1a9b2c94-14ea-443c-90c9-9fd3fcb66448" providerId="ADAL" clId="{2216C4A4-51A1-4FBF-9636-B2435C2F74B3}" dt="2020-01-23T17:03:15.831" v="10" actId="1076"/>
          <ac:cxnSpMkLst>
            <pc:docMk/>
            <pc:sldMk cId="2673184369" sldId="292"/>
            <ac:cxnSpMk id="120" creationId="{4CA4E2D7-2E03-48D6-9D13-393E3E2F085A}"/>
          </ac:cxnSpMkLst>
        </pc:cxnChg>
        <pc:cxnChg chg="mod">
          <ac:chgData name="Russ" userId="1a9b2c94-14ea-443c-90c9-9fd3fcb66448" providerId="ADAL" clId="{2216C4A4-51A1-4FBF-9636-B2435C2F74B3}" dt="2020-01-23T17:03:15.831" v="10" actId="1076"/>
          <ac:cxnSpMkLst>
            <pc:docMk/>
            <pc:sldMk cId="2673184369" sldId="292"/>
            <ac:cxnSpMk id="121" creationId="{2D1BEF96-CBFC-4139-92A8-1958EE529DFC}"/>
          </ac:cxnSpMkLst>
        </pc:cxnChg>
        <pc:cxnChg chg="mod">
          <ac:chgData name="Russ" userId="1a9b2c94-14ea-443c-90c9-9fd3fcb66448" providerId="ADAL" clId="{2216C4A4-51A1-4FBF-9636-B2435C2F74B3}" dt="2020-01-23T17:03:15.831" v="10" actId="1076"/>
          <ac:cxnSpMkLst>
            <pc:docMk/>
            <pc:sldMk cId="2673184369" sldId="292"/>
            <ac:cxnSpMk id="123" creationId="{4872479A-B668-4A73-BA4E-60973D8F2B69}"/>
          </ac:cxnSpMkLst>
        </pc:cxnChg>
        <pc:cxnChg chg="mod">
          <ac:chgData name="Russ" userId="1a9b2c94-14ea-443c-90c9-9fd3fcb66448" providerId="ADAL" clId="{2216C4A4-51A1-4FBF-9636-B2435C2F74B3}" dt="2020-01-23T17:03:15.831" v="10" actId="1076"/>
          <ac:cxnSpMkLst>
            <pc:docMk/>
            <pc:sldMk cId="2673184369" sldId="292"/>
            <ac:cxnSpMk id="135" creationId="{E5E7C80E-25FE-4D37-9586-610B10ADBAE0}"/>
          </ac:cxnSpMkLst>
        </pc:cxnChg>
        <pc:cxnChg chg="mod">
          <ac:chgData name="Russ" userId="1a9b2c94-14ea-443c-90c9-9fd3fcb66448" providerId="ADAL" clId="{2216C4A4-51A1-4FBF-9636-B2435C2F74B3}" dt="2020-01-23T17:04:39.531" v="112" actId="1035"/>
          <ac:cxnSpMkLst>
            <pc:docMk/>
            <pc:sldMk cId="2673184369" sldId="292"/>
            <ac:cxnSpMk id="149" creationId="{D8DCFDF2-05C7-4DFF-9F4A-7ACC5B4CA56F}"/>
          </ac:cxnSpMkLst>
        </pc:cxnChg>
        <pc:cxnChg chg="mod">
          <ac:chgData name="Russ" userId="1a9b2c94-14ea-443c-90c9-9fd3fcb66448" providerId="ADAL" clId="{2216C4A4-51A1-4FBF-9636-B2435C2F74B3}" dt="2020-01-23T17:04:39.531" v="112" actId="1035"/>
          <ac:cxnSpMkLst>
            <pc:docMk/>
            <pc:sldMk cId="2673184369" sldId="292"/>
            <ac:cxnSpMk id="152" creationId="{E9F4E68B-032C-4A89-9C27-0C164543BC9D}"/>
          </ac:cxnSpMkLst>
        </pc:cxnChg>
        <pc:cxnChg chg="mod">
          <ac:chgData name="Russ" userId="1a9b2c94-14ea-443c-90c9-9fd3fcb66448" providerId="ADAL" clId="{2216C4A4-51A1-4FBF-9636-B2435C2F74B3}" dt="2020-01-23T17:04:39.531" v="112" actId="1035"/>
          <ac:cxnSpMkLst>
            <pc:docMk/>
            <pc:sldMk cId="2673184369" sldId="292"/>
            <ac:cxnSpMk id="175" creationId="{9E9B819D-D621-402E-AD2D-669B7F680C08}"/>
          </ac:cxnSpMkLst>
        </pc:cxnChg>
      </pc:sldChg>
      <pc:sldChg chg="setBg">
        <pc:chgData name="Russ" userId="1a9b2c94-14ea-443c-90c9-9fd3fcb66448" providerId="ADAL" clId="{2216C4A4-51A1-4FBF-9636-B2435C2F74B3}" dt="2020-01-23T17:02:17.549" v="3"/>
        <pc:sldMkLst>
          <pc:docMk/>
          <pc:sldMk cId="1460054289" sldId="299"/>
        </pc:sldMkLst>
      </pc:sldChg>
    </pc:docChg>
  </pc:docChgLst>
  <pc:docChgLst>
    <pc:chgData name="John Hubert" userId="S::jhubert@10thmagnitude.com::7394635e-08b3-442d-b2a5-5bce67174a09" providerId="AD" clId="Web-{6FD4CCD1-91D2-99B3-8FA7-685A04EBDD49}"/>
    <pc:docChg chg="modSld">
      <pc:chgData name="John Hubert" userId="S::jhubert@10thmagnitude.com::7394635e-08b3-442d-b2a5-5bce67174a09" providerId="AD" clId="Web-{6FD4CCD1-91D2-99B3-8FA7-685A04EBDD49}" dt="2020-01-29T09:01:31.349" v="0" actId="14100"/>
      <pc:docMkLst>
        <pc:docMk/>
      </pc:docMkLst>
      <pc:sldChg chg="modSp">
        <pc:chgData name="John Hubert" userId="S::jhubert@10thmagnitude.com::7394635e-08b3-442d-b2a5-5bce67174a09" providerId="AD" clId="Web-{6FD4CCD1-91D2-99B3-8FA7-685A04EBDD49}" dt="2020-01-29T09:01:31.349" v="0" actId="14100"/>
        <pc:sldMkLst>
          <pc:docMk/>
          <pc:sldMk cId="2190189693" sldId="300"/>
        </pc:sldMkLst>
        <pc:grpChg chg="mod">
          <ac:chgData name="John Hubert" userId="S::jhubert@10thmagnitude.com::7394635e-08b3-442d-b2a5-5bce67174a09" providerId="AD" clId="Web-{6FD4CCD1-91D2-99B3-8FA7-685A04EBDD49}" dt="2020-01-29T09:01:31.349" v="0" actId="14100"/>
          <ac:grpSpMkLst>
            <pc:docMk/>
            <pc:sldMk cId="2190189693" sldId="300"/>
            <ac:grpSpMk id="34" creationId="{40AC3340-1DD0-414C-B37B-BEC65E90228C}"/>
          </ac:grpSpMkLst>
        </pc:grpChg>
        <pc:cxnChg chg="mod">
          <ac:chgData name="John Hubert" userId="S::jhubert@10thmagnitude.com::7394635e-08b3-442d-b2a5-5bce67174a09" providerId="AD" clId="Web-{6FD4CCD1-91D2-99B3-8FA7-685A04EBDD49}" dt="2020-01-29T09:01:31.349" v="0" actId="14100"/>
          <ac:cxnSpMkLst>
            <pc:docMk/>
            <pc:sldMk cId="2190189693" sldId="300"/>
            <ac:cxnSpMk id="45" creationId="{71D9875B-9F0D-4D4E-BB10-C21DBF295AF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F8A654-F815-4D21-A9B8-B1B955BFEC65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G"/>
        </a:p>
      </dgm:t>
    </dgm:pt>
    <dgm:pt modelId="{BF00021C-306F-4BFA-9A39-2547A9394A0D}">
      <dgm:prSet phldrT="[Text]"/>
      <dgm:spPr/>
      <dgm:t>
        <a:bodyPr/>
        <a:lstStyle/>
        <a:p>
          <a:r>
            <a:rPr lang="en-ZM"/>
            <a:t>Engagement</a:t>
          </a:r>
          <a:endParaRPr lang="en-UG"/>
        </a:p>
      </dgm:t>
    </dgm:pt>
    <dgm:pt modelId="{4A9263C3-1B68-4AF7-B241-C128831A2134}" type="parTrans" cxnId="{D1C581C1-909A-4732-98EC-2F6979DF4C6E}">
      <dgm:prSet/>
      <dgm:spPr/>
      <dgm:t>
        <a:bodyPr/>
        <a:lstStyle/>
        <a:p>
          <a:endParaRPr lang="en-UG"/>
        </a:p>
      </dgm:t>
    </dgm:pt>
    <dgm:pt modelId="{8748D79B-A983-4F9C-A2ED-0EC42CEC02EF}" type="sibTrans" cxnId="{D1C581C1-909A-4732-98EC-2F6979DF4C6E}">
      <dgm:prSet/>
      <dgm:spPr/>
      <dgm:t>
        <a:bodyPr/>
        <a:lstStyle/>
        <a:p>
          <a:endParaRPr lang="en-UG"/>
        </a:p>
      </dgm:t>
    </dgm:pt>
    <dgm:pt modelId="{8AABC05D-3D10-4E74-B3A4-09DE3F1747AB}">
      <dgm:prSet phldrT="[Text]" custT="1"/>
      <dgm:spPr/>
      <dgm:t>
        <a:bodyPr/>
        <a:lstStyle/>
        <a:p>
          <a:r>
            <a:rPr lang="en-ZM" sz="1200"/>
            <a:t>Communication</a:t>
          </a:r>
          <a:endParaRPr lang="en-UG" sz="1200"/>
        </a:p>
      </dgm:t>
    </dgm:pt>
    <dgm:pt modelId="{171431AB-EA4E-4FCE-B367-82E76712421D}" type="parTrans" cxnId="{3754D299-9399-4BE5-AC3A-2C5BEFFD457C}">
      <dgm:prSet/>
      <dgm:spPr/>
      <dgm:t>
        <a:bodyPr/>
        <a:lstStyle/>
        <a:p>
          <a:endParaRPr lang="en-UG"/>
        </a:p>
      </dgm:t>
    </dgm:pt>
    <dgm:pt modelId="{82E4E61A-C4B8-4B0D-976C-1222354C4EA1}" type="sibTrans" cxnId="{3754D299-9399-4BE5-AC3A-2C5BEFFD457C}">
      <dgm:prSet/>
      <dgm:spPr/>
      <dgm:t>
        <a:bodyPr/>
        <a:lstStyle/>
        <a:p>
          <a:endParaRPr lang="en-UG"/>
        </a:p>
      </dgm:t>
    </dgm:pt>
    <dgm:pt modelId="{B1EB9864-CFD6-4115-93BE-742BC7A99911}">
      <dgm:prSet phldrT="[Text]" custT="1"/>
      <dgm:spPr/>
      <dgm:t>
        <a:bodyPr/>
        <a:lstStyle/>
        <a:p>
          <a:r>
            <a:rPr lang="en-ZM" sz="1200"/>
            <a:t>Scheduling</a:t>
          </a:r>
          <a:endParaRPr lang="en-UG" sz="1200"/>
        </a:p>
      </dgm:t>
    </dgm:pt>
    <dgm:pt modelId="{0A7E334B-962F-4879-85C6-A1D7F8EC5B23}" type="parTrans" cxnId="{357BB8F0-BBF6-419C-908E-821664C4302F}">
      <dgm:prSet/>
      <dgm:spPr/>
      <dgm:t>
        <a:bodyPr/>
        <a:lstStyle/>
        <a:p>
          <a:endParaRPr lang="en-UG"/>
        </a:p>
      </dgm:t>
    </dgm:pt>
    <dgm:pt modelId="{CE6B7988-3B3F-4939-B909-01ACE340FC75}" type="sibTrans" cxnId="{357BB8F0-BBF6-419C-908E-821664C4302F}">
      <dgm:prSet/>
      <dgm:spPr/>
      <dgm:t>
        <a:bodyPr/>
        <a:lstStyle/>
        <a:p>
          <a:endParaRPr lang="en-UG"/>
        </a:p>
      </dgm:t>
    </dgm:pt>
    <dgm:pt modelId="{E37797AC-1D34-4311-9F88-B0493BA93C37}">
      <dgm:prSet phldrT="[Text]"/>
      <dgm:spPr/>
      <dgm:t>
        <a:bodyPr/>
        <a:lstStyle/>
        <a:p>
          <a:r>
            <a:rPr lang="en-ZM"/>
            <a:t>Discovery</a:t>
          </a:r>
          <a:endParaRPr lang="en-UG"/>
        </a:p>
      </dgm:t>
    </dgm:pt>
    <dgm:pt modelId="{C577A214-54B9-4E09-9C8E-35290CE67734}" type="parTrans" cxnId="{86C377A5-A08A-4887-AA62-EA26CF84A276}">
      <dgm:prSet/>
      <dgm:spPr/>
      <dgm:t>
        <a:bodyPr/>
        <a:lstStyle/>
        <a:p>
          <a:endParaRPr lang="en-UG"/>
        </a:p>
      </dgm:t>
    </dgm:pt>
    <dgm:pt modelId="{0EB74CDE-A53F-4C49-8CD7-78B06BAA1361}" type="sibTrans" cxnId="{86C377A5-A08A-4887-AA62-EA26CF84A276}">
      <dgm:prSet/>
      <dgm:spPr/>
      <dgm:t>
        <a:bodyPr/>
        <a:lstStyle/>
        <a:p>
          <a:endParaRPr lang="en-UG"/>
        </a:p>
      </dgm:t>
    </dgm:pt>
    <dgm:pt modelId="{8226C25E-81B6-41FF-9FF0-91954495CCEE}">
      <dgm:prSet phldrT="[Text]" custT="1"/>
      <dgm:spPr/>
      <dgm:t>
        <a:bodyPr/>
        <a:lstStyle/>
        <a:p>
          <a:r>
            <a:rPr lang="en-ZM" sz="1200"/>
            <a:t>Information Gathering</a:t>
          </a:r>
          <a:endParaRPr lang="en-UG" sz="1200"/>
        </a:p>
      </dgm:t>
    </dgm:pt>
    <dgm:pt modelId="{BE210D62-2F50-4C7A-8C5F-E43A5B4AA8EC}" type="parTrans" cxnId="{59D13A12-8D48-4360-B092-40CEBD8D8234}">
      <dgm:prSet/>
      <dgm:spPr/>
      <dgm:t>
        <a:bodyPr/>
        <a:lstStyle/>
        <a:p>
          <a:endParaRPr lang="en-UG"/>
        </a:p>
      </dgm:t>
    </dgm:pt>
    <dgm:pt modelId="{1AED0B91-199A-4614-ABB4-DE84B6A8E333}" type="sibTrans" cxnId="{59D13A12-8D48-4360-B092-40CEBD8D8234}">
      <dgm:prSet/>
      <dgm:spPr/>
      <dgm:t>
        <a:bodyPr/>
        <a:lstStyle/>
        <a:p>
          <a:endParaRPr lang="en-UG"/>
        </a:p>
      </dgm:t>
    </dgm:pt>
    <dgm:pt modelId="{46B272D9-637C-4601-9486-3880AAABE4D4}">
      <dgm:prSet phldrT="[Text]" custT="1"/>
      <dgm:spPr/>
      <dgm:t>
        <a:bodyPr/>
        <a:lstStyle/>
        <a:p>
          <a:r>
            <a:rPr lang="en-ZM" sz="1200"/>
            <a:t>Interviews</a:t>
          </a:r>
          <a:endParaRPr lang="en-UG" sz="1200"/>
        </a:p>
      </dgm:t>
    </dgm:pt>
    <dgm:pt modelId="{E6983D1C-AF14-4262-A944-14902724C4B0}" type="parTrans" cxnId="{91EEB9AD-7D55-4ABF-A987-D3D724DF4513}">
      <dgm:prSet/>
      <dgm:spPr/>
      <dgm:t>
        <a:bodyPr/>
        <a:lstStyle/>
        <a:p>
          <a:endParaRPr lang="en-UG"/>
        </a:p>
      </dgm:t>
    </dgm:pt>
    <dgm:pt modelId="{8D28D023-6489-4C3B-B8BD-A386C4F607F3}" type="sibTrans" cxnId="{91EEB9AD-7D55-4ABF-A987-D3D724DF4513}">
      <dgm:prSet/>
      <dgm:spPr/>
      <dgm:t>
        <a:bodyPr/>
        <a:lstStyle/>
        <a:p>
          <a:endParaRPr lang="en-UG"/>
        </a:p>
      </dgm:t>
    </dgm:pt>
    <dgm:pt modelId="{A2B999DF-93D9-44B2-82DC-905EBEA1E8DF}">
      <dgm:prSet phldrT="[Text]"/>
      <dgm:spPr/>
      <dgm:t>
        <a:bodyPr/>
        <a:lstStyle/>
        <a:p>
          <a:r>
            <a:rPr lang="en-US"/>
            <a:t>Migration</a:t>
          </a:r>
          <a:endParaRPr lang="en-UG"/>
        </a:p>
      </dgm:t>
    </dgm:pt>
    <dgm:pt modelId="{7DB3A6E8-BD9F-4C4F-B57B-5686D8D7DDF6}" type="parTrans" cxnId="{BF09E8E6-4784-4843-A7A1-ECB72067919E}">
      <dgm:prSet/>
      <dgm:spPr/>
      <dgm:t>
        <a:bodyPr/>
        <a:lstStyle/>
        <a:p>
          <a:endParaRPr lang="en-UG"/>
        </a:p>
      </dgm:t>
    </dgm:pt>
    <dgm:pt modelId="{4DE5330A-A5D0-465F-9271-9816DFA1A766}" type="sibTrans" cxnId="{BF09E8E6-4784-4843-A7A1-ECB72067919E}">
      <dgm:prSet/>
      <dgm:spPr/>
      <dgm:t>
        <a:bodyPr/>
        <a:lstStyle/>
        <a:p>
          <a:endParaRPr lang="en-UG"/>
        </a:p>
      </dgm:t>
    </dgm:pt>
    <dgm:pt modelId="{FDC60B8B-4212-41BC-91CB-7B4782052EE2}">
      <dgm:prSet phldrT="[Text]" custT="1"/>
      <dgm:spPr/>
      <dgm:t>
        <a:bodyPr/>
        <a:lstStyle/>
        <a:p>
          <a:r>
            <a:rPr lang="en-ZM" sz="1200"/>
            <a:t>R</a:t>
          </a:r>
          <a:r>
            <a:rPr lang="en-US" sz="1200"/>
            <a:t>e</a:t>
          </a:r>
          <a:r>
            <a:rPr lang="en-ZM" sz="1200"/>
            <a:t>plication </a:t>
          </a:r>
          <a:endParaRPr lang="en-UG" sz="1200"/>
        </a:p>
      </dgm:t>
    </dgm:pt>
    <dgm:pt modelId="{F369ADE9-2FFA-40F7-A7B1-FD12FEC6C33B}" type="parTrans" cxnId="{98656242-D1EA-454C-9F93-BB9986C1F3E6}">
      <dgm:prSet/>
      <dgm:spPr/>
      <dgm:t>
        <a:bodyPr/>
        <a:lstStyle/>
        <a:p>
          <a:endParaRPr lang="en-UG"/>
        </a:p>
      </dgm:t>
    </dgm:pt>
    <dgm:pt modelId="{48F20130-2C9C-4377-BE5E-A7731FB4F0EA}" type="sibTrans" cxnId="{98656242-D1EA-454C-9F93-BB9986C1F3E6}">
      <dgm:prSet/>
      <dgm:spPr/>
      <dgm:t>
        <a:bodyPr/>
        <a:lstStyle/>
        <a:p>
          <a:endParaRPr lang="en-UG"/>
        </a:p>
      </dgm:t>
    </dgm:pt>
    <dgm:pt modelId="{D08439DF-088E-4DE1-9BE8-B7A2AB8A97AA}">
      <dgm:prSet phldrT="[Text]" custT="1"/>
      <dgm:spPr/>
      <dgm:t>
        <a:bodyPr/>
        <a:lstStyle/>
        <a:p>
          <a:r>
            <a:rPr lang="en-ZM" sz="1200"/>
            <a:t>Failover Testing</a:t>
          </a:r>
          <a:endParaRPr lang="en-UG" sz="1200"/>
        </a:p>
      </dgm:t>
    </dgm:pt>
    <dgm:pt modelId="{C0536AA6-7639-4C54-9691-54100AF18FEB}" type="parTrans" cxnId="{BB670A14-23E0-4EF5-B752-BB5393E757AF}">
      <dgm:prSet/>
      <dgm:spPr/>
      <dgm:t>
        <a:bodyPr/>
        <a:lstStyle/>
        <a:p>
          <a:endParaRPr lang="en-UG"/>
        </a:p>
      </dgm:t>
    </dgm:pt>
    <dgm:pt modelId="{98F4C40D-5B35-4D97-90A0-49FCADBBA6C8}" type="sibTrans" cxnId="{BB670A14-23E0-4EF5-B752-BB5393E757AF}">
      <dgm:prSet/>
      <dgm:spPr/>
      <dgm:t>
        <a:bodyPr/>
        <a:lstStyle/>
        <a:p>
          <a:endParaRPr lang="en-UG"/>
        </a:p>
      </dgm:t>
    </dgm:pt>
    <dgm:pt modelId="{F2774DBB-55E4-4B1A-B3F0-10491C3403F6}">
      <dgm:prSet phldrT="[Text]"/>
      <dgm:spPr/>
      <dgm:t>
        <a:bodyPr/>
        <a:lstStyle/>
        <a:p>
          <a:r>
            <a:rPr lang="en-ZM"/>
            <a:t>Hand-off</a:t>
          </a:r>
          <a:endParaRPr lang="en-UG"/>
        </a:p>
      </dgm:t>
    </dgm:pt>
    <dgm:pt modelId="{0DA933A8-C352-400F-9C9C-2B055443339A}" type="parTrans" cxnId="{EECF292D-E253-4A03-9AEF-0F1BCC8D36BF}">
      <dgm:prSet/>
      <dgm:spPr/>
      <dgm:t>
        <a:bodyPr/>
        <a:lstStyle/>
        <a:p>
          <a:endParaRPr lang="en-UG"/>
        </a:p>
      </dgm:t>
    </dgm:pt>
    <dgm:pt modelId="{A1E561D3-1737-4425-9A91-E94447A9E5D4}" type="sibTrans" cxnId="{EECF292D-E253-4A03-9AEF-0F1BCC8D36BF}">
      <dgm:prSet/>
      <dgm:spPr/>
      <dgm:t>
        <a:bodyPr/>
        <a:lstStyle/>
        <a:p>
          <a:endParaRPr lang="en-UG"/>
        </a:p>
      </dgm:t>
    </dgm:pt>
    <dgm:pt modelId="{809536D8-5A8E-4728-8049-2A8D537EAF8E}">
      <dgm:prSet phldrT="[Text]" custT="1"/>
      <dgm:spPr/>
      <dgm:t>
        <a:bodyPr/>
        <a:lstStyle/>
        <a:p>
          <a:r>
            <a:rPr lang="en-ZM" sz="1200"/>
            <a:t>Data Request</a:t>
          </a:r>
          <a:endParaRPr lang="en-UG" sz="1200"/>
        </a:p>
      </dgm:t>
    </dgm:pt>
    <dgm:pt modelId="{FA0E1BE5-85D6-497C-B52E-A1BBBC1900B5}" type="parTrans" cxnId="{CFE641BE-A199-4FC4-9C8D-1EBDA39EE36E}">
      <dgm:prSet/>
      <dgm:spPr/>
      <dgm:t>
        <a:bodyPr/>
        <a:lstStyle/>
        <a:p>
          <a:endParaRPr lang="en-UG"/>
        </a:p>
      </dgm:t>
    </dgm:pt>
    <dgm:pt modelId="{A4CDC87F-1F1C-437E-8B6C-3F66DC299D14}" type="sibTrans" cxnId="{CFE641BE-A199-4FC4-9C8D-1EBDA39EE36E}">
      <dgm:prSet/>
      <dgm:spPr/>
      <dgm:t>
        <a:bodyPr/>
        <a:lstStyle/>
        <a:p>
          <a:endParaRPr lang="en-UG"/>
        </a:p>
      </dgm:t>
    </dgm:pt>
    <dgm:pt modelId="{6A90829A-CED1-41AA-8D66-9A9E319A1538}">
      <dgm:prSet phldrT="[Text]" custT="1"/>
      <dgm:spPr/>
      <dgm:t>
        <a:bodyPr/>
        <a:lstStyle/>
        <a:p>
          <a:r>
            <a:rPr lang="en-ZM" sz="1200"/>
            <a:t>Cutover</a:t>
          </a:r>
          <a:endParaRPr lang="en-UG" sz="1200"/>
        </a:p>
      </dgm:t>
    </dgm:pt>
    <dgm:pt modelId="{62C43740-58D3-4253-9E88-7EA26ED0A2B8}" type="parTrans" cxnId="{F0DC4247-2478-4415-B43E-F46FAA41BF19}">
      <dgm:prSet/>
      <dgm:spPr/>
      <dgm:t>
        <a:bodyPr/>
        <a:lstStyle/>
        <a:p>
          <a:endParaRPr lang="en-UG"/>
        </a:p>
      </dgm:t>
    </dgm:pt>
    <dgm:pt modelId="{BB341F30-5175-4A63-AFB1-F0AB4ADCFE03}" type="sibTrans" cxnId="{F0DC4247-2478-4415-B43E-F46FAA41BF19}">
      <dgm:prSet/>
      <dgm:spPr/>
      <dgm:t>
        <a:bodyPr/>
        <a:lstStyle/>
        <a:p>
          <a:endParaRPr lang="en-UG"/>
        </a:p>
      </dgm:t>
    </dgm:pt>
    <dgm:pt modelId="{841BE4B8-2B3F-4C92-A059-EF888F776C71}">
      <dgm:prSet phldrT="[Text]" custT="1"/>
      <dgm:spPr/>
      <dgm:t>
        <a:bodyPr/>
        <a:lstStyle/>
        <a:p>
          <a:r>
            <a:rPr lang="en-ZM" sz="1200"/>
            <a:t>Post Migration</a:t>
          </a:r>
          <a:endParaRPr lang="en-UG" sz="1200"/>
        </a:p>
      </dgm:t>
    </dgm:pt>
    <dgm:pt modelId="{579F4F24-2E2A-4D62-83B9-FCF149247D6F}" type="parTrans" cxnId="{D900EF89-0B3C-4D94-A2B6-940F19BFFE45}">
      <dgm:prSet/>
      <dgm:spPr/>
      <dgm:t>
        <a:bodyPr/>
        <a:lstStyle/>
        <a:p>
          <a:endParaRPr lang="en-UG"/>
        </a:p>
      </dgm:t>
    </dgm:pt>
    <dgm:pt modelId="{D7277B22-46A4-40B2-A629-6C41FB56C70F}" type="sibTrans" cxnId="{D900EF89-0B3C-4D94-A2B6-940F19BFFE45}">
      <dgm:prSet/>
      <dgm:spPr/>
      <dgm:t>
        <a:bodyPr/>
        <a:lstStyle/>
        <a:p>
          <a:endParaRPr lang="en-UG"/>
        </a:p>
      </dgm:t>
    </dgm:pt>
    <dgm:pt modelId="{A4881FD6-712E-43D3-BC35-B2DFA2A01DD7}">
      <dgm:prSet phldrT="[Text]" custT="1"/>
      <dgm:spPr/>
      <dgm:t>
        <a:bodyPr/>
        <a:lstStyle/>
        <a:p>
          <a:r>
            <a:rPr lang="en-ZM" sz="1200"/>
            <a:t>Signoffs</a:t>
          </a:r>
          <a:endParaRPr lang="en-UG" sz="1200"/>
        </a:p>
      </dgm:t>
    </dgm:pt>
    <dgm:pt modelId="{93978BB8-583C-4F42-8BB9-B1E04CE0CCA2}" type="parTrans" cxnId="{418089AD-6597-42F5-85F1-F41465A7CA66}">
      <dgm:prSet/>
      <dgm:spPr/>
      <dgm:t>
        <a:bodyPr/>
        <a:lstStyle/>
        <a:p>
          <a:endParaRPr lang="en-UG"/>
        </a:p>
      </dgm:t>
    </dgm:pt>
    <dgm:pt modelId="{160148A8-D139-4D40-97EA-FD07F329A695}" type="sibTrans" cxnId="{418089AD-6597-42F5-85F1-F41465A7CA66}">
      <dgm:prSet/>
      <dgm:spPr/>
      <dgm:t>
        <a:bodyPr/>
        <a:lstStyle/>
        <a:p>
          <a:endParaRPr lang="en-UG"/>
        </a:p>
      </dgm:t>
    </dgm:pt>
    <dgm:pt modelId="{83E555EE-0BFC-40B3-B488-1C5090CCA1FC}">
      <dgm:prSet phldrT="[Text]" custT="1"/>
      <dgm:spPr/>
      <dgm:t>
        <a:bodyPr/>
        <a:lstStyle/>
        <a:p>
          <a:r>
            <a:rPr lang="en-ZM" sz="1200"/>
            <a:t>Infrastructure Clean-up</a:t>
          </a:r>
          <a:endParaRPr lang="en-UG" sz="1200"/>
        </a:p>
      </dgm:t>
    </dgm:pt>
    <dgm:pt modelId="{B749F48B-0765-4748-AB7D-A9A2D092702D}" type="parTrans" cxnId="{547760BA-85E2-4161-94A0-617DF7597F18}">
      <dgm:prSet/>
      <dgm:spPr/>
      <dgm:t>
        <a:bodyPr/>
        <a:lstStyle/>
        <a:p>
          <a:endParaRPr lang="en-UG"/>
        </a:p>
      </dgm:t>
    </dgm:pt>
    <dgm:pt modelId="{2C75CE63-D8FB-49A2-A830-462265733040}" type="sibTrans" cxnId="{547760BA-85E2-4161-94A0-617DF7597F18}">
      <dgm:prSet/>
      <dgm:spPr/>
      <dgm:t>
        <a:bodyPr/>
        <a:lstStyle/>
        <a:p>
          <a:endParaRPr lang="en-UG"/>
        </a:p>
      </dgm:t>
    </dgm:pt>
    <dgm:pt modelId="{0DD2C245-96C5-4E5B-A168-B2EE86E26A54}">
      <dgm:prSet phldrT="[Text]" custT="1"/>
      <dgm:spPr/>
      <dgm:t>
        <a:bodyPr/>
        <a:lstStyle/>
        <a:p>
          <a:r>
            <a:rPr lang="en-ZM" sz="1200"/>
            <a:t>Communication</a:t>
          </a:r>
          <a:endParaRPr lang="en-UG" sz="1200"/>
        </a:p>
      </dgm:t>
    </dgm:pt>
    <dgm:pt modelId="{D823E142-2865-4C0D-8D14-B9544CF14754}" type="parTrans" cxnId="{9F5EFCD0-8900-4300-B1A0-81F56F4684DA}">
      <dgm:prSet/>
      <dgm:spPr/>
    </dgm:pt>
    <dgm:pt modelId="{CB44E5B3-16EB-4672-AF78-E9AD25A3D195}" type="sibTrans" cxnId="{9F5EFCD0-8900-4300-B1A0-81F56F4684DA}">
      <dgm:prSet/>
      <dgm:spPr/>
    </dgm:pt>
    <dgm:pt modelId="{8861A2B4-F966-49DE-BCCE-2FA82CA8D797}" type="pres">
      <dgm:prSet presAssocID="{EDF8A654-F815-4D21-A9B8-B1B955BFEC65}" presName="Name0" presStyleCnt="0">
        <dgm:presLayoutVars>
          <dgm:dir/>
          <dgm:animLvl val="lvl"/>
          <dgm:resizeHandles val="exact"/>
        </dgm:presLayoutVars>
      </dgm:prSet>
      <dgm:spPr/>
    </dgm:pt>
    <dgm:pt modelId="{76AE971A-1D46-4CEC-B483-F125D45F2179}" type="pres">
      <dgm:prSet presAssocID="{EDF8A654-F815-4D21-A9B8-B1B955BFEC65}" presName="tSp" presStyleCnt="0"/>
      <dgm:spPr/>
    </dgm:pt>
    <dgm:pt modelId="{65BE8523-8A7E-4EAB-B480-5A679EFB71D0}" type="pres">
      <dgm:prSet presAssocID="{EDF8A654-F815-4D21-A9B8-B1B955BFEC65}" presName="bSp" presStyleCnt="0"/>
      <dgm:spPr/>
    </dgm:pt>
    <dgm:pt modelId="{B1B5F6F5-88C9-44DE-A5AA-8C65811DA8E6}" type="pres">
      <dgm:prSet presAssocID="{EDF8A654-F815-4D21-A9B8-B1B955BFEC65}" presName="process" presStyleCnt="0"/>
      <dgm:spPr/>
    </dgm:pt>
    <dgm:pt modelId="{821AF1AB-543F-4E1D-BFD9-DB60B6C1CFEE}" type="pres">
      <dgm:prSet presAssocID="{BF00021C-306F-4BFA-9A39-2547A9394A0D}" presName="composite1" presStyleCnt="0"/>
      <dgm:spPr/>
    </dgm:pt>
    <dgm:pt modelId="{B471870A-0B38-402B-9707-FDA88C0B1C7D}" type="pres">
      <dgm:prSet presAssocID="{BF00021C-306F-4BFA-9A39-2547A9394A0D}" presName="dummyNode1" presStyleLbl="node1" presStyleIdx="0" presStyleCnt="4"/>
      <dgm:spPr/>
    </dgm:pt>
    <dgm:pt modelId="{CC8C2A43-358A-4997-ADAC-FD0720618953}" type="pres">
      <dgm:prSet presAssocID="{BF00021C-306F-4BFA-9A39-2547A9394A0D}" presName="childNode1" presStyleLbl="bgAcc1" presStyleIdx="0" presStyleCnt="4" custScaleY="80061">
        <dgm:presLayoutVars>
          <dgm:bulletEnabled val="1"/>
        </dgm:presLayoutVars>
      </dgm:prSet>
      <dgm:spPr/>
    </dgm:pt>
    <dgm:pt modelId="{3DC2B106-2316-4F57-8560-E7EEC646DEA1}" type="pres">
      <dgm:prSet presAssocID="{BF00021C-306F-4BFA-9A39-2547A9394A0D}" presName="childNode1tx" presStyleLbl="bgAcc1" presStyleIdx="0" presStyleCnt="4">
        <dgm:presLayoutVars>
          <dgm:bulletEnabled val="1"/>
        </dgm:presLayoutVars>
      </dgm:prSet>
      <dgm:spPr/>
    </dgm:pt>
    <dgm:pt modelId="{BC719CD4-4B8F-48AD-B708-9A99298E549A}" type="pres">
      <dgm:prSet presAssocID="{BF00021C-306F-4BFA-9A39-2547A9394A0D}" presName="parentNode1" presStyleLbl="node1" presStyleIdx="0" presStyleCnt="4" custScaleX="142656" custScaleY="135901">
        <dgm:presLayoutVars>
          <dgm:chMax val="1"/>
          <dgm:bulletEnabled val="1"/>
        </dgm:presLayoutVars>
      </dgm:prSet>
      <dgm:spPr/>
    </dgm:pt>
    <dgm:pt modelId="{B7CD0A02-54D0-4EDD-8424-CB67811FF6E4}" type="pres">
      <dgm:prSet presAssocID="{BF00021C-306F-4BFA-9A39-2547A9394A0D}" presName="connSite1" presStyleCnt="0"/>
      <dgm:spPr/>
    </dgm:pt>
    <dgm:pt modelId="{F28E5954-9465-4BCD-A341-5155A9B08E9C}" type="pres">
      <dgm:prSet presAssocID="{8748D79B-A983-4F9C-A2ED-0EC42CEC02EF}" presName="Name9" presStyleLbl="sibTrans2D1" presStyleIdx="0" presStyleCnt="3"/>
      <dgm:spPr/>
    </dgm:pt>
    <dgm:pt modelId="{6E9F583D-AAB5-4883-B4F3-12A1F46E6D53}" type="pres">
      <dgm:prSet presAssocID="{E37797AC-1D34-4311-9F88-B0493BA93C37}" presName="composite2" presStyleCnt="0"/>
      <dgm:spPr/>
    </dgm:pt>
    <dgm:pt modelId="{FBC8AAF2-3D5C-469E-B736-C6B597FDCD33}" type="pres">
      <dgm:prSet presAssocID="{E37797AC-1D34-4311-9F88-B0493BA93C37}" presName="dummyNode2" presStyleLbl="node1" presStyleIdx="0" presStyleCnt="4"/>
      <dgm:spPr/>
    </dgm:pt>
    <dgm:pt modelId="{DD5EB73B-348C-4F9D-B4F7-DBBA2257D09A}" type="pres">
      <dgm:prSet presAssocID="{E37797AC-1D34-4311-9F88-B0493BA93C37}" presName="childNode2" presStyleLbl="bgAcc1" presStyleIdx="1" presStyleCnt="4" custScaleY="80061" custLinFactNeighborX="-1810" custLinFactNeighborY="3840">
        <dgm:presLayoutVars>
          <dgm:bulletEnabled val="1"/>
        </dgm:presLayoutVars>
      </dgm:prSet>
      <dgm:spPr/>
    </dgm:pt>
    <dgm:pt modelId="{1C1E7FD3-DDFA-4483-A982-3B22D731C2D0}" type="pres">
      <dgm:prSet presAssocID="{E37797AC-1D34-4311-9F88-B0493BA93C37}" presName="childNode2tx" presStyleLbl="bgAcc1" presStyleIdx="1" presStyleCnt="4">
        <dgm:presLayoutVars>
          <dgm:bulletEnabled val="1"/>
        </dgm:presLayoutVars>
      </dgm:prSet>
      <dgm:spPr/>
    </dgm:pt>
    <dgm:pt modelId="{7D250A86-594B-488C-886A-973546D91DE4}" type="pres">
      <dgm:prSet presAssocID="{E37797AC-1D34-4311-9F88-B0493BA93C37}" presName="parentNode2" presStyleLbl="node1" presStyleIdx="1" presStyleCnt="4" custScaleX="142656" custScaleY="135901">
        <dgm:presLayoutVars>
          <dgm:chMax val="0"/>
          <dgm:bulletEnabled val="1"/>
        </dgm:presLayoutVars>
      </dgm:prSet>
      <dgm:spPr/>
    </dgm:pt>
    <dgm:pt modelId="{9A65BD11-CA0D-45F0-A8B8-A343C6EA9677}" type="pres">
      <dgm:prSet presAssocID="{E37797AC-1D34-4311-9F88-B0493BA93C37}" presName="connSite2" presStyleCnt="0"/>
      <dgm:spPr/>
    </dgm:pt>
    <dgm:pt modelId="{6F7954C5-4420-4EC2-97A2-9C662575B52C}" type="pres">
      <dgm:prSet presAssocID="{0EB74CDE-A53F-4C49-8CD7-78B06BAA1361}" presName="Name18" presStyleLbl="sibTrans2D1" presStyleIdx="1" presStyleCnt="3"/>
      <dgm:spPr/>
    </dgm:pt>
    <dgm:pt modelId="{EC30FCA2-FA34-4511-896D-CD09FA96E5FE}" type="pres">
      <dgm:prSet presAssocID="{A2B999DF-93D9-44B2-82DC-905EBEA1E8DF}" presName="composite1" presStyleCnt="0"/>
      <dgm:spPr/>
    </dgm:pt>
    <dgm:pt modelId="{79CD1D93-F78E-4546-B52D-7D7076E14CBD}" type="pres">
      <dgm:prSet presAssocID="{A2B999DF-93D9-44B2-82DC-905EBEA1E8DF}" presName="dummyNode1" presStyleLbl="node1" presStyleIdx="1" presStyleCnt="4"/>
      <dgm:spPr/>
    </dgm:pt>
    <dgm:pt modelId="{9492F9C5-5679-4D37-9E75-0C9933B38804}" type="pres">
      <dgm:prSet presAssocID="{A2B999DF-93D9-44B2-82DC-905EBEA1E8DF}" presName="childNode1" presStyleLbl="bgAcc1" presStyleIdx="2" presStyleCnt="4" custScaleY="80061">
        <dgm:presLayoutVars>
          <dgm:bulletEnabled val="1"/>
        </dgm:presLayoutVars>
      </dgm:prSet>
      <dgm:spPr/>
    </dgm:pt>
    <dgm:pt modelId="{6028F49A-E707-4FD5-81C4-13552686B461}" type="pres">
      <dgm:prSet presAssocID="{A2B999DF-93D9-44B2-82DC-905EBEA1E8DF}" presName="childNode1tx" presStyleLbl="bgAcc1" presStyleIdx="2" presStyleCnt="4">
        <dgm:presLayoutVars>
          <dgm:bulletEnabled val="1"/>
        </dgm:presLayoutVars>
      </dgm:prSet>
      <dgm:spPr/>
    </dgm:pt>
    <dgm:pt modelId="{CDE4BDDD-38BE-48E0-BC3D-9168CFCFE8AB}" type="pres">
      <dgm:prSet presAssocID="{A2B999DF-93D9-44B2-82DC-905EBEA1E8DF}" presName="parentNode1" presStyleLbl="node1" presStyleIdx="2" presStyleCnt="4" custScaleX="142656" custScaleY="135901">
        <dgm:presLayoutVars>
          <dgm:chMax val="1"/>
          <dgm:bulletEnabled val="1"/>
        </dgm:presLayoutVars>
      </dgm:prSet>
      <dgm:spPr/>
    </dgm:pt>
    <dgm:pt modelId="{FD227D25-BEE0-4E30-9B8E-4331207904DD}" type="pres">
      <dgm:prSet presAssocID="{A2B999DF-93D9-44B2-82DC-905EBEA1E8DF}" presName="connSite1" presStyleCnt="0"/>
      <dgm:spPr/>
    </dgm:pt>
    <dgm:pt modelId="{D3B5090C-6958-466F-93FA-DDB02F8C161B}" type="pres">
      <dgm:prSet presAssocID="{4DE5330A-A5D0-465F-9271-9816DFA1A766}" presName="Name9" presStyleLbl="sibTrans2D1" presStyleIdx="2" presStyleCnt="3"/>
      <dgm:spPr/>
    </dgm:pt>
    <dgm:pt modelId="{8FC377B9-D2F1-41C1-BB3A-E05B25AFF398}" type="pres">
      <dgm:prSet presAssocID="{F2774DBB-55E4-4B1A-B3F0-10491C3403F6}" presName="composite2" presStyleCnt="0"/>
      <dgm:spPr/>
    </dgm:pt>
    <dgm:pt modelId="{5E1DD417-4669-4CF5-A8B2-A457C0DE81E4}" type="pres">
      <dgm:prSet presAssocID="{F2774DBB-55E4-4B1A-B3F0-10491C3403F6}" presName="dummyNode2" presStyleLbl="node1" presStyleIdx="2" presStyleCnt="4"/>
      <dgm:spPr/>
    </dgm:pt>
    <dgm:pt modelId="{4E6F0CD6-BDA4-489E-9C1A-0C25A24A0AC7}" type="pres">
      <dgm:prSet presAssocID="{F2774DBB-55E4-4B1A-B3F0-10491C3403F6}" presName="childNode2" presStyleLbl="bgAcc1" presStyleIdx="3" presStyleCnt="4" custScaleY="80061">
        <dgm:presLayoutVars>
          <dgm:bulletEnabled val="1"/>
        </dgm:presLayoutVars>
      </dgm:prSet>
      <dgm:spPr/>
    </dgm:pt>
    <dgm:pt modelId="{EF01B2FF-227F-465D-AF63-8D48E4DCE33F}" type="pres">
      <dgm:prSet presAssocID="{F2774DBB-55E4-4B1A-B3F0-10491C3403F6}" presName="childNode2tx" presStyleLbl="bgAcc1" presStyleIdx="3" presStyleCnt="4">
        <dgm:presLayoutVars>
          <dgm:bulletEnabled val="1"/>
        </dgm:presLayoutVars>
      </dgm:prSet>
      <dgm:spPr/>
    </dgm:pt>
    <dgm:pt modelId="{CEE0D624-ED32-4E60-ACFC-E56298DD543F}" type="pres">
      <dgm:prSet presAssocID="{F2774DBB-55E4-4B1A-B3F0-10491C3403F6}" presName="parentNode2" presStyleLbl="node1" presStyleIdx="3" presStyleCnt="4" custScaleX="142656" custScaleY="135901">
        <dgm:presLayoutVars>
          <dgm:chMax val="0"/>
          <dgm:bulletEnabled val="1"/>
        </dgm:presLayoutVars>
      </dgm:prSet>
      <dgm:spPr/>
    </dgm:pt>
    <dgm:pt modelId="{F7788C92-F36A-4179-AF55-9EEB843F3E9B}" type="pres">
      <dgm:prSet presAssocID="{F2774DBB-55E4-4B1A-B3F0-10491C3403F6}" presName="connSite2" presStyleCnt="0"/>
      <dgm:spPr/>
    </dgm:pt>
  </dgm:ptLst>
  <dgm:cxnLst>
    <dgm:cxn modelId="{BCDA4F04-5489-4E1F-8CE8-0497B4353D51}" type="presOf" srcId="{6A90829A-CED1-41AA-8D66-9A9E319A1538}" destId="{9492F9C5-5679-4D37-9E75-0C9933B38804}" srcOrd="0" destOrd="2" presId="urn:microsoft.com/office/officeart/2005/8/layout/hProcess4"/>
    <dgm:cxn modelId="{427D0B06-220C-4601-BB26-72E0414686EB}" type="presOf" srcId="{46B272D9-637C-4601-9486-3880AAABE4D4}" destId="{1C1E7FD3-DDFA-4483-A982-3B22D731C2D0}" srcOrd="1" destOrd="1" presId="urn:microsoft.com/office/officeart/2005/8/layout/hProcess4"/>
    <dgm:cxn modelId="{59D13A12-8D48-4360-B092-40CEBD8D8234}" srcId="{E37797AC-1D34-4311-9F88-B0493BA93C37}" destId="{8226C25E-81B6-41FF-9FF0-91954495CCEE}" srcOrd="0" destOrd="0" parTransId="{BE210D62-2F50-4C7A-8C5F-E43A5B4AA8EC}" sibTransId="{1AED0B91-199A-4614-ABB4-DE84B6A8E333}"/>
    <dgm:cxn modelId="{BB670A14-23E0-4EF5-B752-BB5393E757AF}" srcId="{A2B999DF-93D9-44B2-82DC-905EBEA1E8DF}" destId="{D08439DF-088E-4DE1-9BE8-B7A2AB8A97AA}" srcOrd="1" destOrd="0" parTransId="{C0536AA6-7639-4C54-9691-54100AF18FEB}" sibTransId="{98F4C40D-5B35-4D97-90A0-49FCADBBA6C8}"/>
    <dgm:cxn modelId="{3DEB3D1B-C996-453D-9FA9-CE146D0AF81D}" type="presOf" srcId="{D08439DF-088E-4DE1-9BE8-B7A2AB8A97AA}" destId="{6028F49A-E707-4FD5-81C4-13552686B461}" srcOrd="1" destOrd="1" presId="urn:microsoft.com/office/officeart/2005/8/layout/hProcess4"/>
    <dgm:cxn modelId="{65EE1921-1E57-455D-BD8D-0A9556F642E0}" type="presOf" srcId="{83E555EE-0BFC-40B3-B488-1C5090CCA1FC}" destId="{EF01B2FF-227F-465D-AF63-8D48E4DCE33F}" srcOrd="1" destOrd="2" presId="urn:microsoft.com/office/officeart/2005/8/layout/hProcess4"/>
    <dgm:cxn modelId="{D8A29B22-0DEF-428E-B33E-AA404B47E5FB}" type="presOf" srcId="{8AABC05D-3D10-4E74-B3A4-09DE3F1747AB}" destId="{3DC2B106-2316-4F57-8560-E7EEC646DEA1}" srcOrd="1" destOrd="0" presId="urn:microsoft.com/office/officeart/2005/8/layout/hProcess4"/>
    <dgm:cxn modelId="{EECF292D-E253-4A03-9AEF-0F1BCC8D36BF}" srcId="{EDF8A654-F815-4D21-A9B8-B1B955BFEC65}" destId="{F2774DBB-55E4-4B1A-B3F0-10491C3403F6}" srcOrd="3" destOrd="0" parTransId="{0DA933A8-C352-400F-9C9C-2B055443339A}" sibTransId="{A1E561D3-1737-4425-9A91-E94447A9E5D4}"/>
    <dgm:cxn modelId="{30C17B38-5410-4E82-B874-1E9BDF33653E}" type="presOf" srcId="{841BE4B8-2B3F-4C92-A059-EF888F776C71}" destId="{EF01B2FF-227F-465D-AF63-8D48E4DCE33F}" srcOrd="1" destOrd="0" presId="urn:microsoft.com/office/officeart/2005/8/layout/hProcess4"/>
    <dgm:cxn modelId="{BBC0613D-75BC-46A4-B8BF-27E601459C9E}" type="presOf" srcId="{A4881FD6-712E-43D3-BC35-B2DFA2A01DD7}" destId="{9492F9C5-5679-4D37-9E75-0C9933B38804}" srcOrd="0" destOrd="3" presId="urn:microsoft.com/office/officeart/2005/8/layout/hProcess4"/>
    <dgm:cxn modelId="{6AEFF93E-983A-40E1-A283-982A91CFEB09}" type="presOf" srcId="{4DE5330A-A5D0-465F-9271-9816DFA1A766}" destId="{D3B5090C-6958-466F-93FA-DDB02F8C161B}" srcOrd="0" destOrd="0" presId="urn:microsoft.com/office/officeart/2005/8/layout/hProcess4"/>
    <dgm:cxn modelId="{C5645C5F-AA2F-429E-BC17-4A03465A2D74}" type="presOf" srcId="{83E555EE-0BFC-40B3-B488-1C5090CCA1FC}" destId="{4E6F0CD6-BDA4-489E-9C1A-0C25A24A0AC7}" srcOrd="0" destOrd="2" presId="urn:microsoft.com/office/officeart/2005/8/layout/hProcess4"/>
    <dgm:cxn modelId="{3C9EB960-148D-444F-A94F-2C394C2B629A}" type="presOf" srcId="{0DD2C245-96C5-4E5B-A168-B2EE86E26A54}" destId="{EF01B2FF-227F-465D-AF63-8D48E4DCE33F}" srcOrd="1" destOrd="1" presId="urn:microsoft.com/office/officeart/2005/8/layout/hProcess4"/>
    <dgm:cxn modelId="{98656242-D1EA-454C-9F93-BB9986C1F3E6}" srcId="{A2B999DF-93D9-44B2-82DC-905EBEA1E8DF}" destId="{FDC60B8B-4212-41BC-91CB-7B4782052EE2}" srcOrd="0" destOrd="0" parTransId="{F369ADE9-2FFA-40F7-A7B1-FD12FEC6C33B}" sibTransId="{48F20130-2C9C-4377-BE5E-A7731FB4F0EA}"/>
    <dgm:cxn modelId="{96CAFB62-3EDE-4020-85CC-8D9919DE5C2C}" type="presOf" srcId="{0EB74CDE-A53F-4C49-8CD7-78B06BAA1361}" destId="{6F7954C5-4420-4EC2-97A2-9C662575B52C}" srcOrd="0" destOrd="0" presId="urn:microsoft.com/office/officeart/2005/8/layout/hProcess4"/>
    <dgm:cxn modelId="{8E380565-1D6F-4A9B-AED4-EB7E8A9232E2}" type="presOf" srcId="{809536D8-5A8E-4728-8049-2A8D537EAF8E}" destId="{CC8C2A43-358A-4997-ADAC-FD0720618953}" srcOrd="0" destOrd="2" presId="urn:microsoft.com/office/officeart/2005/8/layout/hProcess4"/>
    <dgm:cxn modelId="{690CDF65-1A79-431F-89C1-54B72C3F15E5}" type="presOf" srcId="{FDC60B8B-4212-41BC-91CB-7B4782052EE2}" destId="{6028F49A-E707-4FD5-81C4-13552686B461}" srcOrd="1" destOrd="0" presId="urn:microsoft.com/office/officeart/2005/8/layout/hProcess4"/>
    <dgm:cxn modelId="{F0DC4247-2478-4415-B43E-F46FAA41BF19}" srcId="{A2B999DF-93D9-44B2-82DC-905EBEA1E8DF}" destId="{6A90829A-CED1-41AA-8D66-9A9E319A1538}" srcOrd="2" destOrd="0" parTransId="{62C43740-58D3-4253-9E88-7EA26ED0A2B8}" sibTransId="{BB341F30-5175-4A63-AFB1-F0AB4ADCFE03}"/>
    <dgm:cxn modelId="{96D36D68-B84A-4553-8066-A8B422E36C4F}" type="presOf" srcId="{8748D79B-A983-4F9C-A2ED-0EC42CEC02EF}" destId="{F28E5954-9465-4BCD-A341-5155A9B08E9C}" srcOrd="0" destOrd="0" presId="urn:microsoft.com/office/officeart/2005/8/layout/hProcess4"/>
    <dgm:cxn modelId="{548D456B-A0E2-4B08-AEBA-A83CEF871774}" type="presOf" srcId="{8AABC05D-3D10-4E74-B3A4-09DE3F1747AB}" destId="{CC8C2A43-358A-4997-ADAC-FD0720618953}" srcOrd="0" destOrd="0" presId="urn:microsoft.com/office/officeart/2005/8/layout/hProcess4"/>
    <dgm:cxn modelId="{73BD534C-DA60-47C7-A671-F60841FCBB53}" type="presOf" srcId="{F2774DBB-55E4-4B1A-B3F0-10491C3403F6}" destId="{CEE0D624-ED32-4E60-ACFC-E56298DD543F}" srcOrd="0" destOrd="0" presId="urn:microsoft.com/office/officeart/2005/8/layout/hProcess4"/>
    <dgm:cxn modelId="{3C30394E-E27B-491C-94D6-22491178FE64}" type="presOf" srcId="{0DD2C245-96C5-4E5B-A168-B2EE86E26A54}" destId="{4E6F0CD6-BDA4-489E-9C1A-0C25A24A0AC7}" srcOrd="0" destOrd="1" presId="urn:microsoft.com/office/officeart/2005/8/layout/hProcess4"/>
    <dgm:cxn modelId="{6228D671-6E03-4644-8718-4C08C86B0C46}" type="presOf" srcId="{B1EB9864-CFD6-4115-93BE-742BC7A99911}" destId="{CC8C2A43-358A-4997-ADAC-FD0720618953}" srcOrd="0" destOrd="1" presId="urn:microsoft.com/office/officeart/2005/8/layout/hProcess4"/>
    <dgm:cxn modelId="{FA630D56-4848-4097-9150-86D18AC28274}" type="presOf" srcId="{EDF8A654-F815-4D21-A9B8-B1B955BFEC65}" destId="{8861A2B4-F966-49DE-BCCE-2FA82CA8D797}" srcOrd="0" destOrd="0" presId="urn:microsoft.com/office/officeart/2005/8/layout/hProcess4"/>
    <dgm:cxn modelId="{6FC4277A-3D7A-4845-AA7D-0ADE61173DA9}" type="presOf" srcId="{8226C25E-81B6-41FF-9FF0-91954495CCEE}" destId="{1C1E7FD3-DDFA-4483-A982-3B22D731C2D0}" srcOrd="1" destOrd="0" presId="urn:microsoft.com/office/officeart/2005/8/layout/hProcess4"/>
    <dgm:cxn modelId="{DE1F367B-E475-4F6B-800A-A112D829BFA4}" type="presOf" srcId="{D08439DF-088E-4DE1-9BE8-B7A2AB8A97AA}" destId="{9492F9C5-5679-4D37-9E75-0C9933B38804}" srcOrd="0" destOrd="1" presId="urn:microsoft.com/office/officeart/2005/8/layout/hProcess4"/>
    <dgm:cxn modelId="{D900EF89-0B3C-4D94-A2B6-940F19BFFE45}" srcId="{F2774DBB-55E4-4B1A-B3F0-10491C3403F6}" destId="{841BE4B8-2B3F-4C92-A059-EF888F776C71}" srcOrd="0" destOrd="0" parTransId="{579F4F24-2E2A-4D62-83B9-FCF149247D6F}" sibTransId="{D7277B22-46A4-40B2-A629-6C41FB56C70F}"/>
    <dgm:cxn modelId="{7F4D9B8E-EB73-4B59-AE17-57A67F53151D}" type="presOf" srcId="{BF00021C-306F-4BFA-9A39-2547A9394A0D}" destId="{BC719CD4-4B8F-48AD-B708-9A99298E549A}" srcOrd="0" destOrd="0" presId="urn:microsoft.com/office/officeart/2005/8/layout/hProcess4"/>
    <dgm:cxn modelId="{C0C5C294-DCD0-4BA5-8DED-04BC41C9AE1E}" type="presOf" srcId="{809536D8-5A8E-4728-8049-2A8D537EAF8E}" destId="{3DC2B106-2316-4F57-8560-E7EEC646DEA1}" srcOrd="1" destOrd="2" presId="urn:microsoft.com/office/officeart/2005/8/layout/hProcess4"/>
    <dgm:cxn modelId="{3754D299-9399-4BE5-AC3A-2C5BEFFD457C}" srcId="{BF00021C-306F-4BFA-9A39-2547A9394A0D}" destId="{8AABC05D-3D10-4E74-B3A4-09DE3F1747AB}" srcOrd="0" destOrd="0" parTransId="{171431AB-EA4E-4FCE-B367-82E76712421D}" sibTransId="{82E4E61A-C4B8-4B0D-976C-1222354C4EA1}"/>
    <dgm:cxn modelId="{86C377A5-A08A-4887-AA62-EA26CF84A276}" srcId="{EDF8A654-F815-4D21-A9B8-B1B955BFEC65}" destId="{E37797AC-1D34-4311-9F88-B0493BA93C37}" srcOrd="1" destOrd="0" parTransId="{C577A214-54B9-4E09-9C8E-35290CE67734}" sibTransId="{0EB74CDE-A53F-4C49-8CD7-78B06BAA1361}"/>
    <dgm:cxn modelId="{418089AD-6597-42F5-85F1-F41465A7CA66}" srcId="{A2B999DF-93D9-44B2-82DC-905EBEA1E8DF}" destId="{A4881FD6-712E-43D3-BC35-B2DFA2A01DD7}" srcOrd="3" destOrd="0" parTransId="{93978BB8-583C-4F42-8BB9-B1E04CE0CCA2}" sibTransId="{160148A8-D139-4D40-97EA-FD07F329A695}"/>
    <dgm:cxn modelId="{91EEB9AD-7D55-4ABF-A987-D3D724DF4513}" srcId="{E37797AC-1D34-4311-9F88-B0493BA93C37}" destId="{46B272D9-637C-4601-9486-3880AAABE4D4}" srcOrd="1" destOrd="0" parTransId="{E6983D1C-AF14-4262-A944-14902724C4B0}" sibTransId="{8D28D023-6489-4C3B-B8BD-A386C4F607F3}"/>
    <dgm:cxn modelId="{93A9ACB4-637E-43FA-998F-00EF2AEAD1E0}" type="presOf" srcId="{46B272D9-637C-4601-9486-3880AAABE4D4}" destId="{DD5EB73B-348C-4F9D-B4F7-DBBA2257D09A}" srcOrd="0" destOrd="1" presId="urn:microsoft.com/office/officeart/2005/8/layout/hProcess4"/>
    <dgm:cxn modelId="{7EBAC0B7-BB6D-406E-A043-8551C585827D}" type="presOf" srcId="{B1EB9864-CFD6-4115-93BE-742BC7A99911}" destId="{3DC2B106-2316-4F57-8560-E7EEC646DEA1}" srcOrd="1" destOrd="1" presId="urn:microsoft.com/office/officeart/2005/8/layout/hProcess4"/>
    <dgm:cxn modelId="{750304B8-F60F-48BC-873F-3F1BD588B757}" type="presOf" srcId="{841BE4B8-2B3F-4C92-A059-EF888F776C71}" destId="{4E6F0CD6-BDA4-489E-9C1A-0C25A24A0AC7}" srcOrd="0" destOrd="0" presId="urn:microsoft.com/office/officeart/2005/8/layout/hProcess4"/>
    <dgm:cxn modelId="{547760BA-85E2-4161-94A0-617DF7597F18}" srcId="{F2774DBB-55E4-4B1A-B3F0-10491C3403F6}" destId="{83E555EE-0BFC-40B3-B488-1C5090CCA1FC}" srcOrd="2" destOrd="0" parTransId="{B749F48B-0765-4748-AB7D-A9A2D092702D}" sibTransId="{2C75CE63-D8FB-49A2-A830-462265733040}"/>
    <dgm:cxn modelId="{CFE641BE-A199-4FC4-9C8D-1EBDA39EE36E}" srcId="{BF00021C-306F-4BFA-9A39-2547A9394A0D}" destId="{809536D8-5A8E-4728-8049-2A8D537EAF8E}" srcOrd="2" destOrd="0" parTransId="{FA0E1BE5-85D6-497C-B52E-A1BBBC1900B5}" sibTransId="{A4CDC87F-1F1C-437E-8B6C-3F66DC299D14}"/>
    <dgm:cxn modelId="{D1C581C1-909A-4732-98EC-2F6979DF4C6E}" srcId="{EDF8A654-F815-4D21-A9B8-B1B955BFEC65}" destId="{BF00021C-306F-4BFA-9A39-2547A9394A0D}" srcOrd="0" destOrd="0" parTransId="{4A9263C3-1B68-4AF7-B241-C128831A2134}" sibTransId="{8748D79B-A983-4F9C-A2ED-0EC42CEC02EF}"/>
    <dgm:cxn modelId="{898540CB-9ED0-4877-ADD8-FC0E5F3CAF61}" type="presOf" srcId="{FDC60B8B-4212-41BC-91CB-7B4782052EE2}" destId="{9492F9C5-5679-4D37-9E75-0C9933B38804}" srcOrd="0" destOrd="0" presId="urn:microsoft.com/office/officeart/2005/8/layout/hProcess4"/>
    <dgm:cxn modelId="{9F5EFCD0-8900-4300-B1A0-81F56F4684DA}" srcId="{F2774DBB-55E4-4B1A-B3F0-10491C3403F6}" destId="{0DD2C245-96C5-4E5B-A168-B2EE86E26A54}" srcOrd="1" destOrd="0" parTransId="{D823E142-2865-4C0D-8D14-B9544CF14754}" sibTransId="{CB44E5B3-16EB-4672-AF78-E9AD25A3D195}"/>
    <dgm:cxn modelId="{5F3444D6-9752-4AFB-8980-A93FEAA33DC5}" type="presOf" srcId="{A4881FD6-712E-43D3-BC35-B2DFA2A01DD7}" destId="{6028F49A-E707-4FD5-81C4-13552686B461}" srcOrd="1" destOrd="3" presId="urn:microsoft.com/office/officeart/2005/8/layout/hProcess4"/>
    <dgm:cxn modelId="{BF09E8E6-4784-4843-A7A1-ECB72067919E}" srcId="{EDF8A654-F815-4D21-A9B8-B1B955BFEC65}" destId="{A2B999DF-93D9-44B2-82DC-905EBEA1E8DF}" srcOrd="2" destOrd="0" parTransId="{7DB3A6E8-BD9F-4C4F-B57B-5686D8D7DDF6}" sibTransId="{4DE5330A-A5D0-465F-9271-9816DFA1A766}"/>
    <dgm:cxn modelId="{21629DE8-5CD1-4F04-8EB7-8132A9D3A2ED}" type="presOf" srcId="{8226C25E-81B6-41FF-9FF0-91954495CCEE}" destId="{DD5EB73B-348C-4F9D-B4F7-DBBA2257D09A}" srcOrd="0" destOrd="0" presId="urn:microsoft.com/office/officeart/2005/8/layout/hProcess4"/>
    <dgm:cxn modelId="{9554B6EB-7180-41D1-9DD8-6866902B7866}" type="presOf" srcId="{6A90829A-CED1-41AA-8D66-9A9E319A1538}" destId="{6028F49A-E707-4FD5-81C4-13552686B461}" srcOrd="1" destOrd="2" presId="urn:microsoft.com/office/officeart/2005/8/layout/hProcess4"/>
    <dgm:cxn modelId="{1DC656EC-24D0-4F8C-9244-DE021A520EBB}" type="presOf" srcId="{A2B999DF-93D9-44B2-82DC-905EBEA1E8DF}" destId="{CDE4BDDD-38BE-48E0-BC3D-9168CFCFE8AB}" srcOrd="0" destOrd="0" presId="urn:microsoft.com/office/officeart/2005/8/layout/hProcess4"/>
    <dgm:cxn modelId="{357BB8F0-BBF6-419C-908E-821664C4302F}" srcId="{BF00021C-306F-4BFA-9A39-2547A9394A0D}" destId="{B1EB9864-CFD6-4115-93BE-742BC7A99911}" srcOrd="1" destOrd="0" parTransId="{0A7E334B-962F-4879-85C6-A1D7F8EC5B23}" sibTransId="{CE6B7988-3B3F-4939-B909-01ACE340FC75}"/>
    <dgm:cxn modelId="{D0FD36FC-A307-4D59-BE13-ABEF2D563492}" type="presOf" srcId="{E37797AC-1D34-4311-9F88-B0493BA93C37}" destId="{7D250A86-594B-488C-886A-973546D91DE4}" srcOrd="0" destOrd="0" presId="urn:microsoft.com/office/officeart/2005/8/layout/hProcess4"/>
    <dgm:cxn modelId="{59E31E22-C11E-423E-9D17-6DF13546381B}" type="presParOf" srcId="{8861A2B4-F966-49DE-BCCE-2FA82CA8D797}" destId="{76AE971A-1D46-4CEC-B483-F125D45F2179}" srcOrd="0" destOrd="0" presId="urn:microsoft.com/office/officeart/2005/8/layout/hProcess4"/>
    <dgm:cxn modelId="{295FDB1B-5EBD-4B63-9CB7-AE7521401628}" type="presParOf" srcId="{8861A2B4-F966-49DE-BCCE-2FA82CA8D797}" destId="{65BE8523-8A7E-4EAB-B480-5A679EFB71D0}" srcOrd="1" destOrd="0" presId="urn:microsoft.com/office/officeart/2005/8/layout/hProcess4"/>
    <dgm:cxn modelId="{EFE79FE4-CA87-4EEA-A278-EE01E001CA3A}" type="presParOf" srcId="{8861A2B4-F966-49DE-BCCE-2FA82CA8D797}" destId="{B1B5F6F5-88C9-44DE-A5AA-8C65811DA8E6}" srcOrd="2" destOrd="0" presId="urn:microsoft.com/office/officeart/2005/8/layout/hProcess4"/>
    <dgm:cxn modelId="{2ADED40A-372A-4833-8CAD-EA11DF215FD7}" type="presParOf" srcId="{B1B5F6F5-88C9-44DE-A5AA-8C65811DA8E6}" destId="{821AF1AB-543F-4E1D-BFD9-DB60B6C1CFEE}" srcOrd="0" destOrd="0" presId="urn:microsoft.com/office/officeart/2005/8/layout/hProcess4"/>
    <dgm:cxn modelId="{9189D5EA-396F-46DE-9C7E-F543FE3B0795}" type="presParOf" srcId="{821AF1AB-543F-4E1D-BFD9-DB60B6C1CFEE}" destId="{B471870A-0B38-402B-9707-FDA88C0B1C7D}" srcOrd="0" destOrd="0" presId="urn:microsoft.com/office/officeart/2005/8/layout/hProcess4"/>
    <dgm:cxn modelId="{24F56732-6B53-4FDF-9782-08F84A31D6F5}" type="presParOf" srcId="{821AF1AB-543F-4E1D-BFD9-DB60B6C1CFEE}" destId="{CC8C2A43-358A-4997-ADAC-FD0720618953}" srcOrd="1" destOrd="0" presId="urn:microsoft.com/office/officeart/2005/8/layout/hProcess4"/>
    <dgm:cxn modelId="{632B5A9D-78E3-4985-91ED-EB3C17E68407}" type="presParOf" srcId="{821AF1AB-543F-4E1D-BFD9-DB60B6C1CFEE}" destId="{3DC2B106-2316-4F57-8560-E7EEC646DEA1}" srcOrd="2" destOrd="0" presId="urn:microsoft.com/office/officeart/2005/8/layout/hProcess4"/>
    <dgm:cxn modelId="{54BF6220-0617-48F7-B3D0-C6C0183D22F0}" type="presParOf" srcId="{821AF1AB-543F-4E1D-BFD9-DB60B6C1CFEE}" destId="{BC719CD4-4B8F-48AD-B708-9A99298E549A}" srcOrd="3" destOrd="0" presId="urn:microsoft.com/office/officeart/2005/8/layout/hProcess4"/>
    <dgm:cxn modelId="{74D215C2-7774-4836-9400-3E9B724D3A5B}" type="presParOf" srcId="{821AF1AB-543F-4E1D-BFD9-DB60B6C1CFEE}" destId="{B7CD0A02-54D0-4EDD-8424-CB67811FF6E4}" srcOrd="4" destOrd="0" presId="urn:microsoft.com/office/officeart/2005/8/layout/hProcess4"/>
    <dgm:cxn modelId="{AF3AD1BB-A0A2-471D-8E48-E11CAE6EE59E}" type="presParOf" srcId="{B1B5F6F5-88C9-44DE-A5AA-8C65811DA8E6}" destId="{F28E5954-9465-4BCD-A341-5155A9B08E9C}" srcOrd="1" destOrd="0" presId="urn:microsoft.com/office/officeart/2005/8/layout/hProcess4"/>
    <dgm:cxn modelId="{53272F0B-8C12-4175-8193-AB8CE171129A}" type="presParOf" srcId="{B1B5F6F5-88C9-44DE-A5AA-8C65811DA8E6}" destId="{6E9F583D-AAB5-4883-B4F3-12A1F46E6D53}" srcOrd="2" destOrd="0" presId="urn:microsoft.com/office/officeart/2005/8/layout/hProcess4"/>
    <dgm:cxn modelId="{51CD45B6-EB2A-4302-9A37-4D2773B165AD}" type="presParOf" srcId="{6E9F583D-AAB5-4883-B4F3-12A1F46E6D53}" destId="{FBC8AAF2-3D5C-469E-B736-C6B597FDCD33}" srcOrd="0" destOrd="0" presId="urn:microsoft.com/office/officeart/2005/8/layout/hProcess4"/>
    <dgm:cxn modelId="{2E9433C4-D452-4557-A1F8-0ABA2FE6A510}" type="presParOf" srcId="{6E9F583D-AAB5-4883-B4F3-12A1F46E6D53}" destId="{DD5EB73B-348C-4F9D-B4F7-DBBA2257D09A}" srcOrd="1" destOrd="0" presId="urn:microsoft.com/office/officeart/2005/8/layout/hProcess4"/>
    <dgm:cxn modelId="{21012F26-329B-41D6-BD40-C7649AFAA4E3}" type="presParOf" srcId="{6E9F583D-AAB5-4883-B4F3-12A1F46E6D53}" destId="{1C1E7FD3-DDFA-4483-A982-3B22D731C2D0}" srcOrd="2" destOrd="0" presId="urn:microsoft.com/office/officeart/2005/8/layout/hProcess4"/>
    <dgm:cxn modelId="{A8270E16-5957-4017-A96C-45FC2C548F04}" type="presParOf" srcId="{6E9F583D-AAB5-4883-B4F3-12A1F46E6D53}" destId="{7D250A86-594B-488C-886A-973546D91DE4}" srcOrd="3" destOrd="0" presId="urn:microsoft.com/office/officeart/2005/8/layout/hProcess4"/>
    <dgm:cxn modelId="{9AD68E46-93D2-4B12-82D8-78E0CE622AA5}" type="presParOf" srcId="{6E9F583D-AAB5-4883-B4F3-12A1F46E6D53}" destId="{9A65BD11-CA0D-45F0-A8B8-A343C6EA9677}" srcOrd="4" destOrd="0" presId="urn:microsoft.com/office/officeart/2005/8/layout/hProcess4"/>
    <dgm:cxn modelId="{6C5278DC-D4E7-4E31-A577-6D4722935D38}" type="presParOf" srcId="{B1B5F6F5-88C9-44DE-A5AA-8C65811DA8E6}" destId="{6F7954C5-4420-4EC2-97A2-9C662575B52C}" srcOrd="3" destOrd="0" presId="urn:microsoft.com/office/officeart/2005/8/layout/hProcess4"/>
    <dgm:cxn modelId="{EDEAA2E9-C4B9-4925-9447-B950C8D48D11}" type="presParOf" srcId="{B1B5F6F5-88C9-44DE-A5AA-8C65811DA8E6}" destId="{EC30FCA2-FA34-4511-896D-CD09FA96E5FE}" srcOrd="4" destOrd="0" presId="urn:microsoft.com/office/officeart/2005/8/layout/hProcess4"/>
    <dgm:cxn modelId="{DE621E94-516C-44C2-8C5C-8E52D431821C}" type="presParOf" srcId="{EC30FCA2-FA34-4511-896D-CD09FA96E5FE}" destId="{79CD1D93-F78E-4546-B52D-7D7076E14CBD}" srcOrd="0" destOrd="0" presId="urn:microsoft.com/office/officeart/2005/8/layout/hProcess4"/>
    <dgm:cxn modelId="{824C7897-2BD8-4246-95D3-B9017D163D0F}" type="presParOf" srcId="{EC30FCA2-FA34-4511-896D-CD09FA96E5FE}" destId="{9492F9C5-5679-4D37-9E75-0C9933B38804}" srcOrd="1" destOrd="0" presId="urn:microsoft.com/office/officeart/2005/8/layout/hProcess4"/>
    <dgm:cxn modelId="{9E1AF51F-46D9-49B6-B6A6-9D7F104194FD}" type="presParOf" srcId="{EC30FCA2-FA34-4511-896D-CD09FA96E5FE}" destId="{6028F49A-E707-4FD5-81C4-13552686B461}" srcOrd="2" destOrd="0" presId="urn:microsoft.com/office/officeart/2005/8/layout/hProcess4"/>
    <dgm:cxn modelId="{A300F51E-BB19-40FE-B46F-5CD84AD07285}" type="presParOf" srcId="{EC30FCA2-FA34-4511-896D-CD09FA96E5FE}" destId="{CDE4BDDD-38BE-48E0-BC3D-9168CFCFE8AB}" srcOrd="3" destOrd="0" presId="urn:microsoft.com/office/officeart/2005/8/layout/hProcess4"/>
    <dgm:cxn modelId="{353C90EB-81E8-4842-A513-3B7D5E5E524C}" type="presParOf" srcId="{EC30FCA2-FA34-4511-896D-CD09FA96E5FE}" destId="{FD227D25-BEE0-4E30-9B8E-4331207904DD}" srcOrd="4" destOrd="0" presId="urn:microsoft.com/office/officeart/2005/8/layout/hProcess4"/>
    <dgm:cxn modelId="{E4DF9531-30D5-4779-9684-B7D78EDB43F2}" type="presParOf" srcId="{B1B5F6F5-88C9-44DE-A5AA-8C65811DA8E6}" destId="{D3B5090C-6958-466F-93FA-DDB02F8C161B}" srcOrd="5" destOrd="0" presId="urn:microsoft.com/office/officeart/2005/8/layout/hProcess4"/>
    <dgm:cxn modelId="{0FBC936A-1339-4665-B0D6-AAE3BD97236B}" type="presParOf" srcId="{B1B5F6F5-88C9-44DE-A5AA-8C65811DA8E6}" destId="{8FC377B9-D2F1-41C1-BB3A-E05B25AFF398}" srcOrd="6" destOrd="0" presId="urn:microsoft.com/office/officeart/2005/8/layout/hProcess4"/>
    <dgm:cxn modelId="{FBD15ED4-0149-43FA-973B-A7A68D34D6D5}" type="presParOf" srcId="{8FC377B9-D2F1-41C1-BB3A-E05B25AFF398}" destId="{5E1DD417-4669-4CF5-A8B2-A457C0DE81E4}" srcOrd="0" destOrd="0" presId="urn:microsoft.com/office/officeart/2005/8/layout/hProcess4"/>
    <dgm:cxn modelId="{EE9389BC-CD8C-42BA-8B40-5D4A89AC12A9}" type="presParOf" srcId="{8FC377B9-D2F1-41C1-BB3A-E05B25AFF398}" destId="{4E6F0CD6-BDA4-489E-9C1A-0C25A24A0AC7}" srcOrd="1" destOrd="0" presId="urn:microsoft.com/office/officeart/2005/8/layout/hProcess4"/>
    <dgm:cxn modelId="{ACDD55AD-A459-4E27-8E15-8A9415478560}" type="presParOf" srcId="{8FC377B9-D2F1-41C1-BB3A-E05B25AFF398}" destId="{EF01B2FF-227F-465D-AF63-8D48E4DCE33F}" srcOrd="2" destOrd="0" presId="urn:microsoft.com/office/officeart/2005/8/layout/hProcess4"/>
    <dgm:cxn modelId="{A999F320-CCDF-4509-9D78-D3C7724648B6}" type="presParOf" srcId="{8FC377B9-D2F1-41C1-BB3A-E05B25AFF398}" destId="{CEE0D624-ED32-4E60-ACFC-E56298DD543F}" srcOrd="3" destOrd="0" presId="urn:microsoft.com/office/officeart/2005/8/layout/hProcess4"/>
    <dgm:cxn modelId="{93B6502D-6330-4ED7-A611-7EB691D8A1FF}" type="presParOf" srcId="{8FC377B9-D2F1-41C1-BB3A-E05B25AFF398}" destId="{F7788C92-F36A-4179-AF55-9EEB843F3E9B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C2A43-358A-4997-ADAC-FD0720618953}">
      <dsp:nvSpPr>
        <dsp:cNvPr id="0" name=""/>
        <dsp:cNvSpPr/>
      </dsp:nvSpPr>
      <dsp:spPr>
        <a:xfrm>
          <a:off x="493" y="1436593"/>
          <a:ext cx="1699829" cy="1122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Communication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Scheduling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Data Request</a:t>
          </a:r>
          <a:endParaRPr lang="en-UG" sz="1200" kern="1200"/>
        </a:p>
      </dsp:txBody>
      <dsp:txXfrm>
        <a:off x="26324" y="1462424"/>
        <a:ext cx="1648167" cy="830269"/>
      </dsp:txXfrm>
    </dsp:sp>
    <dsp:sp modelId="{F28E5954-9465-4BCD-A341-5155A9B08E9C}">
      <dsp:nvSpPr>
        <dsp:cNvPr id="0" name=""/>
        <dsp:cNvSpPr/>
      </dsp:nvSpPr>
      <dsp:spPr>
        <a:xfrm>
          <a:off x="929202" y="1445497"/>
          <a:ext cx="2311427" cy="2311427"/>
        </a:xfrm>
        <a:prstGeom prst="leftCircularArrow">
          <a:avLst>
            <a:gd name="adj1" fmla="val 3129"/>
            <a:gd name="adj2" fmla="val 384804"/>
            <a:gd name="adj3" fmla="val 2255441"/>
            <a:gd name="adj4" fmla="val 9119615"/>
            <a:gd name="adj5" fmla="val 365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19CD4-4B8F-48AD-B708-9A99298E549A}">
      <dsp:nvSpPr>
        <dsp:cNvPr id="0" name=""/>
        <dsp:cNvSpPr/>
      </dsp:nvSpPr>
      <dsp:spPr>
        <a:xfrm>
          <a:off x="55976" y="2290538"/>
          <a:ext cx="2155473" cy="816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M" sz="2500" kern="1200"/>
            <a:t>Engagement</a:t>
          </a:r>
          <a:endParaRPr lang="en-UG" sz="2500" kern="1200"/>
        </a:p>
      </dsp:txBody>
      <dsp:txXfrm>
        <a:off x="79893" y="2314455"/>
        <a:ext cx="2107639" cy="768738"/>
      </dsp:txXfrm>
    </dsp:sp>
    <dsp:sp modelId="{DD5EB73B-348C-4F9D-B4F7-DBBA2257D09A}">
      <dsp:nvSpPr>
        <dsp:cNvPr id="0" name=""/>
        <dsp:cNvSpPr/>
      </dsp:nvSpPr>
      <dsp:spPr>
        <a:xfrm>
          <a:off x="2525060" y="1598287"/>
          <a:ext cx="1699829" cy="1122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Information Gathering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Interviews</a:t>
          </a:r>
          <a:endParaRPr lang="en-UG" sz="1200" kern="1200"/>
        </a:p>
      </dsp:txBody>
      <dsp:txXfrm>
        <a:off x="2550891" y="1864645"/>
        <a:ext cx="1648167" cy="830269"/>
      </dsp:txXfrm>
    </dsp:sp>
    <dsp:sp modelId="{6F7954C5-4420-4EC2-97A2-9C662575B52C}">
      <dsp:nvSpPr>
        <dsp:cNvPr id="0" name=""/>
        <dsp:cNvSpPr/>
      </dsp:nvSpPr>
      <dsp:spPr>
        <a:xfrm>
          <a:off x="3453188" y="309982"/>
          <a:ext cx="2563186" cy="2563186"/>
        </a:xfrm>
        <a:prstGeom prst="circularArrow">
          <a:avLst>
            <a:gd name="adj1" fmla="val 2821"/>
            <a:gd name="adj2" fmla="val 344512"/>
            <a:gd name="adj3" fmla="val 19483258"/>
            <a:gd name="adj4" fmla="val 12578791"/>
            <a:gd name="adj5" fmla="val 329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50A86-594B-488C-886A-973546D91DE4}">
      <dsp:nvSpPr>
        <dsp:cNvPr id="0" name=""/>
        <dsp:cNvSpPr/>
      </dsp:nvSpPr>
      <dsp:spPr>
        <a:xfrm>
          <a:off x="2611310" y="996391"/>
          <a:ext cx="2155473" cy="816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M" sz="2500" kern="1200"/>
            <a:t>Discovery</a:t>
          </a:r>
          <a:endParaRPr lang="en-UG" sz="2500" kern="1200"/>
        </a:p>
      </dsp:txBody>
      <dsp:txXfrm>
        <a:off x="2635227" y="1020308"/>
        <a:ext cx="2107639" cy="768738"/>
      </dsp:txXfrm>
    </dsp:sp>
    <dsp:sp modelId="{9492F9C5-5679-4D37-9E75-0C9933B38804}">
      <dsp:nvSpPr>
        <dsp:cNvPr id="0" name=""/>
        <dsp:cNvSpPr/>
      </dsp:nvSpPr>
      <dsp:spPr>
        <a:xfrm>
          <a:off x="5111161" y="1436593"/>
          <a:ext cx="1699829" cy="1122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R</a:t>
          </a:r>
          <a:r>
            <a:rPr lang="en-US" sz="1200" kern="1200"/>
            <a:t>e</a:t>
          </a:r>
          <a:r>
            <a:rPr lang="en-ZM" sz="1200" kern="1200"/>
            <a:t>plication 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Failover Testing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Cutover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Signoffs</a:t>
          </a:r>
          <a:endParaRPr lang="en-UG" sz="1200" kern="1200"/>
        </a:p>
      </dsp:txBody>
      <dsp:txXfrm>
        <a:off x="5136992" y="1462424"/>
        <a:ext cx="1648167" cy="830269"/>
      </dsp:txXfrm>
    </dsp:sp>
    <dsp:sp modelId="{D3B5090C-6958-466F-93FA-DDB02F8C161B}">
      <dsp:nvSpPr>
        <dsp:cNvPr id="0" name=""/>
        <dsp:cNvSpPr/>
      </dsp:nvSpPr>
      <dsp:spPr>
        <a:xfrm>
          <a:off x="6022687" y="1392563"/>
          <a:ext cx="2345985" cy="2345985"/>
        </a:xfrm>
        <a:prstGeom prst="leftCircularArrow">
          <a:avLst>
            <a:gd name="adj1" fmla="val 3083"/>
            <a:gd name="adj2" fmla="val 378724"/>
            <a:gd name="adj3" fmla="val 2150629"/>
            <a:gd name="adj4" fmla="val 9020884"/>
            <a:gd name="adj5" fmla="val 359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4BDDD-38BE-48E0-BC3D-9168CFCFE8AB}">
      <dsp:nvSpPr>
        <dsp:cNvPr id="0" name=""/>
        <dsp:cNvSpPr/>
      </dsp:nvSpPr>
      <dsp:spPr>
        <a:xfrm>
          <a:off x="5166644" y="2290538"/>
          <a:ext cx="2155473" cy="816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Migration</a:t>
          </a:r>
          <a:endParaRPr lang="en-UG" sz="2500" kern="1200"/>
        </a:p>
      </dsp:txBody>
      <dsp:txXfrm>
        <a:off x="5190561" y="2314455"/>
        <a:ext cx="2107639" cy="768738"/>
      </dsp:txXfrm>
    </dsp:sp>
    <dsp:sp modelId="{4E6F0CD6-BDA4-489E-9C1A-0C25A24A0AC7}">
      <dsp:nvSpPr>
        <dsp:cNvPr id="0" name=""/>
        <dsp:cNvSpPr/>
      </dsp:nvSpPr>
      <dsp:spPr>
        <a:xfrm>
          <a:off x="7666495" y="1544451"/>
          <a:ext cx="1699829" cy="1122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Post Migration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Communication</a:t>
          </a:r>
          <a:endParaRPr lang="en-UG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M" sz="1200" kern="1200"/>
            <a:t>Infrastructure Clean-up</a:t>
          </a:r>
          <a:endParaRPr lang="en-UG" sz="1200" kern="1200"/>
        </a:p>
      </dsp:txBody>
      <dsp:txXfrm>
        <a:off x="7692326" y="1810808"/>
        <a:ext cx="1648167" cy="830269"/>
      </dsp:txXfrm>
    </dsp:sp>
    <dsp:sp modelId="{CEE0D624-ED32-4E60-ACFC-E56298DD543F}">
      <dsp:nvSpPr>
        <dsp:cNvPr id="0" name=""/>
        <dsp:cNvSpPr/>
      </dsp:nvSpPr>
      <dsp:spPr>
        <a:xfrm>
          <a:off x="7721978" y="996391"/>
          <a:ext cx="2155473" cy="816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M" sz="2500" kern="1200"/>
            <a:t>Hand-off</a:t>
          </a:r>
          <a:endParaRPr lang="en-UG" sz="2500" kern="1200"/>
        </a:p>
      </dsp:txBody>
      <dsp:txXfrm>
        <a:off x="7745895" y="1020308"/>
        <a:ext cx="2107639" cy="768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06975-1FD2-414E-811E-C938A26CBFF1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F4F9A-3AAE-42CE-AED9-E9427CA8D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8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7201AB1-CA0A-614A-919B-04C2597CF91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8001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M"/>
              <a:t>W</a:t>
            </a:r>
            <a:r>
              <a:rPr lang="en-US"/>
              <a:t>h</a:t>
            </a:r>
            <a:r>
              <a:rPr lang="en-ZM" err="1"/>
              <a:t>i</a:t>
            </a:r>
            <a:r>
              <a:rPr lang="en-US"/>
              <a:t>l</a:t>
            </a:r>
            <a:r>
              <a:rPr lang="en-ZM"/>
              <a:t>e </a:t>
            </a:r>
            <a:r>
              <a:rPr lang="en-US"/>
              <a:t>s</a:t>
            </a:r>
            <a:r>
              <a:rPr lang="en-ZM"/>
              <a:t>e</a:t>
            </a:r>
            <a:r>
              <a:rPr lang="en-US"/>
              <a:t>q</a:t>
            </a:r>
            <a:r>
              <a:rPr lang="en-ZM"/>
              <a:t>u</a:t>
            </a:r>
            <a:r>
              <a:rPr lang="en-US"/>
              <a:t>e</a:t>
            </a:r>
            <a:r>
              <a:rPr lang="en-ZM"/>
              <a:t>n</a:t>
            </a:r>
            <a:r>
              <a:rPr lang="en-US"/>
              <a:t>t</a:t>
            </a:r>
            <a:r>
              <a:rPr lang="en-ZM" err="1"/>
              <a:t>i</a:t>
            </a:r>
            <a:r>
              <a:rPr lang="en-US"/>
              <a:t>a</a:t>
            </a:r>
            <a:r>
              <a:rPr lang="en-ZM"/>
              <a:t>l </a:t>
            </a:r>
            <a:r>
              <a:rPr lang="en-US"/>
              <a:t>n</a:t>
            </a:r>
            <a:r>
              <a:rPr lang="en-ZM"/>
              <a:t>o</a:t>
            </a:r>
            <a:r>
              <a:rPr lang="en-US"/>
              <a:t>t</a:t>
            </a:r>
            <a:r>
              <a:rPr lang="en-ZM"/>
              <a:t> </a:t>
            </a:r>
            <a:r>
              <a:rPr lang="en-US"/>
              <a:t>a</a:t>
            </a:r>
            <a:r>
              <a:rPr lang="en-ZM"/>
              <a:t>l</a:t>
            </a:r>
            <a:r>
              <a:rPr lang="en-US"/>
              <a:t>w</a:t>
            </a:r>
            <a:r>
              <a:rPr lang="en-ZM"/>
              <a:t>a</a:t>
            </a:r>
            <a:r>
              <a:rPr lang="en-US"/>
              <a:t>y</a:t>
            </a:r>
            <a:r>
              <a:rPr lang="en-ZM"/>
              <a:t>s </a:t>
            </a:r>
            <a:r>
              <a:rPr lang="en-US"/>
              <a:t>p</a:t>
            </a:r>
            <a:r>
              <a:rPr lang="en-ZM"/>
              <a:t>e</a:t>
            </a:r>
            <a:r>
              <a:rPr lang="en-US"/>
              <a:t>r</a:t>
            </a:r>
            <a:r>
              <a:rPr lang="en-ZM"/>
              <a:t>f</a:t>
            </a:r>
            <a:r>
              <a:rPr lang="en-US"/>
              <a:t>o</a:t>
            </a:r>
            <a:r>
              <a:rPr lang="en-ZM"/>
              <a:t>r</a:t>
            </a:r>
            <a:r>
              <a:rPr lang="en-US"/>
              <a:t>m</a:t>
            </a:r>
            <a:r>
              <a:rPr lang="en-ZM"/>
              <a:t> </a:t>
            </a:r>
            <a:r>
              <a:rPr lang="en-US"/>
              <a:t>i</a:t>
            </a:r>
            <a:r>
              <a:rPr lang="en-ZM"/>
              <a:t>n </a:t>
            </a:r>
            <a:r>
              <a:rPr lang="en-US"/>
              <a:t>t</a:t>
            </a:r>
            <a:r>
              <a:rPr lang="en-ZM"/>
              <a:t>his order</a:t>
            </a:r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7201AB1-CA0A-614A-919B-04C2597CF91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6293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B7201AB1-CA0A-614A-919B-04C2597CF91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13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E7E2-22C3-4F7E-909D-61CC2EDCC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A3C4B-D1F9-4E57-8176-5FEB5A10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846E9-D19C-44DD-9B97-7FBA9CF1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D2EB-FC47-405E-8F79-264F48F2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867DF-1613-4735-AB0A-B585AAB2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9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E958-3124-4F8B-80CD-C8B35857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107C-D738-4E95-9704-9A049137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17514-B555-4DEF-8D5E-2CF06AB1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4B8F-94AE-435F-A7A3-076FEA66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091AB-A101-452A-83E7-EE2A036E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9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4412-196F-40CB-9678-845D838F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18AF-C38A-4057-8FD2-E22FC7893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09891-5305-4C68-A207-B25B7572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D9D44-D66F-4C34-BDA2-112859E1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6F3F-2665-4692-A24D-A9D84037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6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04BB-C329-4AE3-8433-C963382B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4A08-F239-4140-BFDD-49A997159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23BC2-D1D5-4C9F-BFF2-58F72F2DF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66B88-EA86-46E5-925A-58889BE7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834D2-5FE7-4D2F-A7DC-8D594524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A99A4-B481-445A-B8D7-9C5B6938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2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56F-037E-4D5E-AB99-38185CA7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324A0-982F-46E1-A6A1-BA436110D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ECA61-2AB8-449C-80F0-2F59A3D1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CBC98-1355-4E77-8F02-648CD9129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1F34B-326A-4A19-A210-F1FC288E3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C2580-5ADA-456D-88A2-17EC6D5F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52669-FA40-49EF-8633-53510007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54555-3B12-456F-B2A0-EF8C6E17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43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A824B-997A-4693-91AD-24A137E1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E072F-199D-4F53-B9C2-79DAA738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21D21-5025-4FC6-928F-C8590BEC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64D47-298D-44C2-B440-422AD625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0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7AA3EF-FC86-4888-BEDB-9D1673F2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30158-0655-4653-813D-7DE170AA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F07BF-ADEA-4108-A3D5-3C21B477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7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1642-73E3-4391-A8D6-FBD7D2CD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0272-5504-4D64-AB9E-9D86D67A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A1383-EDEC-4223-9373-B5F69FDB8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2DD7A-DD60-458B-8584-A7760103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CE3BE-3F60-465D-B966-6DA38398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5E717-D907-4C9E-8D6D-4DE4C45B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7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15D0-DBC8-460E-8A78-8B5D77291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F89F4-A2B4-4133-8A85-B60E3E984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BE6D1-B785-48DA-B8A0-EE7BB6094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28CD6-D14B-4B5C-B5F7-75204D7E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EC664-B986-4B90-95AF-D0A27D2B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7578A-0B29-4EFC-8CE0-39E9BF31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7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0B99-6587-48E2-A363-E60C4AD5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34885-18F5-4E1B-AF57-1DC11A5BA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F7971-CF6A-46DA-9619-7C84A56A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B0ABC-8DCE-4E5C-B28A-FD9D3DE6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45C13-6D7E-4EE7-9E2C-11708EB0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0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CBF98-55C7-4166-B826-4A80A7C44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C7BA3-8B0D-4B3B-84E0-4B8130BA8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2F8E0-1BD9-4A49-987F-6920F3F9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7543-247D-4B36-ACDC-B5CF328E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ED8BC-BA2F-44B7-9954-3AF2070B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71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l="12500" r="2083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2661557"/>
            <a:ext cx="9144000" cy="20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6000"/>
              <a:buFont typeface="Montserrat"/>
              <a:buNone/>
              <a:defRPr sz="60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816928"/>
            <a:ext cx="9144000" cy="44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1F1E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2480" y="1061356"/>
            <a:ext cx="3147039" cy="1407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426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rgbClr val="F1F1E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441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3902" y="1869492"/>
            <a:ext cx="5164196" cy="2434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549" y="5215766"/>
            <a:ext cx="3266907" cy="140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3253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 type="secHead">
  <p:cSld name="5_Section Header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1F1E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1667" y="5725249"/>
            <a:ext cx="1042416" cy="93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8081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type="twoObj">
  <p:cSld name="1_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47785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32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 type="twoTxTwoObj">
  <p:cSld name="1_Comparis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 l="47785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197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 type="objTx">
  <p:cSld name="1_Content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60" name="Google Shape;60;p11"/>
          <p:cNvPicPr preferRelativeResize="0"/>
          <p:nvPr/>
        </p:nvPicPr>
        <p:blipFill rotWithShape="1">
          <a:blip r:embed="rId2">
            <a:alphaModFix/>
          </a:blip>
          <a:srcRect l="47785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0434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 type="picTx">
  <p:cSld name="1_Picture with Ca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66" name="Google Shape;66;p12"/>
          <p:cNvPicPr preferRelativeResize="0"/>
          <p:nvPr/>
        </p:nvPicPr>
        <p:blipFill rotWithShape="1">
          <a:blip r:embed="rId2">
            <a:alphaModFix/>
          </a:blip>
          <a:srcRect l="47785" r="48893"/>
          <a:stretch/>
        </p:blipFill>
        <p:spPr>
          <a:xfrm>
            <a:off x="5442" y="0"/>
            <a:ext cx="4049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46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 l="-8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1F1E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1667" y="5725249"/>
            <a:ext cx="1042416" cy="93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2350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8251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9308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8533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with Caption">
  <p:cSld name="3_Content with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6296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icture with Caption">
  <p:cSld name="4_Picture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74762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 rotWithShape="1">
          <a:blip r:embed="rId2">
            <a:alphaModFix/>
          </a:blip>
          <a:srcRect l="-8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1F1E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1667" y="5725249"/>
            <a:ext cx="1042416" cy="93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13676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062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7461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34156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90405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13100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5" name="Google Shape;145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60366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 rotWithShape="1">
          <a:blip r:embed="rId2">
            <a:alphaModFix/>
          </a:blip>
          <a:srcRect l="-8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1F1E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1667" y="5725249"/>
            <a:ext cx="1042416" cy="93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504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rgbClr val="F1F1E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92692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34534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1" name="Google Shape;17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31919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2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107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3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09988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">
  <p:cSld name="2_Content with Caption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84" name="Google Shape;18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4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76977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9" name="Google Shape;189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90" name="Google Shape;19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5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40137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6"/>
          <p:cNvPicPr preferRelativeResize="0"/>
          <p:nvPr/>
        </p:nvPicPr>
        <p:blipFill rotWithShape="1">
          <a:blip r:embed="rId2">
            <a:alphaModFix/>
          </a:blip>
          <a:srcRect l="-8" r="2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1F1E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96" name="Google Shape;19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1667" y="5725249"/>
            <a:ext cx="1042416" cy="93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34797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rgbClr val="F1F1E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7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2707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wo Content">
  <p:cSld name="5_Two Conten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4" name="Google Shape;204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5" name="Google Shape;205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6" name="Google Shape;206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57372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14" name="Google Shape;214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9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32451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>
  <p:cSld name="5_Title 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18" name="Google Shape;21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0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715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Blank">
  <p:cSld name="6_Blank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1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160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 with Caption">
  <p:cSld name="5_Content with Capti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6" name="Google Shape;226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27" name="Google Shape;227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2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6629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icture with Caption">
  <p:cSld name="5_Picture with Caption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1" name="Google Shape;231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32" name="Google Shape;232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3" name="Google Shape;23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3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5145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bg>
      <p:bgPr>
        <a:solidFill>
          <a:schemeClr val="lt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4"/>
          <p:cNvPicPr preferRelativeResize="0"/>
          <p:nvPr/>
        </p:nvPicPr>
        <p:blipFill rotWithShape="1">
          <a:blip r:embed="rId2">
            <a:alphaModFix/>
          </a:blip>
          <a:srcRect l="14"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F1F1E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8" name="Google Shape;238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1F1E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1F1E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B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A8A8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9" name="Google Shape;23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1667" y="5725249"/>
            <a:ext cx="1042416" cy="93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82323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rgbClr val="F1F1E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2" name="Google Shape;242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43" name="Google Shape;24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5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91787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">
  <p:cSld name="4_Two Conten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7" name="Google Shape;24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48" name="Google Shape;248;p4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49" name="Google Shape;24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6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58716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mparison">
  <p:cSld name="4_Compariso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3" name="Google Shape;253;p4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4" name="Google Shape;254;p4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5" name="Google Shape;255;p4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56" name="Google Shape;256;p4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57" name="Google Shape;257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7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76654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61" name="Google Shape;261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8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56751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 with Caption">
  <p:cSld name="4_Content with Caption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8" name="Google Shape;268;p5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9" name="Google Shape;269;p5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70" name="Google Shape;27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50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95916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icture with Caption">
  <p:cSld name="3_Picture with Caption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4" name="Google Shape;274;p5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5" name="Google Shape;275;p5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76" name="Google Shape;276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6102302"/>
            <a:ext cx="630283" cy="56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51"/>
          <p:cNvPicPr preferRelativeResize="0"/>
          <p:nvPr/>
        </p:nvPicPr>
        <p:blipFill rotWithShape="1">
          <a:blip r:embed="rId3">
            <a:alphaModFix/>
          </a:blip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73647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5616"/>
            <a:ext cx="10515600" cy="103111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304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pic>
        <p:nvPicPr>
          <p:cNvPr id="4" name="Picture 3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8FB6969-A1D7-407C-83B2-7A4B2D1097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9886" y="6034283"/>
            <a:ext cx="1542114" cy="68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9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90B9E-7DA6-4CDD-A742-7102772D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16807-7D68-45A8-AEBF-FE772C1C6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AC065-DBDA-469C-A866-8C37E6C7C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C5F83-1EAA-4E48-9448-F3D35121CEC2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A52B4-7A35-4036-8D2E-F9B9A7B0C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289BF-4947-4935-B6D6-BD7600990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7F625-3491-4789-9E78-3821EC66A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2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4000"/>
              <a:buFont typeface="Montserrat"/>
              <a:buNone/>
              <a:defRPr sz="4000" b="0" i="0" u="none" strike="noStrike" cap="none">
                <a:solidFill>
                  <a:srgbClr val="313A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13A59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13A5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2710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FE50-527C-49E2-AD04-6291F5302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0AB1E-06E3-4786-B794-8A1A85AA3B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9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75E6-DE81-4F33-AD22-07824C2F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731"/>
          </a:xfrm>
        </p:spPr>
        <p:txBody>
          <a:bodyPr/>
          <a:lstStyle/>
          <a:p>
            <a:r>
              <a:rPr lang="en-ZM">
                <a:latin typeface="Arial Black" panose="020B0A04020102020204" pitchFamily="34" charset="0"/>
              </a:rPr>
              <a:t>High-level </a:t>
            </a:r>
            <a:r>
              <a:rPr lang="en-US">
                <a:latin typeface="Arial Black" panose="020B0A04020102020204" pitchFamily="34" charset="0"/>
              </a:rPr>
              <a:t>Migration</a:t>
            </a:r>
            <a:r>
              <a:rPr lang="en-ZM">
                <a:latin typeface="Arial Black" panose="020B0A04020102020204" pitchFamily="34" charset="0"/>
              </a:rPr>
              <a:t> Process Flow</a:t>
            </a:r>
            <a:endParaRPr lang="en-UG">
              <a:latin typeface="Arial Black" panose="020B0A04020102020204" pitchFamily="34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C18875C-E1B6-40C7-9792-C97FB28987FA}"/>
              </a:ext>
            </a:extLst>
          </p:cNvPr>
          <p:cNvGraphicFramePr/>
          <p:nvPr/>
        </p:nvGraphicFramePr>
        <p:xfrm>
          <a:off x="1310373" y="2933398"/>
          <a:ext cx="9877946" cy="4103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1CC93C-5D0C-4B63-BBE8-F23C062845EE}"/>
              </a:ext>
            </a:extLst>
          </p:cNvPr>
          <p:cNvSpPr txBox="1"/>
          <p:nvPr/>
        </p:nvSpPr>
        <p:spPr>
          <a:xfrm>
            <a:off x="838200" y="1346042"/>
            <a:ext cx="105914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4-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p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ing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migrations for the volume of workloads in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Relativity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’s Chicago 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datace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r.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 slides detail the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p-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y-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step 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process, activities involved, along with i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dentify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ing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rol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s.  Although process is illustrated sequentially, </a:t>
            </a:r>
            <a:r>
              <a:rPr kumimoji="0" lang="en-ZM" sz="24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porti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</a:t>
            </a:r>
            <a:r>
              <a:rPr kumimoji="0" lang="en-ZM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of the process can be executed in parallel.</a:t>
            </a:r>
            <a:endParaRPr kumimoji="0" lang="en-UG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005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61172-A58D-471E-A5F4-5FF9D947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5799"/>
            <a:ext cx="10952449" cy="1066479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>
                <a:latin typeface="Arial Black" panose="020B0A04020102020204" pitchFamily="34" charset="0"/>
              </a:rPr>
              <a:t>Migration Process Flow -</a:t>
            </a:r>
            <a:r>
              <a:rPr lang="en-ZM">
                <a:latin typeface="Arial Black" panose="020B0A04020102020204" pitchFamily="34" charset="0"/>
              </a:rPr>
              <a:t> </a:t>
            </a:r>
            <a:r>
              <a:rPr lang="en-US">
                <a:latin typeface="Arial Black" panose="020B0A04020102020204" pitchFamily="34" charset="0"/>
              </a:rPr>
              <a:t>E</a:t>
            </a:r>
            <a:r>
              <a:rPr lang="en-ZM">
                <a:latin typeface="Arial Black" panose="020B0A04020102020204" pitchFamily="34" charset="0"/>
              </a:rPr>
              <a:t>n</a:t>
            </a:r>
            <a:r>
              <a:rPr lang="en-US">
                <a:latin typeface="Arial Black" panose="020B0A04020102020204" pitchFamily="34" charset="0"/>
              </a:rPr>
              <a:t>g</a:t>
            </a:r>
            <a:r>
              <a:rPr lang="en-ZM">
                <a:latin typeface="Arial Black" panose="020B0A04020102020204" pitchFamily="34" charset="0"/>
              </a:rPr>
              <a:t>a</a:t>
            </a:r>
            <a:r>
              <a:rPr lang="en-US">
                <a:latin typeface="Arial Black" panose="020B0A04020102020204" pitchFamily="34" charset="0"/>
              </a:rPr>
              <a:t>g</a:t>
            </a:r>
            <a:r>
              <a:rPr lang="en-ZM">
                <a:latin typeface="Arial Black" panose="020B0A04020102020204" pitchFamily="34" charset="0"/>
              </a:rPr>
              <a:t>e</a:t>
            </a:r>
            <a:r>
              <a:rPr lang="en-US">
                <a:latin typeface="Arial Black" panose="020B0A04020102020204" pitchFamily="34" charset="0"/>
              </a:rPr>
              <a:t>m</a:t>
            </a:r>
            <a:r>
              <a:rPr lang="en-ZM">
                <a:latin typeface="Arial Black" panose="020B0A04020102020204" pitchFamily="34" charset="0"/>
              </a:rPr>
              <a:t>e</a:t>
            </a:r>
            <a:r>
              <a:rPr lang="en-US">
                <a:latin typeface="Arial Black" panose="020B0A04020102020204" pitchFamily="34" charset="0"/>
              </a:rPr>
              <a:t>n</a:t>
            </a:r>
            <a:r>
              <a:rPr lang="en-ZM">
                <a:latin typeface="Arial Black" panose="020B0A04020102020204" pitchFamily="34" charset="0"/>
              </a:rPr>
              <a:t>t</a:t>
            </a:r>
            <a:endParaRPr lang="en-US">
              <a:latin typeface="Arial Black" panose="020B0A0402010202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53ACC11-92D9-4CAE-9409-F12F97EB02DA}"/>
              </a:ext>
            </a:extLst>
          </p:cNvPr>
          <p:cNvGrpSpPr/>
          <p:nvPr/>
        </p:nvGrpSpPr>
        <p:grpSpPr>
          <a:xfrm>
            <a:off x="6431168" y="1850613"/>
            <a:ext cx="1278388" cy="722259"/>
            <a:chOff x="1041816" y="1251679"/>
            <a:chExt cx="993240" cy="629586"/>
          </a:xfrm>
        </p:grpSpPr>
        <p:sp>
          <p:nvSpPr>
            <p:cNvPr id="78" name="Flowchart: Process 77">
              <a:extLst>
                <a:ext uri="{FF2B5EF4-FFF2-40B4-BE49-F238E27FC236}">
                  <a16:creationId xmlns:a16="http://schemas.microsoft.com/office/drawing/2014/main" id="{B142A976-262A-416D-9BB3-CEA7ADE332EE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B182955C-6A3B-4BAC-A022-894233F6DA49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G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</a:t>
              </a:r>
              <a:r>
                <a:rPr kumimoji="0" lang="en-ZM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u</a:t>
              </a:r>
              <a:r>
                <a:rPr kumimoji="0" lang="en-ZM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p(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</a:t>
              </a:r>
              <a:r>
                <a:rPr kumimoji="0" lang="en-ZM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)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confirmed w</a:t>
              </a:r>
              <a:r>
                <a:rPr kumimoji="0" lang="en-ZM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</a:t>
              </a:r>
              <a:r>
                <a:rPr kumimoji="0" lang="en-ZM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h</a:t>
              </a: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Product Owners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6F986C-D160-48B6-80C9-526ACD34F752}"/>
              </a:ext>
            </a:extLst>
          </p:cNvPr>
          <p:cNvGrpSpPr/>
          <p:nvPr/>
        </p:nvGrpSpPr>
        <p:grpSpPr>
          <a:xfrm>
            <a:off x="6434962" y="2788338"/>
            <a:ext cx="1278388" cy="722259"/>
            <a:chOff x="1041816" y="1251679"/>
            <a:chExt cx="993240" cy="629586"/>
          </a:xfrm>
        </p:grpSpPr>
        <p:sp>
          <p:nvSpPr>
            <p:cNvPr id="81" name="Flowchart: Process 80">
              <a:extLst>
                <a:ext uri="{FF2B5EF4-FFF2-40B4-BE49-F238E27FC236}">
                  <a16:creationId xmlns:a16="http://schemas.microsoft.com/office/drawing/2014/main" id="{A0E863EF-0BBD-4EF0-90EA-3D92DB0E75D5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82" name="Flowchart: Process 81">
              <a:extLst>
                <a:ext uri="{FF2B5EF4-FFF2-40B4-BE49-F238E27FC236}">
                  <a16:creationId xmlns:a16="http://schemas.microsoft.com/office/drawing/2014/main" id="{DBB1B2C3-D3DA-4477-B27F-0249C68C6B74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Comm. To Product Owners &amp; Commit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F3D9A6B-434D-4F95-905C-EAC521C3EA9F}"/>
              </a:ext>
            </a:extLst>
          </p:cNvPr>
          <p:cNvGrpSpPr/>
          <p:nvPr/>
        </p:nvGrpSpPr>
        <p:grpSpPr>
          <a:xfrm>
            <a:off x="7623056" y="4871766"/>
            <a:ext cx="1278388" cy="722259"/>
            <a:chOff x="1041816" y="1251679"/>
            <a:chExt cx="993240" cy="629586"/>
          </a:xfrm>
        </p:grpSpPr>
        <p:sp>
          <p:nvSpPr>
            <p:cNvPr id="84" name="Flowchart: Process 83">
              <a:extLst>
                <a:ext uri="{FF2B5EF4-FFF2-40B4-BE49-F238E27FC236}">
                  <a16:creationId xmlns:a16="http://schemas.microsoft.com/office/drawing/2014/main" id="{96931ADD-C843-49B4-A6D5-3C54554FC9CB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85" name="Flowchart: Process 84">
              <a:extLst>
                <a:ext uri="{FF2B5EF4-FFF2-40B4-BE49-F238E27FC236}">
                  <a16:creationId xmlns:a16="http://schemas.microsoft.com/office/drawing/2014/main" id="{7FA20DD9-28A9-4001-B1B1-C9DF0B06F6FF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Collect/Provide Doc: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App, Infrastructure, Test Cases</a:t>
              </a:r>
            </a:p>
          </p:txBody>
        </p:sp>
      </p:grp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4CA4E2D7-2E03-48D6-9D13-393E3E2F085A}"/>
              </a:ext>
            </a:extLst>
          </p:cNvPr>
          <p:cNvCxnSpPr>
            <a:cxnSpLocks/>
            <a:stCxn id="203" idx="5"/>
            <a:endCxn id="78" idx="0"/>
          </p:cNvCxnSpPr>
          <p:nvPr/>
        </p:nvCxnSpPr>
        <p:spPr>
          <a:xfrm>
            <a:off x="5833913" y="1508386"/>
            <a:ext cx="1236449" cy="3422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2D1BEF96-CBFC-4139-92A8-1958EE529DFC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rot="16200000" flipH="1">
            <a:off x="6964526" y="2678708"/>
            <a:ext cx="215466" cy="37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4872479A-B668-4A73-BA4E-60973D8F2B69}"/>
              </a:ext>
            </a:extLst>
          </p:cNvPr>
          <p:cNvCxnSpPr>
            <a:cxnSpLocks/>
            <a:stCxn id="85" idx="2"/>
            <a:endCxn id="48" idx="0"/>
          </p:cNvCxnSpPr>
          <p:nvPr/>
        </p:nvCxnSpPr>
        <p:spPr>
          <a:xfrm rot="5400000">
            <a:off x="7512269" y="5318942"/>
            <a:ext cx="474898" cy="10250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E1328E99-713A-4FCD-96EA-E11F11C047B1}"/>
              </a:ext>
            </a:extLst>
          </p:cNvPr>
          <p:cNvSpPr/>
          <p:nvPr/>
        </p:nvSpPr>
        <p:spPr>
          <a:xfrm>
            <a:off x="6358709" y="3841103"/>
            <a:ext cx="1434638" cy="82269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Product Owner? </a:t>
            </a:r>
            <a:endParaRPr kumimoji="0" lang="en-UG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D62C2B1E-6AE5-477B-AFD7-8840416F4654}"/>
              </a:ext>
            </a:extLst>
          </p:cNvPr>
          <p:cNvSpPr/>
          <p:nvPr/>
        </p:nvSpPr>
        <p:spPr>
          <a:xfrm>
            <a:off x="6365286" y="6068923"/>
            <a:ext cx="1743798" cy="77647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Align with</a:t>
            </a:r>
            <a:endParaRPr kumimoji="0" lang="en-ZM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 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Plan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? </a:t>
            </a:r>
            <a:endParaRPr kumimoji="0" lang="en-UG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9A79A96-23BA-49E0-8FA2-057A12B0C5D9}"/>
              </a:ext>
            </a:extLst>
          </p:cNvPr>
          <p:cNvCxnSpPr>
            <a:cxnSpLocks/>
            <a:stCxn id="109" idx="0"/>
            <a:endCxn id="6" idx="2"/>
          </p:cNvCxnSpPr>
          <p:nvPr/>
        </p:nvCxnSpPr>
        <p:spPr>
          <a:xfrm rot="5400000" flipH="1" flipV="1">
            <a:off x="2878587" y="4710147"/>
            <a:ext cx="551245" cy="11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149C8B5-4F4E-4391-8CEB-7C4B2584026D}"/>
              </a:ext>
            </a:extLst>
          </p:cNvPr>
          <p:cNvCxnSpPr>
            <a:cxnSpLocks/>
            <a:stCxn id="8" idx="1"/>
            <a:endCxn id="109" idx="3"/>
          </p:cNvCxnSpPr>
          <p:nvPr/>
        </p:nvCxnSpPr>
        <p:spPr>
          <a:xfrm rot="10800000" flipV="1">
            <a:off x="3792849" y="4252450"/>
            <a:ext cx="2565860" cy="9746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0CC5689-A92E-4FDA-9980-D9AFEC0B9C1D}"/>
              </a:ext>
            </a:extLst>
          </p:cNvPr>
          <p:cNvCxnSpPr>
            <a:cxnSpLocks/>
            <a:stCxn id="82" idx="2"/>
            <a:endCxn id="8" idx="0"/>
          </p:cNvCxnSpPr>
          <p:nvPr/>
        </p:nvCxnSpPr>
        <p:spPr>
          <a:xfrm rot="16200000" flipH="1">
            <a:off x="6909839" y="3674914"/>
            <a:ext cx="330506" cy="18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42B1E28C-CA63-4BF2-827E-8B2C616973D8}"/>
              </a:ext>
            </a:extLst>
          </p:cNvPr>
          <p:cNvCxnSpPr>
            <a:cxnSpLocks/>
            <a:stCxn id="48" idx="1"/>
            <a:endCxn id="110" idx="2"/>
          </p:cNvCxnSpPr>
          <p:nvPr/>
        </p:nvCxnSpPr>
        <p:spPr>
          <a:xfrm rot="10800000">
            <a:off x="3153656" y="5708582"/>
            <a:ext cx="3211631" cy="7485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DE8D7C74-0A4E-475B-9D89-CE88BCD5D98C}"/>
              </a:ext>
            </a:extLst>
          </p:cNvPr>
          <p:cNvCxnSpPr>
            <a:cxnSpLocks/>
            <a:stCxn id="6" idx="1"/>
            <a:endCxn id="222" idx="1"/>
          </p:cNvCxnSpPr>
          <p:nvPr/>
        </p:nvCxnSpPr>
        <p:spPr>
          <a:xfrm rot="10800000" flipV="1">
            <a:off x="1973216" y="4040785"/>
            <a:ext cx="370016" cy="17994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F3B3B2-363F-4C51-84BA-BF9838F80191}"/>
              </a:ext>
            </a:extLst>
          </p:cNvPr>
          <p:cNvSpPr txBox="1"/>
          <p:nvPr/>
        </p:nvSpPr>
        <p:spPr>
          <a:xfrm>
            <a:off x="6763656" y="5018807"/>
            <a:ext cx="423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AD272374-015D-4A71-BA2E-0B51A7AC6A07}"/>
              </a:ext>
            </a:extLst>
          </p:cNvPr>
          <p:cNvSpPr/>
          <p:nvPr/>
        </p:nvSpPr>
        <p:spPr>
          <a:xfrm>
            <a:off x="2343232" y="3646494"/>
            <a:ext cx="1623062" cy="78858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Server</a:t>
            </a:r>
            <a:endParaRPr kumimoji="0" lang="en-ZM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Disposition</a:t>
            </a:r>
            <a:r>
              <a:rPr kumimoji="0" lang="en-ZM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?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endParaRPr kumimoji="0" lang="en-UG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EFB16B0-0FF8-44EC-9483-A3380DDEABB5}"/>
              </a:ext>
            </a:extLst>
          </p:cNvPr>
          <p:cNvGrpSpPr/>
          <p:nvPr/>
        </p:nvGrpSpPr>
        <p:grpSpPr>
          <a:xfrm>
            <a:off x="2514461" y="4986323"/>
            <a:ext cx="1278388" cy="722259"/>
            <a:chOff x="1041816" y="1251679"/>
            <a:chExt cx="993240" cy="629586"/>
          </a:xfrm>
        </p:grpSpPr>
        <p:sp>
          <p:nvSpPr>
            <p:cNvPr id="109" name="Flowchart: Process 108">
              <a:extLst>
                <a:ext uri="{FF2B5EF4-FFF2-40B4-BE49-F238E27FC236}">
                  <a16:creationId xmlns:a16="http://schemas.microsoft.com/office/drawing/2014/main" id="{F2A168C6-E5EC-47CB-AEAF-CE6059DD1CC8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10" name="Flowchart: Process 109">
              <a:extLst>
                <a:ext uri="{FF2B5EF4-FFF2-40B4-BE49-F238E27FC236}">
                  <a16:creationId xmlns:a16="http://schemas.microsoft.com/office/drawing/2014/main" id="{8E1A3B26-7137-4E61-8C2D-A4DE40373322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Escalate to Relativity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Leadership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A669D2E-71A7-417E-BFBF-F9618F589660}"/>
              </a:ext>
            </a:extLst>
          </p:cNvPr>
          <p:cNvGrpSpPr/>
          <p:nvPr/>
        </p:nvGrpSpPr>
        <p:grpSpPr>
          <a:xfrm>
            <a:off x="4495657" y="2785466"/>
            <a:ext cx="1278388" cy="722259"/>
            <a:chOff x="1041816" y="1251679"/>
            <a:chExt cx="993240" cy="629586"/>
          </a:xfrm>
        </p:grpSpPr>
        <p:sp>
          <p:nvSpPr>
            <p:cNvPr id="112" name="Flowchart: Process 111">
              <a:extLst>
                <a:ext uri="{FF2B5EF4-FFF2-40B4-BE49-F238E27FC236}">
                  <a16:creationId xmlns:a16="http://schemas.microsoft.com/office/drawing/2014/main" id="{B07E54F0-3268-4DA4-9BC8-D74F0225FA1B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113" name="Flowchart: Process 112">
              <a:extLst>
                <a:ext uri="{FF2B5EF4-FFF2-40B4-BE49-F238E27FC236}">
                  <a16:creationId xmlns:a16="http://schemas.microsoft.com/office/drawing/2014/main" id="{2FE116A1-3C9F-456D-92C1-BDAED41CBB40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Reprioritize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7FBC318-ADAC-419C-A9F4-8651A45A6944}"/>
              </a:ext>
            </a:extLst>
          </p:cNvPr>
          <p:cNvGrpSpPr/>
          <p:nvPr/>
        </p:nvGrpSpPr>
        <p:grpSpPr>
          <a:xfrm>
            <a:off x="919095" y="2741741"/>
            <a:ext cx="1278388" cy="722259"/>
            <a:chOff x="1041816" y="1251679"/>
            <a:chExt cx="993240" cy="629586"/>
          </a:xfrm>
        </p:grpSpPr>
        <p:sp>
          <p:nvSpPr>
            <p:cNvPr id="115" name="Flowchart: Process 114">
              <a:extLst>
                <a:ext uri="{FF2B5EF4-FFF2-40B4-BE49-F238E27FC236}">
                  <a16:creationId xmlns:a16="http://schemas.microsoft.com/office/drawing/2014/main" id="{F2B7D202-F65D-44BF-B7C8-AC97C3DFF445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116" name="Flowchart: Process 115">
              <a:extLst>
                <a:ext uri="{FF2B5EF4-FFF2-40B4-BE49-F238E27FC236}">
                  <a16:creationId xmlns:a16="http://schemas.microsoft.com/office/drawing/2014/main" id="{A84EF280-29EE-4FAC-8286-A509407EABF6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Move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Anyway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(Scream)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11028F2-0838-44F2-A1BE-C3C2FAF7FF01}"/>
              </a:ext>
            </a:extLst>
          </p:cNvPr>
          <p:cNvCxnSpPr>
            <a:cxnSpLocks/>
          </p:cNvCxnSpPr>
          <p:nvPr/>
        </p:nvCxnSpPr>
        <p:spPr>
          <a:xfrm rot="10800000">
            <a:off x="1732936" y="3463999"/>
            <a:ext cx="784943" cy="576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BB747B1-9838-446E-BE97-E8D893AC98BF}"/>
              </a:ext>
            </a:extLst>
          </p:cNvPr>
          <p:cNvCxnSpPr>
            <a:cxnSpLocks/>
            <a:stCxn id="6" idx="3"/>
            <a:endCxn id="113" idx="2"/>
          </p:cNvCxnSpPr>
          <p:nvPr/>
        </p:nvCxnSpPr>
        <p:spPr>
          <a:xfrm flipV="1">
            <a:off x="3966294" y="3507725"/>
            <a:ext cx="1168557" cy="533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544174B-BC23-44B6-8888-113AB08C3FC5}"/>
              </a:ext>
            </a:extLst>
          </p:cNvPr>
          <p:cNvCxnSpPr>
            <a:cxnSpLocks/>
            <a:stCxn id="6" idx="0"/>
            <a:endCxn id="56" idx="2"/>
          </p:cNvCxnSpPr>
          <p:nvPr/>
        </p:nvCxnSpPr>
        <p:spPr>
          <a:xfrm rot="5400000" flipH="1" flipV="1">
            <a:off x="2971743" y="3459624"/>
            <a:ext cx="369891" cy="38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2F4B26F-2B08-4CC1-9AD7-2589F2A9DDF0}"/>
              </a:ext>
            </a:extLst>
          </p:cNvPr>
          <p:cNvSpPr txBox="1"/>
          <p:nvPr/>
        </p:nvSpPr>
        <p:spPr>
          <a:xfrm>
            <a:off x="5455491" y="4847837"/>
            <a:ext cx="616097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735CE23-8111-4CFB-A128-17D7044409C8}"/>
              </a:ext>
            </a:extLst>
          </p:cNvPr>
          <p:cNvSpPr txBox="1"/>
          <p:nvPr/>
        </p:nvSpPr>
        <p:spPr>
          <a:xfrm>
            <a:off x="7206274" y="4496192"/>
            <a:ext cx="568055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E118505-3646-4D3D-BF2A-ED8F8269DC85}"/>
              </a:ext>
            </a:extLst>
          </p:cNvPr>
          <p:cNvSpPr txBox="1"/>
          <p:nvPr/>
        </p:nvSpPr>
        <p:spPr>
          <a:xfrm>
            <a:off x="6077045" y="3936792"/>
            <a:ext cx="423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E5E7C80E-25FE-4D37-9586-610B10ADBAE0}"/>
              </a:ext>
            </a:extLst>
          </p:cNvPr>
          <p:cNvCxnSpPr>
            <a:cxnSpLocks/>
            <a:stCxn id="48" idx="3"/>
            <a:endCxn id="126" idx="4"/>
          </p:cNvCxnSpPr>
          <p:nvPr/>
        </p:nvCxnSpPr>
        <p:spPr>
          <a:xfrm flipV="1">
            <a:off x="8109084" y="4342384"/>
            <a:ext cx="1248982" cy="21147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Diamond 147">
            <a:extLst>
              <a:ext uri="{FF2B5EF4-FFF2-40B4-BE49-F238E27FC236}">
                <a16:creationId xmlns:a16="http://schemas.microsoft.com/office/drawing/2014/main" id="{4E2373E3-D662-45DC-84E2-8967A846440C}"/>
              </a:ext>
            </a:extLst>
          </p:cNvPr>
          <p:cNvSpPr/>
          <p:nvPr/>
        </p:nvSpPr>
        <p:spPr>
          <a:xfrm>
            <a:off x="5401575" y="5051741"/>
            <a:ext cx="1668749" cy="83525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 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D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e?</a:t>
            </a:r>
            <a:endParaRPr kumimoji="0" lang="en-UG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D8DCFDF2-05C7-4DFF-9F4A-7ACC5B4CA56F}"/>
              </a:ext>
            </a:extLst>
          </p:cNvPr>
          <p:cNvCxnSpPr>
            <a:cxnSpLocks/>
            <a:stCxn id="8" idx="2"/>
            <a:endCxn id="148" idx="0"/>
          </p:cNvCxnSpPr>
          <p:nvPr/>
        </p:nvCxnSpPr>
        <p:spPr>
          <a:xfrm rot="5400000">
            <a:off x="6462018" y="4437730"/>
            <a:ext cx="387943" cy="8400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E9F4E68B-032C-4A89-9C27-0C164543BC9D}"/>
              </a:ext>
            </a:extLst>
          </p:cNvPr>
          <p:cNvCxnSpPr>
            <a:cxnSpLocks/>
            <a:stCxn id="148" idx="1"/>
            <a:endCxn id="222" idx="5"/>
          </p:cNvCxnSpPr>
          <p:nvPr/>
        </p:nvCxnSpPr>
        <p:spPr>
          <a:xfrm rot="10800000" flipV="1">
            <a:off x="2570457" y="5469369"/>
            <a:ext cx="2831119" cy="7364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9E9B819D-D621-402E-AD2D-669B7F680C08}"/>
              </a:ext>
            </a:extLst>
          </p:cNvPr>
          <p:cNvCxnSpPr>
            <a:cxnSpLocks/>
            <a:stCxn id="148" idx="3"/>
            <a:endCxn id="85" idx="1"/>
          </p:cNvCxnSpPr>
          <p:nvPr/>
        </p:nvCxnSpPr>
        <p:spPr>
          <a:xfrm flipV="1">
            <a:off x="7070324" y="5353272"/>
            <a:ext cx="552732" cy="1160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1D230264-48D2-4B11-99E5-913D0C726E8E}"/>
              </a:ext>
            </a:extLst>
          </p:cNvPr>
          <p:cNvSpPr txBox="1"/>
          <p:nvPr/>
        </p:nvSpPr>
        <p:spPr>
          <a:xfrm>
            <a:off x="6179016" y="6105795"/>
            <a:ext cx="423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5CE8C72-6D6A-45D8-BB35-8A199797B195}"/>
              </a:ext>
            </a:extLst>
          </p:cNvPr>
          <p:cNvSpPr txBox="1"/>
          <p:nvPr/>
        </p:nvSpPr>
        <p:spPr>
          <a:xfrm>
            <a:off x="7782214" y="6105795"/>
            <a:ext cx="568055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203" name="Flowchart: Data 202">
            <a:extLst>
              <a:ext uri="{FF2B5EF4-FFF2-40B4-BE49-F238E27FC236}">
                <a16:creationId xmlns:a16="http://schemas.microsoft.com/office/drawing/2014/main" id="{CD72D0CB-EB20-486C-BF1B-E19DA1C3E21B}"/>
              </a:ext>
            </a:extLst>
          </p:cNvPr>
          <p:cNvSpPr/>
          <p:nvPr/>
        </p:nvSpPr>
        <p:spPr>
          <a:xfrm>
            <a:off x="4490122" y="1142830"/>
            <a:ext cx="1493101" cy="73111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v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n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v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n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y</a:t>
            </a:r>
            <a:endParaRPr kumimoji="0" lang="en-UG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2" name="Flowchart: Data 221">
            <a:extLst>
              <a:ext uri="{FF2B5EF4-FFF2-40B4-BE49-F238E27FC236}">
                <a16:creationId xmlns:a16="http://schemas.microsoft.com/office/drawing/2014/main" id="{9EBF0DB3-A41B-4F2A-914D-4CE5367420B8}"/>
              </a:ext>
            </a:extLst>
          </p:cNvPr>
          <p:cNvSpPr/>
          <p:nvPr/>
        </p:nvSpPr>
        <p:spPr>
          <a:xfrm>
            <a:off x="1226665" y="5840253"/>
            <a:ext cx="1493101" cy="73111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servers D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d</a:t>
            </a:r>
            <a:endParaRPr kumimoji="0" lang="en-UG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2C07B15-62B3-49C2-AB7B-5CEFF9FD2CBE}"/>
              </a:ext>
            </a:extLst>
          </p:cNvPr>
          <p:cNvGrpSpPr/>
          <p:nvPr/>
        </p:nvGrpSpPr>
        <p:grpSpPr>
          <a:xfrm>
            <a:off x="2519420" y="2554344"/>
            <a:ext cx="1278388" cy="722259"/>
            <a:chOff x="1041816" y="1251679"/>
            <a:chExt cx="993240" cy="629586"/>
          </a:xfrm>
        </p:grpSpPr>
        <p:sp>
          <p:nvSpPr>
            <p:cNvPr id="55" name="Flowchart: Process 54">
              <a:extLst>
                <a:ext uri="{FF2B5EF4-FFF2-40B4-BE49-F238E27FC236}">
                  <a16:creationId xmlns:a16="http://schemas.microsoft.com/office/drawing/2014/main" id="{D0EEE17E-4B45-4F2F-9B09-00A34F9D2796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56" name="Flowchart: Process 55">
              <a:extLst>
                <a:ext uri="{FF2B5EF4-FFF2-40B4-BE49-F238E27FC236}">
                  <a16:creationId xmlns:a16="http://schemas.microsoft.com/office/drawing/2014/main" id="{1B6FF1E1-80B2-42F5-B21D-4E454525EAAC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N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w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Product Owner I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d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n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</a:t>
              </a:r>
              <a:r>
                <a:rPr kumimoji="0" lang="en-ZM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f</a:t>
              </a:r>
              <a:r>
                <a:rPr kumimoji="0" lang="en-ZM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d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F9D2C5-F5CC-4E4D-ADA6-8D992570D526}"/>
              </a:ext>
            </a:extLst>
          </p:cNvPr>
          <p:cNvGrpSpPr/>
          <p:nvPr/>
        </p:nvGrpSpPr>
        <p:grpSpPr>
          <a:xfrm>
            <a:off x="8787272" y="3508570"/>
            <a:ext cx="1116196" cy="833814"/>
            <a:chOff x="9679759" y="3429000"/>
            <a:chExt cx="1040670" cy="808495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06861CC4-9299-42F5-A804-896884BC8F8C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F46EDC-0BD3-493E-B268-A3EA06DF7833}"/>
                </a:ext>
              </a:extLst>
            </p:cNvPr>
            <p:cNvSpPr/>
            <p:nvPr/>
          </p:nvSpPr>
          <p:spPr>
            <a:xfrm>
              <a:off x="9679759" y="3685960"/>
              <a:ext cx="104067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o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v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r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y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318DD74-8B50-4690-9433-45C9565A4178}"/>
              </a:ext>
            </a:extLst>
          </p:cNvPr>
          <p:cNvGrpSpPr/>
          <p:nvPr/>
        </p:nvGrpSpPr>
        <p:grpSpPr>
          <a:xfrm>
            <a:off x="519769" y="4387948"/>
            <a:ext cx="989374" cy="808495"/>
            <a:chOff x="9705407" y="3429000"/>
            <a:chExt cx="989374" cy="808495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BA4BBFB-F47A-49D1-AC2E-15FD03001833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900609D-05D6-4484-92CD-3DCA3046AB3A}"/>
                </a:ext>
              </a:extLst>
            </p:cNvPr>
            <p:cNvSpPr/>
            <p:nvPr/>
          </p:nvSpPr>
          <p:spPr>
            <a:xfrm>
              <a:off x="9705407" y="3685960"/>
              <a:ext cx="9893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Migration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0F6EF03-022E-4F59-9EFA-6B82D09D390F}"/>
              </a:ext>
            </a:extLst>
          </p:cNvPr>
          <p:cNvCxnSpPr>
            <a:cxnSpLocks/>
            <a:endCxn id="72" idx="0"/>
          </p:cNvCxnSpPr>
          <p:nvPr/>
        </p:nvCxnSpPr>
        <p:spPr>
          <a:xfrm rot="16200000" flipH="1">
            <a:off x="582507" y="3944163"/>
            <a:ext cx="88756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A35F4AF-77C8-44FA-BC95-323A5BC06F51}"/>
              </a:ext>
            </a:extLst>
          </p:cNvPr>
          <p:cNvCxnSpPr>
            <a:cxnSpLocks/>
            <a:stCxn id="55" idx="0"/>
            <a:endCxn id="79" idx="1"/>
          </p:cNvCxnSpPr>
          <p:nvPr/>
        </p:nvCxnSpPr>
        <p:spPr>
          <a:xfrm rot="5400000" flipH="1" flipV="1">
            <a:off x="4683779" y="806955"/>
            <a:ext cx="222225" cy="32725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1E0ADCB-5745-4CC6-ABF6-DEFA4A361E9F}"/>
              </a:ext>
            </a:extLst>
          </p:cNvPr>
          <p:cNvCxnSpPr>
            <a:cxnSpLocks/>
            <a:stCxn id="113" idx="3"/>
            <a:endCxn id="82" idx="1"/>
          </p:cNvCxnSpPr>
          <p:nvPr/>
        </p:nvCxnSpPr>
        <p:spPr>
          <a:xfrm>
            <a:off x="5774045" y="3266972"/>
            <a:ext cx="660917" cy="28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84ACFE8E-468A-4E75-99F8-8EC9E644880B}"/>
              </a:ext>
            </a:extLst>
          </p:cNvPr>
          <p:cNvSpPr/>
          <p:nvPr/>
        </p:nvSpPr>
        <p:spPr>
          <a:xfrm>
            <a:off x="2649834" y="1356416"/>
            <a:ext cx="929443" cy="295713"/>
          </a:xfrm>
          <a:prstGeom prst="flowChartTermina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ZM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</a:t>
            </a:r>
            <a:r>
              <a:rPr kumimoji="0" lang="en-ZM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</a:t>
            </a:r>
            <a:r>
              <a:rPr kumimoji="0" lang="en-ZM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</a:t>
            </a:r>
            <a:endParaRPr kumimoji="0" lang="en-UG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94BC4B44-BA78-43A9-BC0D-5DD697400B8F}"/>
              </a:ext>
            </a:extLst>
          </p:cNvPr>
          <p:cNvCxnSpPr>
            <a:cxnSpLocks/>
            <a:stCxn id="2" idx="3"/>
            <a:endCxn id="203" idx="2"/>
          </p:cNvCxnSpPr>
          <p:nvPr/>
        </p:nvCxnSpPr>
        <p:spPr>
          <a:xfrm>
            <a:off x="3579277" y="1504273"/>
            <a:ext cx="1060155" cy="41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18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61172-A58D-471E-A5F4-5FF9D947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800"/>
            <a:ext cx="10515600" cy="76463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Migration Process Flow - Discovery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D9382C6-0FF3-4358-A401-E35ADB37A6A1}"/>
              </a:ext>
            </a:extLst>
          </p:cNvPr>
          <p:cNvGrpSpPr/>
          <p:nvPr/>
        </p:nvGrpSpPr>
        <p:grpSpPr>
          <a:xfrm>
            <a:off x="4919454" y="1524210"/>
            <a:ext cx="1369294" cy="764639"/>
            <a:chOff x="1041816" y="1251679"/>
            <a:chExt cx="993240" cy="629586"/>
          </a:xfrm>
        </p:grpSpPr>
        <p:sp>
          <p:nvSpPr>
            <p:cNvPr id="87" name="Flowchart: Process 86">
              <a:extLst>
                <a:ext uri="{FF2B5EF4-FFF2-40B4-BE49-F238E27FC236}">
                  <a16:creationId xmlns:a16="http://schemas.microsoft.com/office/drawing/2014/main" id="{056F0CA5-AB71-4210-BB9C-939208DF3CC9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88" name="Flowchart: Process 87">
              <a:extLst>
                <a:ext uri="{FF2B5EF4-FFF2-40B4-BE49-F238E27FC236}">
                  <a16:creationId xmlns:a16="http://schemas.microsoft.com/office/drawing/2014/main" id="{E81CAE1B-3B75-4F43-AB52-B20C2594C3E3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Analyze Workload / Server Doc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A9C6F33-5ED4-47F5-B252-30293FB58379}"/>
              </a:ext>
            </a:extLst>
          </p:cNvPr>
          <p:cNvGrpSpPr/>
          <p:nvPr/>
        </p:nvGrpSpPr>
        <p:grpSpPr>
          <a:xfrm>
            <a:off x="4923374" y="3284715"/>
            <a:ext cx="1369294" cy="824358"/>
            <a:chOff x="1041816" y="1251679"/>
            <a:chExt cx="993240" cy="629586"/>
          </a:xfrm>
        </p:grpSpPr>
        <p:sp>
          <p:nvSpPr>
            <p:cNvPr id="90" name="Flowchart: Process 89">
              <a:extLst>
                <a:ext uri="{FF2B5EF4-FFF2-40B4-BE49-F238E27FC236}">
                  <a16:creationId xmlns:a16="http://schemas.microsoft.com/office/drawing/2014/main" id="{077F5D5B-9843-4EDF-B185-F480F092D01D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 &amp; 10M</a:t>
              </a:r>
            </a:p>
          </p:txBody>
        </p:sp>
        <p:sp>
          <p:nvSpPr>
            <p:cNvPr id="91" name="Flowchart: Process 90">
              <a:extLst>
                <a:ext uri="{FF2B5EF4-FFF2-40B4-BE49-F238E27FC236}">
                  <a16:creationId xmlns:a16="http://schemas.microsoft.com/office/drawing/2014/main" id="{1C5059A1-7E4E-4B34-8A6B-4BAECE34268B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Interview Product </a:t>
              </a:r>
              <a:r>
                <a:rPr kumimoji="0" lang="en-US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Owne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0BC7F74-4E25-4BA9-9967-36460C5FEE7C}"/>
              </a:ext>
            </a:extLst>
          </p:cNvPr>
          <p:cNvGrpSpPr/>
          <p:nvPr/>
        </p:nvGrpSpPr>
        <p:grpSpPr>
          <a:xfrm>
            <a:off x="7827261" y="3275169"/>
            <a:ext cx="1323483" cy="824358"/>
            <a:chOff x="1041816" y="1251679"/>
            <a:chExt cx="993240" cy="629586"/>
          </a:xfrm>
        </p:grpSpPr>
        <p:sp>
          <p:nvSpPr>
            <p:cNvPr id="96" name="Flowchart: Process 95">
              <a:extLst>
                <a:ext uri="{FF2B5EF4-FFF2-40B4-BE49-F238E27FC236}">
                  <a16:creationId xmlns:a16="http://schemas.microsoft.com/office/drawing/2014/main" id="{F9AD81CB-CFAC-4CA6-BD41-4104CA00E320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97" name="Flowchart: Process 96">
              <a:extLst>
                <a:ext uri="{FF2B5EF4-FFF2-40B4-BE49-F238E27FC236}">
                  <a16:creationId xmlns:a16="http://schemas.microsoft.com/office/drawing/2014/main" id="{4B712DE2-5806-47E4-98FA-C7819F80BF0A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Submit to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CMC </a:t>
              </a:r>
              <a:endParaRPr kumimoji="0" lang="en-ZM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for Migration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C4BABA9-4745-40B3-A43D-CC8DDD5EFEA8}"/>
              </a:ext>
            </a:extLst>
          </p:cNvPr>
          <p:cNvGrpSpPr/>
          <p:nvPr/>
        </p:nvGrpSpPr>
        <p:grpSpPr>
          <a:xfrm>
            <a:off x="7825951" y="1486732"/>
            <a:ext cx="1323482" cy="784019"/>
            <a:chOff x="1041816" y="1251679"/>
            <a:chExt cx="993240" cy="629586"/>
          </a:xfrm>
        </p:grpSpPr>
        <p:sp>
          <p:nvSpPr>
            <p:cNvPr id="99" name="Flowchart: Process 98">
              <a:extLst>
                <a:ext uri="{FF2B5EF4-FFF2-40B4-BE49-F238E27FC236}">
                  <a16:creationId xmlns:a16="http://schemas.microsoft.com/office/drawing/2014/main" id="{2B8B76DF-6302-40C4-BAF3-61BC5A50FA36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00" name="Flowchart: Process 99">
              <a:extLst>
                <a:ext uri="{FF2B5EF4-FFF2-40B4-BE49-F238E27FC236}">
                  <a16:creationId xmlns:a16="http://schemas.microsoft.com/office/drawing/2014/main" id="{4EB4F0F9-4A4F-4078-9BB0-E99A9B4EBA33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u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 Finding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Worksheet Inputs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5A1F3CE-3545-4255-8B72-931BFF6417F9}"/>
              </a:ext>
            </a:extLst>
          </p:cNvPr>
          <p:cNvGrpSpPr/>
          <p:nvPr/>
        </p:nvGrpSpPr>
        <p:grpSpPr>
          <a:xfrm>
            <a:off x="7811250" y="4829159"/>
            <a:ext cx="1354131" cy="834502"/>
            <a:chOff x="1041816" y="1251679"/>
            <a:chExt cx="997511" cy="629586"/>
          </a:xfrm>
        </p:grpSpPr>
        <p:sp>
          <p:nvSpPr>
            <p:cNvPr id="102" name="Flowchart: Process 101">
              <a:extLst>
                <a:ext uri="{FF2B5EF4-FFF2-40B4-BE49-F238E27FC236}">
                  <a16:creationId xmlns:a16="http://schemas.microsoft.com/office/drawing/2014/main" id="{C069033F-0D35-4C1F-BC9F-CF1614FA3B0E}"/>
                </a:ext>
              </a:extLst>
            </p:cNvPr>
            <p:cNvSpPr/>
            <p:nvPr/>
          </p:nvSpPr>
          <p:spPr>
            <a:xfrm>
              <a:off x="1046087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03" name="Flowchart: Process 102">
              <a:extLst>
                <a:ext uri="{FF2B5EF4-FFF2-40B4-BE49-F238E27FC236}">
                  <a16:creationId xmlns:a16="http://schemas.microsoft.com/office/drawing/2014/main" id="{8EF9A1F0-5570-4476-8304-0EEE2F44484D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Confirm Schedule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d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</a:t>
              </a:r>
              <a:r>
                <a:rPr kumimoji="0" lang="en-ZM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g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</a:t>
              </a:r>
              <a:r>
                <a:rPr kumimoji="0" lang="en-ZM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n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7F39C427-1F97-4BDD-A1CD-F1C33C7E1247}"/>
              </a:ext>
            </a:extLst>
          </p:cNvPr>
          <p:cNvCxnSpPr>
            <a:cxnSpLocks/>
            <a:stCxn id="100" idx="2"/>
            <a:endCxn id="96" idx="0"/>
          </p:cNvCxnSpPr>
          <p:nvPr/>
        </p:nvCxnSpPr>
        <p:spPr>
          <a:xfrm rot="16200000" flipH="1">
            <a:off x="7986138" y="2772304"/>
            <a:ext cx="1004418" cy="13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BB294CDF-E066-4109-A51D-35FC0352FCBB}"/>
              </a:ext>
            </a:extLst>
          </p:cNvPr>
          <p:cNvCxnSpPr>
            <a:cxnSpLocks/>
            <a:stCxn id="97" idx="2"/>
            <a:endCxn id="102" idx="0"/>
          </p:cNvCxnSpPr>
          <p:nvPr/>
        </p:nvCxnSpPr>
        <p:spPr>
          <a:xfrm rot="16200000" flipH="1">
            <a:off x="8125293" y="4463237"/>
            <a:ext cx="729632" cy="22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1D9875B-9F0D-4D4E-BB10-C21DBF295AF0}"/>
              </a:ext>
            </a:extLst>
          </p:cNvPr>
          <p:cNvCxnSpPr>
            <a:cxnSpLocks/>
            <a:stCxn id="36" idx="3"/>
            <a:endCxn id="87" idx="0"/>
          </p:cNvCxnSpPr>
          <p:nvPr/>
        </p:nvCxnSpPr>
        <p:spPr>
          <a:xfrm flipV="1">
            <a:off x="2386490" y="1524210"/>
            <a:ext cx="3217611" cy="1912431"/>
          </a:xfrm>
          <a:prstGeom prst="bentConnector4">
            <a:avLst>
              <a:gd name="adj1" fmla="val 39361"/>
              <a:gd name="adj2" fmla="val 1119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0BC4EF23-C257-4770-8546-B3C8B45DC2BF}"/>
              </a:ext>
            </a:extLst>
          </p:cNvPr>
          <p:cNvCxnSpPr>
            <a:cxnSpLocks/>
            <a:stCxn id="7" idx="2"/>
            <a:endCxn id="99" idx="0"/>
          </p:cNvCxnSpPr>
          <p:nvPr/>
        </p:nvCxnSpPr>
        <p:spPr>
          <a:xfrm rot="5400000" flipH="1" flipV="1">
            <a:off x="4913107" y="2183387"/>
            <a:ext cx="4271240" cy="2877929"/>
          </a:xfrm>
          <a:prstGeom prst="bentConnector5">
            <a:avLst>
              <a:gd name="adj1" fmla="val -5352"/>
              <a:gd name="adj2" fmla="val 56287"/>
              <a:gd name="adj3" fmla="val 1053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1AC77B7-D43F-43EC-BAF2-86599F3DF4AF}"/>
              </a:ext>
            </a:extLst>
          </p:cNvPr>
          <p:cNvCxnSpPr>
            <a:cxnSpLocks/>
            <a:stCxn id="103" idx="2"/>
            <a:endCxn id="44" idx="1"/>
          </p:cNvCxnSpPr>
          <p:nvPr/>
        </p:nvCxnSpPr>
        <p:spPr>
          <a:xfrm rot="5400000" flipH="1" flipV="1">
            <a:off x="8264079" y="3957701"/>
            <a:ext cx="1927298" cy="1484622"/>
          </a:xfrm>
          <a:prstGeom prst="bentConnector4">
            <a:avLst>
              <a:gd name="adj1" fmla="val -17378"/>
              <a:gd name="adj2" fmla="val 727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mond 6">
            <a:extLst>
              <a:ext uri="{FF2B5EF4-FFF2-40B4-BE49-F238E27FC236}">
                <a16:creationId xmlns:a16="http://schemas.microsoft.com/office/drawing/2014/main" id="{D18370E5-29A9-4FBB-80C7-A286BFB89877}"/>
              </a:ext>
            </a:extLst>
          </p:cNvPr>
          <p:cNvSpPr/>
          <p:nvPr/>
        </p:nvSpPr>
        <p:spPr>
          <a:xfrm>
            <a:off x="4586178" y="4843572"/>
            <a:ext cx="2047170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Migrate</a:t>
            </a: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?</a:t>
            </a:r>
            <a:endParaRPr kumimoji="0" lang="en-UG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A8A290F-1137-4FC3-9314-724FB4D576E6}"/>
              </a:ext>
            </a:extLst>
          </p:cNvPr>
          <p:cNvCxnSpPr>
            <a:stCxn id="88" idx="2"/>
            <a:endCxn id="90" idx="0"/>
          </p:cNvCxnSpPr>
          <p:nvPr/>
        </p:nvCxnSpPr>
        <p:spPr>
          <a:xfrm rot="16200000" flipH="1">
            <a:off x="5108128" y="2784822"/>
            <a:ext cx="995866" cy="39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E1440D1-430C-4343-A9F1-D8E3F15DCF65}"/>
              </a:ext>
            </a:extLst>
          </p:cNvPr>
          <p:cNvCxnSpPr>
            <a:stCxn id="91" idx="2"/>
            <a:endCxn id="7" idx="0"/>
          </p:cNvCxnSpPr>
          <p:nvPr/>
        </p:nvCxnSpPr>
        <p:spPr>
          <a:xfrm rot="16200000" flipH="1">
            <a:off x="5241643" y="4475451"/>
            <a:ext cx="734499" cy="17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F0631E8-0176-41C5-9D59-F8DC6D03A4F1}"/>
              </a:ext>
            </a:extLst>
          </p:cNvPr>
          <p:cNvSpPr txBox="1"/>
          <p:nvPr/>
        </p:nvSpPr>
        <p:spPr>
          <a:xfrm>
            <a:off x="6226188" y="5505908"/>
            <a:ext cx="574410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320A9B-0AF9-4030-BDB0-0640FF3DE809}"/>
              </a:ext>
            </a:extLst>
          </p:cNvPr>
          <p:cNvSpPr txBox="1"/>
          <p:nvPr/>
        </p:nvSpPr>
        <p:spPr>
          <a:xfrm>
            <a:off x="4495608" y="4885413"/>
            <a:ext cx="395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9E2E86C-BDA6-45C7-B772-4FDD13176A65}"/>
              </a:ext>
            </a:extLst>
          </p:cNvPr>
          <p:cNvGrpSpPr/>
          <p:nvPr/>
        </p:nvGrpSpPr>
        <p:grpSpPr>
          <a:xfrm>
            <a:off x="2237121" y="4753507"/>
            <a:ext cx="1421834" cy="815527"/>
            <a:chOff x="1041816" y="1251679"/>
            <a:chExt cx="993240" cy="629586"/>
          </a:xfrm>
        </p:grpSpPr>
        <p:sp>
          <p:nvSpPr>
            <p:cNvPr id="115" name="Flowchart: Process 114">
              <a:extLst>
                <a:ext uri="{FF2B5EF4-FFF2-40B4-BE49-F238E27FC236}">
                  <a16:creationId xmlns:a16="http://schemas.microsoft.com/office/drawing/2014/main" id="{B9BFB075-D74A-4A6A-ABEE-48D4F8221ACA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16" name="Flowchart: Process 115">
              <a:extLst>
                <a:ext uri="{FF2B5EF4-FFF2-40B4-BE49-F238E27FC236}">
                  <a16:creationId xmlns:a16="http://schemas.microsoft.com/office/drawing/2014/main" id="{E76B2952-EFC4-4BC0-BC02-7876FAB57E5D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Escalate to Relativity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Leadership</a:t>
              </a:r>
            </a:p>
          </p:txBody>
        </p:sp>
      </p:grp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782A171-B6BE-422C-A106-80EC6368E152}"/>
              </a:ext>
            </a:extLst>
          </p:cNvPr>
          <p:cNvCxnSpPr>
            <a:cxnSpLocks/>
            <a:stCxn id="7" idx="1"/>
            <a:endCxn id="116" idx="3"/>
          </p:cNvCxnSpPr>
          <p:nvPr/>
        </p:nvCxnSpPr>
        <p:spPr>
          <a:xfrm rot="10800000">
            <a:off x="3658956" y="5297192"/>
            <a:ext cx="927223" cy="35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AC3340-1DD0-414C-B37B-BEC65E90228C}"/>
              </a:ext>
            </a:extLst>
          </p:cNvPr>
          <p:cNvGrpSpPr/>
          <p:nvPr/>
        </p:nvGrpSpPr>
        <p:grpSpPr>
          <a:xfrm>
            <a:off x="1171980" y="3025792"/>
            <a:ext cx="1214510" cy="808495"/>
            <a:chOff x="9620450" y="3429000"/>
            <a:chExt cx="1159293" cy="80849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E5A4B18-4F61-4E90-806C-D62C58D35C79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9F84AC1-B028-4C70-8233-DA0705F6195D}"/>
                </a:ext>
              </a:extLst>
            </p:cNvPr>
            <p:cNvSpPr/>
            <p:nvPr/>
          </p:nvSpPr>
          <p:spPr>
            <a:xfrm>
              <a:off x="9620450" y="3685960"/>
              <a:ext cx="115929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g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a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g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e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t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0C4C79D-CF32-4E67-B3FA-98F854D4B5E7}"/>
              </a:ext>
            </a:extLst>
          </p:cNvPr>
          <p:cNvGrpSpPr/>
          <p:nvPr/>
        </p:nvGrpSpPr>
        <p:grpSpPr>
          <a:xfrm>
            <a:off x="10514327" y="5101660"/>
            <a:ext cx="989373" cy="808495"/>
            <a:chOff x="9742619" y="3429000"/>
            <a:chExt cx="989373" cy="80849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BE25BF1-7DA8-4E5D-8A25-A8C9EDF2935D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B64D21C-9576-4D6F-A71D-1E3481504986}"/>
                </a:ext>
              </a:extLst>
            </p:cNvPr>
            <p:cNvSpPr/>
            <p:nvPr/>
          </p:nvSpPr>
          <p:spPr>
            <a:xfrm>
              <a:off x="9742619" y="3616851"/>
              <a:ext cx="989373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Migration</a:t>
              </a:r>
              <a:endParaRPr kumimoji="0" lang="en-ZM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ASR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4" name="Diamond 43">
            <a:extLst>
              <a:ext uri="{FF2B5EF4-FFF2-40B4-BE49-F238E27FC236}">
                <a16:creationId xmlns:a16="http://schemas.microsoft.com/office/drawing/2014/main" id="{CECAA7EC-B607-415D-B081-A948C9783EEC}"/>
              </a:ext>
            </a:extLst>
          </p:cNvPr>
          <p:cNvSpPr/>
          <p:nvPr/>
        </p:nvSpPr>
        <p:spPr>
          <a:xfrm>
            <a:off x="9970039" y="3279163"/>
            <a:ext cx="2047170" cy="914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Migrate</a:t>
            </a:r>
            <a:endParaRPr kumimoji="0" lang="en-ZM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ZM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Type?</a:t>
            </a:r>
            <a:endParaRPr kumimoji="0" lang="en-UG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AAD9EE-C816-49BB-9531-EAD285C34990}"/>
              </a:ext>
            </a:extLst>
          </p:cNvPr>
          <p:cNvSpPr txBox="1"/>
          <p:nvPr/>
        </p:nvSpPr>
        <p:spPr>
          <a:xfrm>
            <a:off x="11599417" y="3941499"/>
            <a:ext cx="574410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BF17ED-1B3E-4953-B7B9-F66D724299AE}"/>
              </a:ext>
            </a:extLst>
          </p:cNvPr>
          <p:cNvSpPr txBox="1"/>
          <p:nvPr/>
        </p:nvSpPr>
        <p:spPr>
          <a:xfrm>
            <a:off x="9539227" y="3321004"/>
            <a:ext cx="395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8CA22E-4D9A-4D95-A44E-AFA5BDC409BE}"/>
              </a:ext>
            </a:extLst>
          </p:cNvPr>
          <p:cNvGrpSpPr/>
          <p:nvPr/>
        </p:nvGrpSpPr>
        <p:grpSpPr>
          <a:xfrm>
            <a:off x="10501318" y="1516635"/>
            <a:ext cx="1039066" cy="808495"/>
            <a:chOff x="9723091" y="3429000"/>
            <a:chExt cx="1039066" cy="80849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E2DEAEF-1DD1-4385-97D4-95203895713E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EE782B8-3DFF-4C07-A458-C79EB2B51741}"/>
                </a:ext>
              </a:extLst>
            </p:cNvPr>
            <p:cNvSpPr/>
            <p:nvPr/>
          </p:nvSpPr>
          <p:spPr>
            <a:xfrm>
              <a:off x="9723091" y="3590268"/>
              <a:ext cx="1039066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Migration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</a:t>
              </a:r>
              <a:r>
                <a:rPr kumimoji="0" lang="en-ZM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o</a:t>
              </a: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</a:t>
              </a:r>
              <a:r>
                <a:rPr kumimoji="0" lang="en-ZM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-A</a:t>
              </a: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R</a:t>
              </a:r>
              <a:r>
                <a:rPr kumimoji="0" lang="en-ZM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S</a:t>
              </a:r>
              <a:endParaRPr kumimoji="0" lang="en-UG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2433A17-A135-4399-B1D2-48217C38709A}"/>
              </a:ext>
            </a:extLst>
          </p:cNvPr>
          <p:cNvCxnSpPr>
            <a:cxnSpLocks/>
            <a:stCxn id="44" idx="0"/>
            <a:endCxn id="49" idx="4"/>
          </p:cNvCxnSpPr>
          <p:nvPr/>
        </p:nvCxnSpPr>
        <p:spPr>
          <a:xfrm rot="16200000" flipV="1">
            <a:off x="10514875" y="2800413"/>
            <a:ext cx="954033" cy="34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5E58E7D-45E0-4403-88A8-9AE3738E6DC2}"/>
              </a:ext>
            </a:extLst>
          </p:cNvPr>
          <p:cNvCxnSpPr>
            <a:stCxn id="44" idx="2"/>
            <a:endCxn id="40" idx="0"/>
          </p:cNvCxnSpPr>
          <p:nvPr/>
        </p:nvCxnSpPr>
        <p:spPr>
          <a:xfrm rot="5400000">
            <a:off x="10534583" y="4642618"/>
            <a:ext cx="908097" cy="99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189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61172-A58D-471E-A5F4-5FF9D947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5800"/>
            <a:ext cx="11522149" cy="94306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Migration Process Flow – Migration</a:t>
            </a:r>
            <a:r>
              <a:rPr lang="en-ZM">
                <a:latin typeface="Arial Black" panose="020B0A04020102020204" pitchFamily="34" charset="0"/>
              </a:rPr>
              <a:t> </a:t>
            </a:r>
            <a:r>
              <a:rPr lang="en-US">
                <a:latin typeface="Arial Black" panose="020B0A04020102020204" pitchFamily="34" charset="0"/>
              </a:rPr>
              <a:t>A</a:t>
            </a:r>
            <a:r>
              <a:rPr lang="en-ZM">
                <a:latin typeface="Arial Black" panose="020B0A04020102020204" pitchFamily="34" charset="0"/>
              </a:rPr>
              <a:t>S</a:t>
            </a:r>
            <a:r>
              <a:rPr lang="en-US">
                <a:latin typeface="Arial Black" panose="020B0A04020102020204" pitchFamily="34" charset="0"/>
              </a:rPr>
              <a:t>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7D9026-4A8A-4958-882A-7231F4E309EA}"/>
              </a:ext>
            </a:extLst>
          </p:cNvPr>
          <p:cNvGrpSpPr/>
          <p:nvPr/>
        </p:nvGrpSpPr>
        <p:grpSpPr>
          <a:xfrm>
            <a:off x="2871311" y="1292409"/>
            <a:ext cx="1155630" cy="705748"/>
            <a:chOff x="2123234" y="1521009"/>
            <a:chExt cx="1155630" cy="705748"/>
          </a:xfrm>
        </p:grpSpPr>
        <p:sp>
          <p:nvSpPr>
            <p:cNvPr id="105" name="Flowchart: Process 104">
              <a:extLst>
                <a:ext uri="{FF2B5EF4-FFF2-40B4-BE49-F238E27FC236}">
                  <a16:creationId xmlns:a16="http://schemas.microsoft.com/office/drawing/2014/main" id="{FED2C9D5-5799-4994-A1AD-38483CAACDD8}"/>
                </a:ext>
              </a:extLst>
            </p:cNvPr>
            <p:cNvSpPr/>
            <p:nvPr/>
          </p:nvSpPr>
          <p:spPr>
            <a:xfrm>
              <a:off x="2123234" y="1521009"/>
              <a:ext cx="1155630" cy="689620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06" name="Flowchart: Process 105">
              <a:extLst>
                <a:ext uri="{FF2B5EF4-FFF2-40B4-BE49-F238E27FC236}">
                  <a16:creationId xmlns:a16="http://schemas.microsoft.com/office/drawing/2014/main" id="{B3785C87-D266-49BA-91B1-3F6CBE66410F}"/>
                </a:ext>
              </a:extLst>
            </p:cNvPr>
            <p:cNvSpPr/>
            <p:nvPr/>
          </p:nvSpPr>
          <p:spPr>
            <a:xfrm>
              <a:off x="2123234" y="1746234"/>
              <a:ext cx="1155630" cy="480523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Migration Activities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2DC6371-A784-44E9-8764-F24ECFD3D3F9}"/>
              </a:ext>
            </a:extLst>
          </p:cNvPr>
          <p:cNvGrpSpPr/>
          <p:nvPr/>
        </p:nvGrpSpPr>
        <p:grpSpPr>
          <a:xfrm>
            <a:off x="8824424" y="3482976"/>
            <a:ext cx="1275083" cy="806221"/>
            <a:chOff x="1041816" y="1251679"/>
            <a:chExt cx="995658" cy="629586"/>
          </a:xfrm>
        </p:grpSpPr>
        <p:sp>
          <p:nvSpPr>
            <p:cNvPr id="111" name="Flowchart: Process 110">
              <a:extLst>
                <a:ext uri="{FF2B5EF4-FFF2-40B4-BE49-F238E27FC236}">
                  <a16:creationId xmlns:a16="http://schemas.microsoft.com/office/drawing/2014/main" id="{6094BA3D-3B1E-4052-A569-0353204746E6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112" name="Flowchart: Process 111">
              <a:extLst>
                <a:ext uri="{FF2B5EF4-FFF2-40B4-BE49-F238E27FC236}">
                  <a16:creationId xmlns:a16="http://schemas.microsoft.com/office/drawing/2014/main" id="{DACDD171-9D2D-41F2-BD5C-CA3CA22C327D}"/>
                </a:ext>
              </a:extLst>
            </p:cNvPr>
            <p:cNvSpPr/>
            <p:nvPr/>
          </p:nvSpPr>
          <p:spPr>
            <a:xfrm>
              <a:off x="1043435" y="1461541"/>
              <a:ext cx="994039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Execute  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F</a:t>
              </a:r>
              <a:r>
                <a:rPr kumimoji="0" lang="en-US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unctional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Testing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531080D-406F-4024-A56A-ADC42AAE4417}"/>
              </a:ext>
            </a:extLst>
          </p:cNvPr>
          <p:cNvGrpSpPr/>
          <p:nvPr/>
        </p:nvGrpSpPr>
        <p:grpSpPr>
          <a:xfrm>
            <a:off x="7037848" y="3498923"/>
            <a:ext cx="1257886" cy="775378"/>
            <a:chOff x="1041816" y="1251679"/>
            <a:chExt cx="993240" cy="629586"/>
          </a:xfrm>
        </p:grpSpPr>
        <p:sp>
          <p:nvSpPr>
            <p:cNvPr id="114" name="Flowchart: Process 113">
              <a:extLst>
                <a:ext uri="{FF2B5EF4-FFF2-40B4-BE49-F238E27FC236}">
                  <a16:creationId xmlns:a16="http://schemas.microsoft.com/office/drawing/2014/main" id="{B0935428-BCB0-4985-A791-3DDB619F8B39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 &amp; 10M</a:t>
              </a:r>
            </a:p>
          </p:txBody>
        </p:sp>
        <p:sp>
          <p:nvSpPr>
            <p:cNvPr id="115" name="Flowchart: Process 114">
              <a:extLst>
                <a:ext uri="{FF2B5EF4-FFF2-40B4-BE49-F238E27FC236}">
                  <a16:creationId xmlns:a16="http://schemas.microsoft.com/office/drawing/2014/main" id="{428FB5F2-0E12-46C7-B03F-4C2CF6E168D1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Remediation Activities</a:t>
              </a:r>
            </a:p>
          </p:txBody>
        </p:sp>
      </p:grp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F629DDBA-AB3C-49FD-AE43-A3CC1CDFFDE9}"/>
              </a:ext>
            </a:extLst>
          </p:cNvPr>
          <p:cNvCxnSpPr>
            <a:cxnSpLocks/>
            <a:stCxn id="106" idx="2"/>
            <a:endCxn id="78" idx="0"/>
          </p:cNvCxnSpPr>
          <p:nvPr/>
        </p:nvCxnSpPr>
        <p:spPr>
          <a:xfrm rot="5400000">
            <a:off x="3244205" y="2200294"/>
            <a:ext cx="407059" cy="27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BF63D098-60C7-47D0-B377-3BCCDA3E3FB7}"/>
              </a:ext>
            </a:extLst>
          </p:cNvPr>
          <p:cNvCxnSpPr>
            <a:cxnSpLocks/>
            <a:stCxn id="63" idx="3"/>
            <a:endCxn id="125" idx="2"/>
          </p:cNvCxnSpPr>
          <p:nvPr/>
        </p:nvCxnSpPr>
        <p:spPr>
          <a:xfrm flipV="1">
            <a:off x="4153551" y="4333454"/>
            <a:ext cx="908710" cy="8815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3C19D35D-013F-41CD-B77E-70AD2B5A200C}"/>
              </a:ext>
            </a:extLst>
          </p:cNvPr>
          <p:cNvCxnSpPr>
            <a:cxnSpLocks/>
            <a:stCxn id="2" idx="2"/>
            <a:endCxn id="120" idx="0"/>
          </p:cNvCxnSpPr>
          <p:nvPr/>
        </p:nvCxnSpPr>
        <p:spPr>
          <a:xfrm rot="16200000" flipH="1">
            <a:off x="9231696" y="5597174"/>
            <a:ext cx="480524" cy="14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566C8FA-8168-45E3-93CC-BF0561388399}"/>
              </a:ext>
            </a:extLst>
          </p:cNvPr>
          <p:cNvGrpSpPr/>
          <p:nvPr/>
        </p:nvGrpSpPr>
        <p:grpSpPr>
          <a:xfrm>
            <a:off x="8822456" y="1282142"/>
            <a:ext cx="1275082" cy="740577"/>
            <a:chOff x="1041816" y="1251679"/>
            <a:chExt cx="993240" cy="629586"/>
          </a:xfrm>
        </p:grpSpPr>
        <p:sp>
          <p:nvSpPr>
            <p:cNvPr id="142" name="Flowchart: Process 141">
              <a:extLst>
                <a:ext uri="{FF2B5EF4-FFF2-40B4-BE49-F238E27FC236}">
                  <a16:creationId xmlns:a16="http://schemas.microsoft.com/office/drawing/2014/main" id="{2EEAA47C-2DF3-4433-B8FA-FE706C66402D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</a:t>
              </a:r>
            </a:p>
          </p:txBody>
        </p:sp>
        <p:sp>
          <p:nvSpPr>
            <p:cNvPr id="143" name="Flowchart: Process 142">
              <a:extLst>
                <a:ext uri="{FF2B5EF4-FFF2-40B4-BE49-F238E27FC236}">
                  <a16:creationId xmlns:a16="http://schemas.microsoft.com/office/drawing/2014/main" id="{8E45CFBC-48F5-4F2B-B9FE-6C1246DFB59C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u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v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Activities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0F83B08-229D-4338-B3D4-569C409CB245}"/>
              </a:ext>
            </a:extLst>
          </p:cNvPr>
          <p:cNvGrpSpPr/>
          <p:nvPr/>
        </p:nvGrpSpPr>
        <p:grpSpPr>
          <a:xfrm>
            <a:off x="10660401" y="2349975"/>
            <a:ext cx="1271986" cy="764639"/>
            <a:chOff x="1041816" y="1251679"/>
            <a:chExt cx="993240" cy="629586"/>
          </a:xfrm>
        </p:grpSpPr>
        <p:sp>
          <p:nvSpPr>
            <p:cNvPr id="146" name="Flowchart: Process 145">
              <a:extLst>
                <a:ext uri="{FF2B5EF4-FFF2-40B4-BE49-F238E27FC236}">
                  <a16:creationId xmlns:a16="http://schemas.microsoft.com/office/drawing/2014/main" id="{27D5BC19-F263-4198-A1CA-ED20E19287FF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147" name="Flowchart: Process 146">
              <a:extLst>
                <a:ext uri="{FF2B5EF4-FFF2-40B4-BE49-F238E27FC236}">
                  <a16:creationId xmlns:a16="http://schemas.microsoft.com/office/drawing/2014/main" id="{B02B71F3-8581-419F-9BC3-265803BAD166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Migration Signoffs:</a:t>
              </a:r>
            </a:p>
            <a:p>
              <a:pPr marL="171450" marR="0" lvl="0" indent="-571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Application Prod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u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Owner</a:t>
              </a:r>
            </a:p>
          </p:txBody>
        </p:sp>
      </p:grpSp>
      <p:sp>
        <p:nvSpPr>
          <p:cNvPr id="2" name="Diamond 1">
            <a:extLst>
              <a:ext uri="{FF2B5EF4-FFF2-40B4-BE49-F238E27FC236}">
                <a16:creationId xmlns:a16="http://schemas.microsoft.com/office/drawing/2014/main" id="{0DE9A7B8-78DA-4A2B-89DC-123FC4AD9B62}"/>
              </a:ext>
            </a:extLst>
          </p:cNvPr>
          <p:cNvSpPr/>
          <p:nvPr/>
        </p:nvSpPr>
        <p:spPr>
          <a:xfrm>
            <a:off x="8761081" y="4668457"/>
            <a:ext cx="1420344" cy="6891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Issue 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encountered?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CFCCB6F-2BD3-47AB-8241-32EBB034F190}"/>
              </a:ext>
            </a:extLst>
          </p:cNvPr>
          <p:cNvCxnSpPr>
            <a:cxnSpLocks/>
            <a:stCxn id="112" idx="2"/>
            <a:endCxn id="2" idx="0"/>
          </p:cNvCxnSpPr>
          <p:nvPr/>
        </p:nvCxnSpPr>
        <p:spPr>
          <a:xfrm rot="16200000" flipH="1">
            <a:off x="9277497" y="4474701"/>
            <a:ext cx="379260" cy="82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BDF37C4-CA10-4022-A06A-09A652A02737}"/>
              </a:ext>
            </a:extLst>
          </p:cNvPr>
          <p:cNvSpPr txBox="1"/>
          <p:nvPr/>
        </p:nvSpPr>
        <p:spPr>
          <a:xfrm>
            <a:off x="8960876" y="5222268"/>
            <a:ext cx="529618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5DAA9D-E59E-4F75-B7F5-B1C93FDC063D}"/>
              </a:ext>
            </a:extLst>
          </p:cNvPr>
          <p:cNvSpPr txBox="1"/>
          <p:nvPr/>
        </p:nvSpPr>
        <p:spPr>
          <a:xfrm>
            <a:off x="9997458" y="4684670"/>
            <a:ext cx="395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447EBEB-30A2-441B-A9C9-C1B07554C809}"/>
              </a:ext>
            </a:extLst>
          </p:cNvPr>
          <p:cNvCxnSpPr>
            <a:cxnSpLocks/>
            <a:stCxn id="86" idx="0"/>
            <a:endCxn id="105" idx="0"/>
          </p:cNvCxnSpPr>
          <p:nvPr/>
        </p:nvCxnSpPr>
        <p:spPr>
          <a:xfrm rot="5400000" flipH="1" flipV="1">
            <a:off x="1529193" y="1188439"/>
            <a:ext cx="1815962" cy="2023903"/>
          </a:xfrm>
          <a:prstGeom prst="bentConnector3">
            <a:avLst>
              <a:gd name="adj1" fmla="val 1125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Diamond 62">
            <a:extLst>
              <a:ext uri="{FF2B5EF4-FFF2-40B4-BE49-F238E27FC236}">
                <a16:creationId xmlns:a16="http://schemas.microsoft.com/office/drawing/2014/main" id="{A283DA47-408B-4360-8F13-CC1B43EA5B45}"/>
              </a:ext>
            </a:extLst>
          </p:cNvPr>
          <p:cNvSpPr/>
          <p:nvPr/>
        </p:nvSpPr>
        <p:spPr>
          <a:xfrm>
            <a:off x="2733207" y="4870445"/>
            <a:ext cx="1420344" cy="6891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Issue 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encountered?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12805D6-E5C7-4B42-B029-34950AAE6410}"/>
              </a:ext>
            </a:extLst>
          </p:cNvPr>
          <p:cNvGrpSpPr/>
          <p:nvPr/>
        </p:nvGrpSpPr>
        <p:grpSpPr>
          <a:xfrm>
            <a:off x="1121006" y="4825029"/>
            <a:ext cx="1257886" cy="826967"/>
            <a:chOff x="1041816" y="1251679"/>
            <a:chExt cx="993240" cy="629586"/>
          </a:xfrm>
        </p:grpSpPr>
        <p:sp>
          <p:nvSpPr>
            <p:cNvPr id="66" name="Flowchart: Process 65">
              <a:extLst>
                <a:ext uri="{FF2B5EF4-FFF2-40B4-BE49-F238E27FC236}">
                  <a16:creationId xmlns:a16="http://schemas.microsoft.com/office/drawing/2014/main" id="{367C1317-A00C-46B4-92C4-084161688246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 &amp; 10M</a:t>
              </a:r>
            </a:p>
          </p:txBody>
        </p:sp>
        <p:sp>
          <p:nvSpPr>
            <p:cNvPr id="67" name="Flowchart: Process 66">
              <a:extLst>
                <a:ext uri="{FF2B5EF4-FFF2-40B4-BE49-F238E27FC236}">
                  <a16:creationId xmlns:a16="http://schemas.microsoft.com/office/drawing/2014/main" id="{002AB62D-8F43-4632-B28D-6D995BBB2C96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Remediation Activities</a:t>
              </a:r>
            </a:p>
          </p:txBody>
        </p:sp>
      </p:grp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90FB7A6-666F-4642-A9D2-047C30B58F3C}"/>
              </a:ext>
            </a:extLst>
          </p:cNvPr>
          <p:cNvCxnSpPr>
            <a:cxnSpLocks/>
            <a:stCxn id="63" idx="2"/>
            <a:endCxn id="102" idx="0"/>
          </p:cNvCxnSpPr>
          <p:nvPr/>
        </p:nvCxnSpPr>
        <p:spPr>
          <a:xfrm rot="5400000">
            <a:off x="3269442" y="5733317"/>
            <a:ext cx="347648" cy="2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689E33D0-5388-4032-B811-81989EF76643}"/>
              </a:ext>
            </a:extLst>
          </p:cNvPr>
          <p:cNvCxnSpPr>
            <a:cxnSpLocks/>
            <a:stCxn id="66" idx="0"/>
            <a:endCxn id="77" idx="1"/>
          </p:cNvCxnSpPr>
          <p:nvPr/>
        </p:nvCxnSpPr>
        <p:spPr>
          <a:xfrm rot="5400000" flipH="1" flipV="1">
            <a:off x="1900319" y="3914629"/>
            <a:ext cx="760030" cy="10607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59DCC52-2FF8-41E3-A508-DC4DBEC64195}"/>
              </a:ext>
            </a:extLst>
          </p:cNvPr>
          <p:cNvCxnSpPr>
            <a:cxnSpLocks/>
            <a:stCxn id="77" idx="2"/>
            <a:endCxn id="63" idx="0"/>
          </p:cNvCxnSpPr>
          <p:nvPr/>
        </p:nvCxnSpPr>
        <p:spPr>
          <a:xfrm rot="16200000" flipH="1">
            <a:off x="3176626" y="4603691"/>
            <a:ext cx="529791" cy="37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EDA0781-0708-4C9B-9A75-B8ABA10D1419}"/>
              </a:ext>
            </a:extLst>
          </p:cNvPr>
          <p:cNvSpPr txBox="1"/>
          <p:nvPr/>
        </p:nvSpPr>
        <p:spPr>
          <a:xfrm>
            <a:off x="4152450" y="4853845"/>
            <a:ext cx="395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7C23264-43FE-490F-8AD6-18EBBA7AE5EF}"/>
              </a:ext>
            </a:extLst>
          </p:cNvPr>
          <p:cNvGrpSpPr/>
          <p:nvPr/>
        </p:nvGrpSpPr>
        <p:grpSpPr>
          <a:xfrm>
            <a:off x="2810720" y="3513687"/>
            <a:ext cx="1257886" cy="826967"/>
            <a:chOff x="1041816" y="1251679"/>
            <a:chExt cx="993240" cy="629586"/>
          </a:xfrm>
        </p:grpSpPr>
        <p:sp>
          <p:nvSpPr>
            <p:cNvPr id="76" name="Flowchart: Process 75">
              <a:extLst>
                <a:ext uri="{FF2B5EF4-FFF2-40B4-BE49-F238E27FC236}">
                  <a16:creationId xmlns:a16="http://schemas.microsoft.com/office/drawing/2014/main" id="{55D68387-B284-4DBB-8E13-135EE5D69BFF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&amp; 10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 </a:t>
              </a:r>
            </a:p>
          </p:txBody>
        </p:sp>
        <p:sp>
          <p:nvSpPr>
            <p:cNvPr id="77" name="Flowchart: Process 76">
              <a:extLst>
                <a:ext uri="{FF2B5EF4-FFF2-40B4-BE49-F238E27FC236}">
                  <a16:creationId xmlns:a16="http://schemas.microsoft.com/office/drawing/2014/main" id="{07227AB3-F8D6-45A2-91DE-EC7CD93A78FC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Perform Infrastructure Testing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367F909-6FBA-40DF-98D9-CA5814CEA3B8}"/>
              </a:ext>
            </a:extLst>
          </p:cNvPr>
          <p:cNvSpPr txBox="1"/>
          <p:nvPr/>
        </p:nvSpPr>
        <p:spPr>
          <a:xfrm>
            <a:off x="2978548" y="5483196"/>
            <a:ext cx="529618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620DF94-2085-48D7-9745-7F610C3BFC12}"/>
              </a:ext>
            </a:extLst>
          </p:cNvPr>
          <p:cNvCxnSpPr>
            <a:cxnSpLocks/>
            <a:stCxn id="84" idx="2"/>
            <a:endCxn id="111" idx="0"/>
          </p:cNvCxnSpPr>
          <p:nvPr/>
        </p:nvCxnSpPr>
        <p:spPr>
          <a:xfrm rot="5400000">
            <a:off x="9277442" y="3293940"/>
            <a:ext cx="372012" cy="6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Diamond 101">
            <a:extLst>
              <a:ext uri="{FF2B5EF4-FFF2-40B4-BE49-F238E27FC236}">
                <a16:creationId xmlns:a16="http://schemas.microsoft.com/office/drawing/2014/main" id="{1894BDCC-A1AD-47A5-93F7-7BB3F9A1A9C8}"/>
              </a:ext>
            </a:extLst>
          </p:cNvPr>
          <p:cNvSpPr/>
          <p:nvPr/>
        </p:nvSpPr>
        <p:spPr>
          <a:xfrm>
            <a:off x="2732981" y="5907254"/>
            <a:ext cx="1420344" cy="6891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k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312259C-E8C9-4647-86DF-F6EEFA0E568E}"/>
              </a:ext>
            </a:extLst>
          </p:cNvPr>
          <p:cNvGrpSpPr/>
          <p:nvPr/>
        </p:nvGrpSpPr>
        <p:grpSpPr>
          <a:xfrm>
            <a:off x="5719346" y="5137814"/>
            <a:ext cx="1191888" cy="700328"/>
            <a:chOff x="1041816" y="1251679"/>
            <a:chExt cx="993240" cy="629586"/>
          </a:xfrm>
        </p:grpSpPr>
        <p:sp>
          <p:nvSpPr>
            <p:cNvPr id="116" name="Flowchart: Process 115">
              <a:extLst>
                <a:ext uri="{FF2B5EF4-FFF2-40B4-BE49-F238E27FC236}">
                  <a16:creationId xmlns:a16="http://schemas.microsoft.com/office/drawing/2014/main" id="{1DA56F2E-3611-44AA-A757-F8758F84F1CF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17" name="Flowchart: Process 116">
              <a:extLst>
                <a:ext uri="{FF2B5EF4-FFF2-40B4-BE49-F238E27FC236}">
                  <a16:creationId xmlns:a16="http://schemas.microsoft.com/office/drawing/2014/main" id="{7B1EBDCC-F4B3-46C1-8B48-9369BB4C634E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Escalate to Relativity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Leadership</a:t>
              </a:r>
            </a:p>
          </p:txBody>
        </p:sp>
      </p:grp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4EC5A99C-7717-49B6-9874-4FB8992275F6}"/>
              </a:ext>
            </a:extLst>
          </p:cNvPr>
          <p:cNvCxnSpPr>
            <a:cxnSpLocks/>
            <a:stCxn id="102" idx="3"/>
            <a:endCxn id="117" idx="2"/>
          </p:cNvCxnSpPr>
          <p:nvPr/>
        </p:nvCxnSpPr>
        <p:spPr>
          <a:xfrm flipV="1">
            <a:off x="4153325" y="5838142"/>
            <a:ext cx="2161965" cy="4136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615E4E4-CF5D-4A88-B9BA-558C50132C86}"/>
              </a:ext>
            </a:extLst>
          </p:cNvPr>
          <p:cNvCxnSpPr>
            <a:cxnSpLocks/>
            <a:stCxn id="102" idx="1"/>
            <a:endCxn id="67" idx="2"/>
          </p:cNvCxnSpPr>
          <p:nvPr/>
        </p:nvCxnSpPr>
        <p:spPr>
          <a:xfrm rot="10800000">
            <a:off x="1749949" y="5651997"/>
            <a:ext cx="983032" cy="59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1EED8BC-38F7-497E-BC07-8C3B11C2A328}"/>
              </a:ext>
            </a:extLst>
          </p:cNvPr>
          <p:cNvSpPr txBox="1"/>
          <p:nvPr/>
        </p:nvSpPr>
        <p:spPr>
          <a:xfrm>
            <a:off x="2438231" y="5941980"/>
            <a:ext cx="395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37E378-9543-4267-9885-AC80F65C7017}"/>
              </a:ext>
            </a:extLst>
          </p:cNvPr>
          <p:cNvSpPr txBox="1"/>
          <p:nvPr/>
        </p:nvSpPr>
        <p:spPr>
          <a:xfrm>
            <a:off x="4140725" y="5936069"/>
            <a:ext cx="529618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2B20AB1F-A133-4376-96BB-1AAF43FBE937}"/>
              </a:ext>
            </a:extLst>
          </p:cNvPr>
          <p:cNvSpPr/>
          <p:nvPr/>
        </p:nvSpPr>
        <p:spPr>
          <a:xfrm>
            <a:off x="8762492" y="5838142"/>
            <a:ext cx="1420344" cy="6891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o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k</a:t>
            </a:r>
            <a:r>
              <a:rPr kumimoji="0" lang="en-ZM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B672D4-688C-4826-B396-4752E9005E74}"/>
              </a:ext>
            </a:extLst>
          </p:cNvPr>
          <p:cNvSpPr txBox="1"/>
          <p:nvPr/>
        </p:nvSpPr>
        <p:spPr>
          <a:xfrm>
            <a:off x="8510283" y="5921112"/>
            <a:ext cx="395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198FF6-4258-41E4-87BC-2A6FFE40B857}"/>
              </a:ext>
            </a:extLst>
          </p:cNvPr>
          <p:cNvSpPr txBox="1"/>
          <p:nvPr/>
        </p:nvSpPr>
        <p:spPr>
          <a:xfrm>
            <a:off x="9984829" y="5921112"/>
            <a:ext cx="529618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26322">
                    <a:lumMod val="75000"/>
                  </a:srgbClr>
                </a:solidFill>
                <a:effectLst/>
                <a:highlight>
                  <a:srgbClr val="F1F1EF"/>
                </a:highlight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2BBE91A-93DB-4F1C-BF96-C8F3578BA357}"/>
              </a:ext>
            </a:extLst>
          </p:cNvPr>
          <p:cNvGrpSpPr/>
          <p:nvPr/>
        </p:nvGrpSpPr>
        <p:grpSpPr>
          <a:xfrm>
            <a:off x="4447834" y="3524922"/>
            <a:ext cx="1228854" cy="808532"/>
            <a:chOff x="1041816" y="1251679"/>
            <a:chExt cx="993240" cy="629586"/>
          </a:xfrm>
        </p:grpSpPr>
        <p:sp>
          <p:nvSpPr>
            <p:cNvPr id="124" name="Flowchart: Process 123">
              <a:extLst>
                <a:ext uri="{FF2B5EF4-FFF2-40B4-BE49-F238E27FC236}">
                  <a16:creationId xmlns:a16="http://schemas.microsoft.com/office/drawing/2014/main" id="{B0E8483B-6EC7-4C45-84E1-E1FB8073D753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125" name="Flowchart: Process 124">
              <a:extLst>
                <a:ext uri="{FF2B5EF4-FFF2-40B4-BE49-F238E27FC236}">
                  <a16:creationId xmlns:a16="http://schemas.microsoft.com/office/drawing/2014/main" id="{888662EC-0C8E-4739-89CF-314CD77D4BF0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Migration Signoffs:</a:t>
              </a:r>
            </a:p>
            <a:p>
              <a:pPr marL="171450" marR="0" lvl="0" indent="-571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Infrastructure</a:t>
              </a:r>
            </a:p>
          </p:txBody>
        </p:sp>
      </p:grp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FD973C74-904E-4A6F-BCE4-AFA001CB24A6}"/>
              </a:ext>
            </a:extLst>
          </p:cNvPr>
          <p:cNvCxnSpPr>
            <a:cxnSpLocks/>
            <a:endCxn id="142" idx="0"/>
          </p:cNvCxnSpPr>
          <p:nvPr/>
        </p:nvCxnSpPr>
        <p:spPr>
          <a:xfrm flipV="1">
            <a:off x="5014412" y="1282142"/>
            <a:ext cx="4445585" cy="2242782"/>
          </a:xfrm>
          <a:prstGeom prst="bentConnector4">
            <a:avLst>
              <a:gd name="adj1" fmla="val -863"/>
              <a:gd name="adj2" fmla="val 1101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5B0CB76D-6F7F-4E1C-9CD5-29B2C8848EB8}"/>
              </a:ext>
            </a:extLst>
          </p:cNvPr>
          <p:cNvCxnSpPr>
            <a:cxnSpLocks/>
            <a:stCxn id="120" idx="1"/>
            <a:endCxn id="115" idx="2"/>
          </p:cNvCxnSpPr>
          <p:nvPr/>
        </p:nvCxnSpPr>
        <p:spPr>
          <a:xfrm rot="10800000">
            <a:off x="7666792" y="4274301"/>
            <a:ext cx="1095701" cy="19084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B8BBEBBD-0A88-4EEF-9919-733AC12FB79C}"/>
              </a:ext>
            </a:extLst>
          </p:cNvPr>
          <p:cNvCxnSpPr>
            <a:cxnSpLocks/>
            <a:stCxn id="2" idx="3"/>
            <a:endCxn id="147" idx="1"/>
          </p:cNvCxnSpPr>
          <p:nvPr/>
        </p:nvCxnSpPr>
        <p:spPr>
          <a:xfrm flipV="1">
            <a:off x="10181425" y="2859735"/>
            <a:ext cx="478976" cy="21533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55493870-2B9A-4330-8F7F-09C710160F53}"/>
              </a:ext>
            </a:extLst>
          </p:cNvPr>
          <p:cNvCxnSpPr>
            <a:cxnSpLocks/>
            <a:stCxn id="147" idx="2"/>
            <a:endCxn id="90" idx="0"/>
          </p:cNvCxnSpPr>
          <p:nvPr/>
        </p:nvCxnSpPr>
        <p:spPr>
          <a:xfrm rot="16200000" flipH="1">
            <a:off x="10956902" y="3454105"/>
            <a:ext cx="682439" cy="34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4567ED61-5D8C-493D-97B0-E39CBF1A9304}"/>
              </a:ext>
            </a:extLst>
          </p:cNvPr>
          <p:cNvCxnSpPr>
            <a:cxnSpLocks/>
            <a:stCxn id="115" idx="3"/>
            <a:endCxn id="112" idx="1"/>
          </p:cNvCxnSpPr>
          <p:nvPr/>
        </p:nvCxnSpPr>
        <p:spPr>
          <a:xfrm>
            <a:off x="8295734" y="4015842"/>
            <a:ext cx="530763" cy="4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7BCCDD85-C2B6-4451-81E4-DF9721183C6D}"/>
              </a:ext>
            </a:extLst>
          </p:cNvPr>
          <p:cNvCxnSpPr>
            <a:cxnSpLocks/>
            <a:stCxn id="120" idx="3"/>
            <a:endCxn id="117" idx="2"/>
          </p:cNvCxnSpPr>
          <p:nvPr/>
        </p:nvCxnSpPr>
        <p:spPr>
          <a:xfrm flipH="1" flipV="1">
            <a:off x="6315290" y="5838142"/>
            <a:ext cx="3867546" cy="344581"/>
          </a:xfrm>
          <a:prstGeom prst="bentConnector4">
            <a:avLst>
              <a:gd name="adj1" fmla="val -5911"/>
              <a:gd name="adj2" fmla="val -1354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B97AB15-D922-4520-84A8-07C0408D1878}"/>
              </a:ext>
            </a:extLst>
          </p:cNvPr>
          <p:cNvGrpSpPr/>
          <p:nvPr/>
        </p:nvGrpSpPr>
        <p:grpSpPr>
          <a:xfrm>
            <a:off x="2868526" y="2405216"/>
            <a:ext cx="1155630" cy="705748"/>
            <a:chOff x="2123234" y="1521009"/>
            <a:chExt cx="1155630" cy="705748"/>
          </a:xfrm>
        </p:grpSpPr>
        <p:sp>
          <p:nvSpPr>
            <p:cNvPr id="78" name="Flowchart: Process 77">
              <a:extLst>
                <a:ext uri="{FF2B5EF4-FFF2-40B4-BE49-F238E27FC236}">
                  <a16:creationId xmlns:a16="http://schemas.microsoft.com/office/drawing/2014/main" id="{678770BA-E9A8-47C9-840B-45F2D55E27B7}"/>
                </a:ext>
              </a:extLst>
            </p:cNvPr>
            <p:cNvSpPr/>
            <p:nvPr/>
          </p:nvSpPr>
          <p:spPr>
            <a:xfrm>
              <a:off x="2123234" y="1521009"/>
              <a:ext cx="1155630" cy="689620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31605D0A-255C-4D51-A850-AB8EEBF60949}"/>
                </a:ext>
              </a:extLst>
            </p:cNvPr>
            <p:cNvSpPr/>
            <p:nvPr/>
          </p:nvSpPr>
          <p:spPr>
            <a:xfrm>
              <a:off x="2123234" y="1746234"/>
              <a:ext cx="1155630" cy="480523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Communicate to Infra  Ready to Test</a:t>
              </a:r>
            </a:p>
          </p:txBody>
        </p:sp>
      </p:grp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7E9E72F-41FA-40DB-AEF6-14EFF89B0C84}"/>
              </a:ext>
            </a:extLst>
          </p:cNvPr>
          <p:cNvCxnSpPr>
            <a:stCxn id="79" idx="2"/>
            <a:endCxn id="76" idx="0"/>
          </p:cNvCxnSpPr>
          <p:nvPr/>
        </p:nvCxnSpPr>
        <p:spPr>
          <a:xfrm rot="5400000">
            <a:off x="3241641" y="3308986"/>
            <a:ext cx="402723" cy="66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E415E03-277A-4F3B-BE06-18BD7F2A87FD}"/>
              </a:ext>
            </a:extLst>
          </p:cNvPr>
          <p:cNvGrpSpPr/>
          <p:nvPr/>
        </p:nvGrpSpPr>
        <p:grpSpPr>
          <a:xfrm>
            <a:off x="8822193" y="2401490"/>
            <a:ext cx="1288570" cy="709474"/>
            <a:chOff x="2123234" y="1521009"/>
            <a:chExt cx="1155630" cy="705748"/>
          </a:xfrm>
        </p:grpSpPr>
        <p:sp>
          <p:nvSpPr>
            <p:cNvPr id="83" name="Flowchart: Process 82">
              <a:extLst>
                <a:ext uri="{FF2B5EF4-FFF2-40B4-BE49-F238E27FC236}">
                  <a16:creationId xmlns:a16="http://schemas.microsoft.com/office/drawing/2014/main" id="{4FBC8864-3ECD-4066-BBAE-900691BCE7BD}"/>
                </a:ext>
              </a:extLst>
            </p:cNvPr>
            <p:cNvSpPr/>
            <p:nvPr/>
          </p:nvSpPr>
          <p:spPr>
            <a:xfrm>
              <a:off x="2123234" y="1521009"/>
              <a:ext cx="1155630" cy="689620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84" name="Flowchart: Process 83">
              <a:extLst>
                <a:ext uri="{FF2B5EF4-FFF2-40B4-BE49-F238E27FC236}">
                  <a16:creationId xmlns:a16="http://schemas.microsoft.com/office/drawing/2014/main" id="{598DCC2A-8D31-4408-AD84-C95E778EC66A}"/>
                </a:ext>
              </a:extLst>
            </p:cNvPr>
            <p:cNvSpPr/>
            <p:nvPr/>
          </p:nvSpPr>
          <p:spPr>
            <a:xfrm>
              <a:off x="2123234" y="1746234"/>
              <a:ext cx="1155630" cy="480523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Communicate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to Product Owner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Ready to Test</a:t>
              </a:r>
            </a:p>
          </p:txBody>
        </p:sp>
      </p:grp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AAE83A3-B3F1-42D5-A130-6A8F4BF41566}"/>
              </a:ext>
            </a:extLst>
          </p:cNvPr>
          <p:cNvCxnSpPr>
            <a:cxnSpLocks/>
            <a:stCxn id="143" idx="2"/>
            <a:endCxn id="83" idx="0"/>
          </p:cNvCxnSpPr>
          <p:nvPr/>
        </p:nvCxnSpPr>
        <p:spPr>
          <a:xfrm rot="16200000" flipH="1">
            <a:off x="9273852" y="2208863"/>
            <a:ext cx="378771" cy="64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62390E8-2D78-4D89-B5DE-81D9EE33BE7E}"/>
              </a:ext>
            </a:extLst>
          </p:cNvPr>
          <p:cNvGrpSpPr/>
          <p:nvPr/>
        </p:nvGrpSpPr>
        <p:grpSpPr>
          <a:xfrm>
            <a:off x="893053" y="3108371"/>
            <a:ext cx="1040670" cy="808495"/>
            <a:chOff x="9679760" y="3429000"/>
            <a:chExt cx="1040670" cy="808495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A5DC3C9-C7E7-46BF-91ED-BBB599F76AB0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3D05706-8FFC-4585-B0CC-55B988B562C0}"/>
                </a:ext>
              </a:extLst>
            </p:cNvPr>
            <p:cNvSpPr/>
            <p:nvPr/>
          </p:nvSpPr>
          <p:spPr>
            <a:xfrm>
              <a:off x="9679760" y="3685960"/>
              <a:ext cx="104067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Discovery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E70D44-88AA-489D-863A-E8689EA84E61}"/>
              </a:ext>
            </a:extLst>
          </p:cNvPr>
          <p:cNvGrpSpPr/>
          <p:nvPr/>
        </p:nvGrpSpPr>
        <p:grpSpPr>
          <a:xfrm>
            <a:off x="10828593" y="3797053"/>
            <a:ext cx="936287" cy="808495"/>
            <a:chOff x="9740674" y="3429000"/>
            <a:chExt cx="936287" cy="808495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45805A8-B819-47B3-AB84-C04DA45420FC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E4525B0-F99B-4A14-BD1C-8A22D8EF95F7}"/>
                </a:ext>
              </a:extLst>
            </p:cNvPr>
            <p:cNvSpPr/>
            <p:nvPr/>
          </p:nvSpPr>
          <p:spPr>
            <a:xfrm>
              <a:off x="9740674" y="3685960"/>
              <a:ext cx="91884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H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a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d-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o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7FCEA36-DC0B-4A56-AE73-D30ADC610063}"/>
              </a:ext>
            </a:extLst>
          </p:cNvPr>
          <p:cNvGrpSpPr/>
          <p:nvPr/>
        </p:nvGrpSpPr>
        <p:grpSpPr>
          <a:xfrm>
            <a:off x="5842316" y="3572708"/>
            <a:ext cx="938657" cy="808495"/>
            <a:chOff x="9738304" y="3429000"/>
            <a:chExt cx="938657" cy="808495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5243662-2524-4282-B166-1B890A4FEE29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C491FC4-569A-49BE-93FF-82A5DF1552F3}"/>
                </a:ext>
              </a:extLst>
            </p:cNvPr>
            <p:cNvSpPr/>
            <p:nvPr/>
          </p:nvSpPr>
          <p:spPr>
            <a:xfrm>
              <a:off x="9738304" y="3685960"/>
              <a:ext cx="9235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R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o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l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l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b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a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c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k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7B5F3DC5-1B27-45D6-8A11-8510E167E02B}"/>
              </a:ext>
            </a:extLst>
          </p:cNvPr>
          <p:cNvCxnSpPr>
            <a:stCxn id="116" idx="0"/>
            <a:endCxn id="95" idx="4"/>
          </p:cNvCxnSpPr>
          <p:nvPr/>
        </p:nvCxnSpPr>
        <p:spPr>
          <a:xfrm rot="5400000" flipH="1" flipV="1">
            <a:off x="5937311" y="4759183"/>
            <a:ext cx="756611" cy="6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02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61172-A58D-471E-A5F4-5FF9D947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800"/>
            <a:ext cx="10515600" cy="76463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>
                <a:latin typeface="Arial Black" panose="020B0A04020102020204" pitchFamily="34" charset="0"/>
              </a:rPr>
              <a:t>Migration Process Flow – Hand</a:t>
            </a:r>
            <a:r>
              <a:rPr lang="en-ZM">
                <a:latin typeface="Arial Black" panose="020B0A04020102020204" pitchFamily="34" charset="0"/>
              </a:rPr>
              <a:t>-</a:t>
            </a:r>
            <a:r>
              <a:rPr lang="en-US">
                <a:latin typeface="Arial Black" panose="020B0A04020102020204" pitchFamily="34" charset="0"/>
              </a:rPr>
              <a:t>off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D94D335-5A12-4160-B0EE-895071BDD6B9}"/>
              </a:ext>
            </a:extLst>
          </p:cNvPr>
          <p:cNvSpPr/>
          <p:nvPr/>
        </p:nvSpPr>
        <p:spPr>
          <a:xfrm>
            <a:off x="5170326" y="6015954"/>
            <a:ext cx="1191888" cy="42945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Migration Completed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60C1EC6-BDDC-4FB5-8BEB-F2AE3486FC56}"/>
              </a:ext>
            </a:extLst>
          </p:cNvPr>
          <p:cNvGrpSpPr/>
          <p:nvPr/>
        </p:nvGrpSpPr>
        <p:grpSpPr>
          <a:xfrm>
            <a:off x="5184661" y="1850350"/>
            <a:ext cx="1155630" cy="700328"/>
            <a:chOff x="1041816" y="1251679"/>
            <a:chExt cx="993240" cy="629586"/>
          </a:xfrm>
        </p:grpSpPr>
        <p:sp>
          <p:nvSpPr>
            <p:cNvPr id="118" name="Flowchart: Process 117">
              <a:extLst>
                <a:ext uri="{FF2B5EF4-FFF2-40B4-BE49-F238E27FC236}">
                  <a16:creationId xmlns:a16="http://schemas.microsoft.com/office/drawing/2014/main" id="{21F66BC8-93A8-4296-9461-D247D67512CE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19" name="Flowchart: Process 118">
              <a:extLst>
                <a:ext uri="{FF2B5EF4-FFF2-40B4-BE49-F238E27FC236}">
                  <a16:creationId xmlns:a16="http://schemas.microsoft.com/office/drawing/2014/main" id="{0319533D-74B2-4F1B-9609-E7B7F9DFB09F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Migration</a:t>
              </a:r>
              <a:endParaRPr kumimoji="0" lang="en-ZM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Activity</a:t>
              </a:r>
            </a:p>
          </p:txBody>
        </p:sp>
      </p:grp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5613F091-38D2-4FC8-8B42-4EB140C6D884}"/>
              </a:ext>
            </a:extLst>
          </p:cNvPr>
          <p:cNvCxnSpPr>
            <a:cxnSpLocks/>
            <a:stCxn id="119" idx="2"/>
            <a:endCxn id="17" idx="0"/>
          </p:cNvCxnSpPr>
          <p:nvPr/>
        </p:nvCxnSpPr>
        <p:spPr>
          <a:xfrm rot="16200000" flipH="1">
            <a:off x="5423807" y="2889346"/>
            <a:ext cx="680519" cy="31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70468FF-8928-4CF9-8FE1-4DA0719243BA}"/>
              </a:ext>
            </a:extLst>
          </p:cNvPr>
          <p:cNvGrpSpPr/>
          <p:nvPr/>
        </p:nvGrpSpPr>
        <p:grpSpPr>
          <a:xfrm>
            <a:off x="5182105" y="4598464"/>
            <a:ext cx="1155630" cy="700328"/>
            <a:chOff x="1041816" y="1251679"/>
            <a:chExt cx="993240" cy="629586"/>
          </a:xfrm>
        </p:grpSpPr>
        <p:sp>
          <p:nvSpPr>
            <p:cNvPr id="138" name="Flowchart: Process 137">
              <a:extLst>
                <a:ext uri="{FF2B5EF4-FFF2-40B4-BE49-F238E27FC236}">
                  <a16:creationId xmlns:a16="http://schemas.microsoft.com/office/drawing/2014/main" id="{D7F96EFB-57DB-4D27-930A-F3D344966824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139" name="Flowchart: Process 138">
              <a:extLst>
                <a:ext uri="{FF2B5EF4-FFF2-40B4-BE49-F238E27FC236}">
                  <a16:creationId xmlns:a16="http://schemas.microsoft.com/office/drawing/2014/main" id="{D11F53E1-65BF-4166-B193-16C1FF7F96BC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Redirect &amp; “Cleanup”</a:t>
              </a:r>
            </a:p>
          </p:txBody>
        </p:sp>
      </p:grp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CFD186A7-5774-4C05-B6C1-2E1EE60BE1AB}"/>
              </a:ext>
            </a:extLst>
          </p:cNvPr>
          <p:cNvCxnSpPr>
            <a:cxnSpLocks/>
            <a:stCxn id="139" idx="2"/>
            <a:endCxn id="116" idx="0"/>
          </p:cNvCxnSpPr>
          <p:nvPr/>
        </p:nvCxnSpPr>
        <p:spPr>
          <a:xfrm rot="16200000" flipH="1">
            <a:off x="5404514" y="5654198"/>
            <a:ext cx="717162" cy="6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E517ABC-5242-4692-AAEE-1EE91C2522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94412" y="1124764"/>
            <a:ext cx="1142479" cy="2593652"/>
          </a:xfrm>
          <a:prstGeom prst="bentConnector3">
            <a:avLst>
              <a:gd name="adj1" fmla="val 1511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120DA2-F70D-419E-A676-306A0EFC9F12}"/>
              </a:ext>
            </a:extLst>
          </p:cNvPr>
          <p:cNvGrpSpPr/>
          <p:nvPr/>
        </p:nvGrpSpPr>
        <p:grpSpPr>
          <a:xfrm>
            <a:off x="5187842" y="3231197"/>
            <a:ext cx="1155630" cy="700328"/>
            <a:chOff x="1041816" y="1251679"/>
            <a:chExt cx="993240" cy="629586"/>
          </a:xfrm>
        </p:grpSpPr>
        <p:sp>
          <p:nvSpPr>
            <p:cNvPr id="17" name="Flowchart: Process 16">
              <a:extLst>
                <a:ext uri="{FF2B5EF4-FFF2-40B4-BE49-F238E27FC236}">
                  <a16:creationId xmlns:a16="http://schemas.microsoft.com/office/drawing/2014/main" id="{997AF547-BD6A-4211-A84F-58F16B15CDE8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8" name="Flowchart: Process 17">
              <a:extLst>
                <a:ext uri="{FF2B5EF4-FFF2-40B4-BE49-F238E27FC236}">
                  <a16:creationId xmlns:a16="http://schemas.microsoft.com/office/drawing/2014/main" id="{F99C446C-DBC9-4463-8B82-51B7AD04D5D1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F</a:t>
              </a:r>
              <a:r>
                <a:rPr kumimoji="0" lang="en-ZM" sz="9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n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l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Communication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3EAADB-2A85-4F2A-A77B-176FAB2BFF51}"/>
              </a:ext>
            </a:extLst>
          </p:cNvPr>
          <p:cNvGrpSpPr/>
          <p:nvPr/>
        </p:nvGrpSpPr>
        <p:grpSpPr>
          <a:xfrm>
            <a:off x="2697568" y="2992829"/>
            <a:ext cx="936287" cy="808495"/>
            <a:chOff x="9740674" y="3429000"/>
            <a:chExt cx="936287" cy="80849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93F323-CC56-4453-9836-D8D1C90AB84E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9C9B2D-1FAB-4899-B593-1527A54B7D97}"/>
                </a:ext>
              </a:extLst>
            </p:cNvPr>
            <p:cNvSpPr/>
            <p:nvPr/>
          </p:nvSpPr>
          <p:spPr>
            <a:xfrm>
              <a:off x="9740674" y="3685960"/>
              <a:ext cx="91884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H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a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d-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o</a:t>
              </a:r>
              <a:r>
                <a:rPr kumimoji="0" lang="en-ZM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f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161D637-CE08-4463-8E03-4F2638C0390F}"/>
              </a:ext>
            </a:extLst>
          </p:cNvPr>
          <p:cNvCxnSpPr>
            <a:cxnSpLocks/>
            <a:stCxn id="18" idx="2"/>
            <a:endCxn id="138" idx="0"/>
          </p:cNvCxnSpPr>
          <p:nvPr/>
        </p:nvCxnSpPr>
        <p:spPr>
          <a:xfrm rot="5400000">
            <a:off x="5429320" y="4262126"/>
            <a:ext cx="666939" cy="5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23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61172-A58D-471E-A5F4-5FF9D947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800"/>
            <a:ext cx="10515600" cy="764639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r>
              <a:rPr lang="en-US">
                <a:latin typeface="Arial Black" panose="020B0A04020102020204" pitchFamily="34" charset="0"/>
              </a:rPr>
              <a:t>Migration Process Flow – Roll/Fail Back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3D94D335-5A12-4160-B0EE-895071BDD6B9}"/>
              </a:ext>
            </a:extLst>
          </p:cNvPr>
          <p:cNvSpPr/>
          <p:nvPr/>
        </p:nvSpPr>
        <p:spPr>
          <a:xfrm>
            <a:off x="6906406" y="5787908"/>
            <a:ext cx="1191888" cy="56593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Rollback Completed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60C1EC6-BDDC-4FB5-8BEB-F2AE3486FC56}"/>
              </a:ext>
            </a:extLst>
          </p:cNvPr>
          <p:cNvGrpSpPr/>
          <p:nvPr/>
        </p:nvGrpSpPr>
        <p:grpSpPr>
          <a:xfrm>
            <a:off x="3393765" y="1794677"/>
            <a:ext cx="1155630" cy="700328"/>
            <a:chOff x="1041816" y="1251679"/>
            <a:chExt cx="993240" cy="629586"/>
          </a:xfrm>
        </p:grpSpPr>
        <p:sp>
          <p:nvSpPr>
            <p:cNvPr id="118" name="Flowchart: Process 117">
              <a:extLst>
                <a:ext uri="{FF2B5EF4-FFF2-40B4-BE49-F238E27FC236}">
                  <a16:creationId xmlns:a16="http://schemas.microsoft.com/office/drawing/2014/main" id="{21F66BC8-93A8-4296-9461-D247D67512CE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10M</a:t>
              </a:r>
            </a:p>
          </p:txBody>
        </p:sp>
        <p:sp>
          <p:nvSpPr>
            <p:cNvPr id="119" name="Flowchart: Process 118">
              <a:extLst>
                <a:ext uri="{FF2B5EF4-FFF2-40B4-BE49-F238E27FC236}">
                  <a16:creationId xmlns:a16="http://schemas.microsoft.com/office/drawing/2014/main" id="{0319533D-74B2-4F1B-9609-E7B7F9DFB09F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Shutdown Azure Env</a:t>
              </a:r>
            </a:p>
          </p:txBody>
        </p:sp>
      </p:grp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5613F091-38D2-4FC8-8B42-4EB140C6D884}"/>
              </a:ext>
            </a:extLst>
          </p:cNvPr>
          <p:cNvCxnSpPr>
            <a:cxnSpLocks/>
            <a:stCxn id="119" idx="2"/>
            <a:endCxn id="20" idx="0"/>
          </p:cNvCxnSpPr>
          <p:nvPr/>
        </p:nvCxnSpPr>
        <p:spPr>
          <a:xfrm rot="16200000" flipH="1">
            <a:off x="3692898" y="2773687"/>
            <a:ext cx="558978" cy="1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70468FF-8928-4CF9-8FE1-4DA0719243BA}"/>
              </a:ext>
            </a:extLst>
          </p:cNvPr>
          <p:cNvGrpSpPr/>
          <p:nvPr/>
        </p:nvGrpSpPr>
        <p:grpSpPr>
          <a:xfrm>
            <a:off x="6924309" y="4887290"/>
            <a:ext cx="1155630" cy="700328"/>
            <a:chOff x="1041816" y="1251679"/>
            <a:chExt cx="993240" cy="629586"/>
          </a:xfrm>
        </p:grpSpPr>
        <p:sp>
          <p:nvSpPr>
            <p:cNvPr id="138" name="Flowchart: Process 137">
              <a:extLst>
                <a:ext uri="{FF2B5EF4-FFF2-40B4-BE49-F238E27FC236}">
                  <a16:creationId xmlns:a16="http://schemas.microsoft.com/office/drawing/2014/main" id="{D7F96EFB-57DB-4D27-930A-F3D344966824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 / 10M</a:t>
              </a:r>
            </a:p>
          </p:txBody>
        </p:sp>
        <p:sp>
          <p:nvSpPr>
            <p:cNvPr id="139" name="Flowchart: Process 138">
              <a:extLst>
                <a:ext uri="{FF2B5EF4-FFF2-40B4-BE49-F238E27FC236}">
                  <a16:creationId xmlns:a16="http://schemas.microsoft.com/office/drawing/2014/main" id="{D11F53E1-65BF-4166-B193-16C1FF7F96BC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Review meeting</a:t>
              </a:r>
            </a:p>
          </p:txBody>
        </p:sp>
      </p:grp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CFD186A7-5774-4C05-B6C1-2E1EE60BE1AB}"/>
              </a:ext>
            </a:extLst>
          </p:cNvPr>
          <p:cNvCxnSpPr>
            <a:cxnSpLocks/>
            <a:stCxn id="139" idx="2"/>
            <a:endCxn id="116" idx="0"/>
          </p:cNvCxnSpPr>
          <p:nvPr/>
        </p:nvCxnSpPr>
        <p:spPr>
          <a:xfrm rot="16200000" flipH="1">
            <a:off x="7402092" y="5687650"/>
            <a:ext cx="200290" cy="2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CE517ABC-5242-4692-AAEE-1EE91C252264}"/>
              </a:ext>
            </a:extLst>
          </p:cNvPr>
          <p:cNvCxnSpPr>
            <a:cxnSpLocks/>
            <a:stCxn id="56" idx="3"/>
            <a:endCxn id="118" idx="1"/>
          </p:cNvCxnSpPr>
          <p:nvPr/>
        </p:nvCxnSpPr>
        <p:spPr>
          <a:xfrm flipV="1">
            <a:off x="1902819" y="2028120"/>
            <a:ext cx="1490946" cy="66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C32131-0F20-4653-865D-E66F321344B2}"/>
              </a:ext>
            </a:extLst>
          </p:cNvPr>
          <p:cNvGrpSpPr/>
          <p:nvPr/>
        </p:nvGrpSpPr>
        <p:grpSpPr>
          <a:xfrm>
            <a:off x="3395379" y="3053983"/>
            <a:ext cx="1155630" cy="700328"/>
            <a:chOff x="1041816" y="1251679"/>
            <a:chExt cx="993240" cy="629586"/>
          </a:xfrm>
        </p:grpSpPr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451C9AC6-A604-4F58-9EEF-C5D83FA792A6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21" name="Flowchart: Process 20">
              <a:extLst>
                <a:ext uri="{FF2B5EF4-FFF2-40B4-BE49-F238E27FC236}">
                  <a16:creationId xmlns:a16="http://schemas.microsoft.com/office/drawing/2014/main" id="{BE981137-E1D8-4D65-ACF5-C3C657DD880B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Bring up On-Prem Env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31ABDB2-B0B4-4051-870B-9CF395596076}"/>
              </a:ext>
            </a:extLst>
          </p:cNvPr>
          <p:cNvGrpSpPr/>
          <p:nvPr/>
        </p:nvGrpSpPr>
        <p:grpSpPr>
          <a:xfrm>
            <a:off x="3401957" y="4479540"/>
            <a:ext cx="1155630" cy="700328"/>
            <a:chOff x="1041816" y="1251679"/>
            <a:chExt cx="993240" cy="629586"/>
          </a:xfrm>
        </p:grpSpPr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FF8D1D6A-9B86-41E9-831F-E87052EBB738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24" name="Flowchart: Process 23">
              <a:extLst>
                <a:ext uri="{FF2B5EF4-FFF2-40B4-BE49-F238E27FC236}">
                  <a16:creationId xmlns:a16="http://schemas.microsoft.com/office/drawing/2014/main" id="{C7ED7B6D-529F-4782-99C9-33CAFEB50A6A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Perform Infrastructure Testing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0B24B7-8BE8-4FC2-AADF-B920C5FE9AD6}"/>
              </a:ext>
            </a:extLst>
          </p:cNvPr>
          <p:cNvGrpSpPr/>
          <p:nvPr/>
        </p:nvGrpSpPr>
        <p:grpSpPr>
          <a:xfrm>
            <a:off x="6920076" y="1794677"/>
            <a:ext cx="1155630" cy="700328"/>
            <a:chOff x="1041816" y="1251679"/>
            <a:chExt cx="993240" cy="629586"/>
          </a:xfrm>
        </p:grpSpPr>
        <p:sp>
          <p:nvSpPr>
            <p:cNvPr id="26" name="Flowchart: Process 25">
              <a:extLst>
                <a:ext uri="{FF2B5EF4-FFF2-40B4-BE49-F238E27FC236}">
                  <a16:creationId xmlns:a16="http://schemas.microsoft.com/office/drawing/2014/main" id="{E03628EE-6515-4789-90D6-5E029FED0438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27" name="Flowchart: Process 26">
              <a:extLst>
                <a:ext uri="{FF2B5EF4-FFF2-40B4-BE49-F238E27FC236}">
                  <a16:creationId xmlns:a16="http://schemas.microsoft.com/office/drawing/2014/main" id="{C0809198-E363-4EEB-BE0B-5EBFEC7F1DD9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Execute  functional Testing</a:t>
              </a:r>
            </a:p>
          </p:txBody>
        </p:sp>
      </p:grp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4752FD6-3046-4715-9260-A64802A03D21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rot="16200000" flipH="1">
            <a:off x="3613869" y="4113636"/>
            <a:ext cx="725229" cy="65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59B08CA-71DE-4EE9-884C-E391E39B5A7B}"/>
              </a:ext>
            </a:extLst>
          </p:cNvPr>
          <p:cNvCxnSpPr>
            <a:cxnSpLocks/>
            <a:stCxn id="39" idx="0"/>
            <a:endCxn id="26" idx="0"/>
          </p:cNvCxnSpPr>
          <p:nvPr/>
        </p:nvCxnSpPr>
        <p:spPr>
          <a:xfrm rot="5400000" flipH="1" flipV="1">
            <a:off x="5916760" y="1472852"/>
            <a:ext cx="1259306" cy="1902956"/>
          </a:xfrm>
          <a:prstGeom prst="bentConnector3">
            <a:avLst>
              <a:gd name="adj1" fmla="val 1428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01E2236-20B4-4A47-8ACF-AF1E28AAE75B}"/>
              </a:ext>
            </a:extLst>
          </p:cNvPr>
          <p:cNvCxnSpPr>
            <a:cxnSpLocks/>
            <a:stCxn id="27" idx="2"/>
            <a:endCxn id="48" idx="0"/>
          </p:cNvCxnSpPr>
          <p:nvPr/>
        </p:nvCxnSpPr>
        <p:spPr>
          <a:xfrm rot="16200000" flipH="1">
            <a:off x="7388352" y="2604544"/>
            <a:ext cx="219368" cy="2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8E60CB6-4F4A-46A7-815C-625565A41E63}"/>
              </a:ext>
            </a:extLst>
          </p:cNvPr>
          <p:cNvCxnSpPr>
            <a:cxnSpLocks/>
            <a:stCxn id="44" idx="2"/>
            <a:endCxn id="138" idx="0"/>
          </p:cNvCxnSpPr>
          <p:nvPr/>
        </p:nvCxnSpPr>
        <p:spPr>
          <a:xfrm rot="16200000" flipH="1">
            <a:off x="7378514" y="4763679"/>
            <a:ext cx="242987" cy="42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iamond 31">
            <a:extLst>
              <a:ext uri="{FF2B5EF4-FFF2-40B4-BE49-F238E27FC236}">
                <a16:creationId xmlns:a16="http://schemas.microsoft.com/office/drawing/2014/main" id="{3D10D5DF-73BB-4AD6-8E7C-259852436AE2}"/>
              </a:ext>
            </a:extLst>
          </p:cNvPr>
          <p:cNvSpPr/>
          <p:nvPr/>
        </p:nvSpPr>
        <p:spPr>
          <a:xfrm>
            <a:off x="3269601" y="5743926"/>
            <a:ext cx="1420344" cy="6891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Issue 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encountered?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8D37E2-B704-4937-B5CB-267DE87C2C15}"/>
              </a:ext>
            </a:extLst>
          </p:cNvPr>
          <p:cNvGrpSpPr/>
          <p:nvPr/>
        </p:nvGrpSpPr>
        <p:grpSpPr>
          <a:xfrm>
            <a:off x="1712959" y="4397043"/>
            <a:ext cx="1257886" cy="826967"/>
            <a:chOff x="1041816" y="1251679"/>
            <a:chExt cx="993240" cy="629586"/>
          </a:xfrm>
        </p:grpSpPr>
        <p:sp>
          <p:nvSpPr>
            <p:cNvPr id="35" name="Flowchart: Process 34">
              <a:extLst>
                <a:ext uri="{FF2B5EF4-FFF2-40B4-BE49-F238E27FC236}">
                  <a16:creationId xmlns:a16="http://schemas.microsoft.com/office/drawing/2014/main" id="{D0D9F822-32B6-4CED-8292-6C1CA3F37C02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 &amp; 10M</a:t>
              </a:r>
            </a:p>
          </p:txBody>
        </p: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251C443A-532F-4C4E-9E2D-D092F1936424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Remediation Activities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B1D962-5871-439C-9BC3-454AA9E3E8CD}"/>
              </a:ext>
            </a:extLst>
          </p:cNvPr>
          <p:cNvGrpSpPr/>
          <p:nvPr/>
        </p:nvGrpSpPr>
        <p:grpSpPr>
          <a:xfrm>
            <a:off x="4980508" y="3053983"/>
            <a:ext cx="1228854" cy="808532"/>
            <a:chOff x="1041816" y="1251679"/>
            <a:chExt cx="993240" cy="629586"/>
          </a:xfrm>
        </p:grpSpPr>
        <p:sp>
          <p:nvSpPr>
            <p:cNvPr id="39" name="Flowchart: Process 38">
              <a:extLst>
                <a:ext uri="{FF2B5EF4-FFF2-40B4-BE49-F238E27FC236}">
                  <a16:creationId xmlns:a16="http://schemas.microsoft.com/office/drawing/2014/main" id="{58D59E0A-E688-4CEC-BA96-CBEB5E629C56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41" name="Flowchart: Process 40">
              <a:extLst>
                <a:ext uri="{FF2B5EF4-FFF2-40B4-BE49-F238E27FC236}">
                  <a16:creationId xmlns:a16="http://schemas.microsoft.com/office/drawing/2014/main" id="{BE66A7AC-4B7A-4CAA-A46F-4286FCA87546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Rollback Signoffs:</a:t>
              </a:r>
            </a:p>
            <a:p>
              <a:pPr marL="171450" marR="0" lvl="0" indent="-571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Infrastructure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ACA020A-544B-4AE6-B621-CF3AF5679758}"/>
              </a:ext>
            </a:extLst>
          </p:cNvPr>
          <p:cNvGrpSpPr/>
          <p:nvPr/>
        </p:nvGrpSpPr>
        <p:grpSpPr>
          <a:xfrm>
            <a:off x="6861898" y="3879664"/>
            <a:ext cx="1271986" cy="764639"/>
            <a:chOff x="1041816" y="1251679"/>
            <a:chExt cx="993240" cy="629586"/>
          </a:xfrm>
        </p:grpSpPr>
        <p:sp>
          <p:nvSpPr>
            <p:cNvPr id="43" name="Flowchart: Process 42">
              <a:extLst>
                <a:ext uri="{FF2B5EF4-FFF2-40B4-BE49-F238E27FC236}">
                  <a16:creationId xmlns:a16="http://schemas.microsoft.com/office/drawing/2014/main" id="{3E3022CA-0A6D-4E11-A0E1-BC41088EFB35}"/>
                </a:ext>
              </a:extLst>
            </p:cNvPr>
            <p:cNvSpPr/>
            <p:nvPr/>
          </p:nvSpPr>
          <p:spPr>
            <a:xfrm>
              <a:off x="1041816" y="1251679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</a:t>
              </a:r>
            </a:p>
          </p:txBody>
        </p:sp>
        <p:sp>
          <p:nvSpPr>
            <p:cNvPr id="44" name="Flowchart: Process 43">
              <a:extLst>
                <a:ext uri="{FF2B5EF4-FFF2-40B4-BE49-F238E27FC236}">
                  <a16:creationId xmlns:a16="http://schemas.microsoft.com/office/drawing/2014/main" id="{398CCFF2-1B28-4527-8950-2AA254471768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Rollback Signoffs:</a:t>
              </a:r>
            </a:p>
            <a:p>
              <a:pPr marL="171450" marR="0" lvl="0" indent="-571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Application Prod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u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c</a:t>
              </a:r>
              <a:r>
                <a:rPr kumimoji="0" lang="en-ZM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t 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Owner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782A70-E1E7-4CCF-A7EB-9D3A1BEADFA8}"/>
              </a:ext>
            </a:extLst>
          </p:cNvPr>
          <p:cNvGrpSpPr/>
          <p:nvPr/>
        </p:nvGrpSpPr>
        <p:grpSpPr>
          <a:xfrm>
            <a:off x="8541817" y="1671157"/>
            <a:ext cx="1257886" cy="866900"/>
            <a:chOff x="1041816" y="1221277"/>
            <a:chExt cx="993240" cy="659988"/>
          </a:xfrm>
        </p:grpSpPr>
        <p:sp>
          <p:nvSpPr>
            <p:cNvPr id="46" name="Flowchart: Process 45">
              <a:extLst>
                <a:ext uri="{FF2B5EF4-FFF2-40B4-BE49-F238E27FC236}">
                  <a16:creationId xmlns:a16="http://schemas.microsoft.com/office/drawing/2014/main" id="{E365ECD4-FCA3-45C2-9714-9A528FBBADD1}"/>
                </a:ext>
              </a:extLst>
            </p:cNvPr>
            <p:cNvSpPr/>
            <p:nvPr/>
          </p:nvSpPr>
          <p:spPr>
            <a:xfrm>
              <a:off x="1041816" y="1221277"/>
              <a:ext cx="993240" cy="419724"/>
            </a:xfrm>
            <a:prstGeom prst="flowChartProcess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Relativity &amp; 10M</a:t>
              </a:r>
            </a:p>
          </p:txBody>
        </p:sp>
        <p:sp>
          <p:nvSpPr>
            <p:cNvPr id="47" name="Flowchart: Process 46">
              <a:extLst>
                <a:ext uri="{FF2B5EF4-FFF2-40B4-BE49-F238E27FC236}">
                  <a16:creationId xmlns:a16="http://schemas.microsoft.com/office/drawing/2014/main" id="{63DB340C-B141-434E-A74F-22C42D1F3F4E}"/>
                </a:ext>
              </a:extLst>
            </p:cNvPr>
            <p:cNvSpPr/>
            <p:nvPr/>
          </p:nvSpPr>
          <p:spPr>
            <a:xfrm>
              <a:off x="1041816" y="1461541"/>
              <a:ext cx="993240" cy="419724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Remediation Activities</a:t>
              </a:r>
            </a:p>
          </p:txBody>
        </p:sp>
      </p:grpSp>
      <p:sp>
        <p:nvSpPr>
          <p:cNvPr id="48" name="Diamond 47">
            <a:extLst>
              <a:ext uri="{FF2B5EF4-FFF2-40B4-BE49-F238E27FC236}">
                <a16:creationId xmlns:a16="http://schemas.microsoft.com/office/drawing/2014/main" id="{4710D761-26FB-4E06-959C-483643B6F65C}"/>
              </a:ext>
            </a:extLst>
          </p:cNvPr>
          <p:cNvSpPr/>
          <p:nvPr/>
        </p:nvSpPr>
        <p:spPr>
          <a:xfrm>
            <a:off x="6788009" y="2714373"/>
            <a:ext cx="1420344" cy="68916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Issue 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encountered?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1208E44-A5A7-4FEC-9C5B-7995122CC19C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 rot="16200000" flipH="1">
            <a:off x="3697743" y="5461896"/>
            <a:ext cx="56405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C725714-63D3-40AC-B536-30EA401E483C}"/>
              </a:ext>
            </a:extLst>
          </p:cNvPr>
          <p:cNvCxnSpPr>
            <a:cxnSpLocks/>
            <a:stCxn id="32" idx="1"/>
            <a:endCxn id="36" idx="2"/>
          </p:cNvCxnSpPr>
          <p:nvPr/>
        </p:nvCxnSpPr>
        <p:spPr>
          <a:xfrm rot="10800000">
            <a:off x="2341903" y="5224011"/>
            <a:ext cx="927699" cy="8644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E775C44-8C53-4700-97CF-ADD8D8BFD553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 flipV="1">
            <a:off x="2970845" y="4946426"/>
            <a:ext cx="431112" cy="19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6549E26-869E-4123-87EA-344839B250A2}"/>
              </a:ext>
            </a:extLst>
          </p:cNvPr>
          <p:cNvCxnSpPr>
            <a:cxnSpLocks/>
            <a:stCxn id="48" idx="3"/>
            <a:endCxn id="47" idx="3"/>
          </p:cNvCxnSpPr>
          <p:nvPr/>
        </p:nvCxnSpPr>
        <p:spPr>
          <a:xfrm flipV="1">
            <a:off x="8208353" y="2262402"/>
            <a:ext cx="1591350" cy="796552"/>
          </a:xfrm>
          <a:prstGeom prst="bentConnector3">
            <a:avLst>
              <a:gd name="adj1" fmla="val 114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FBDCFEA-010E-4412-88A1-2D2D0BF12E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382209" y="6980031"/>
            <a:ext cx="430237" cy="1378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A490E1C2-65B3-4C4B-B7AA-D1DB7097B566}"/>
              </a:ext>
            </a:extLst>
          </p:cNvPr>
          <p:cNvCxnSpPr>
            <a:cxnSpLocks/>
            <a:stCxn id="47" idx="1"/>
            <a:endCxn id="27" idx="3"/>
          </p:cNvCxnSpPr>
          <p:nvPr/>
        </p:nvCxnSpPr>
        <p:spPr>
          <a:xfrm rot="10800000">
            <a:off x="8075707" y="2261564"/>
            <a:ext cx="466111" cy="8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8137284-83D6-45F0-AE49-665F55D171CC}"/>
              </a:ext>
            </a:extLst>
          </p:cNvPr>
          <p:cNvCxnSpPr>
            <a:cxnSpLocks/>
            <a:stCxn id="48" idx="2"/>
            <a:endCxn id="43" idx="0"/>
          </p:cNvCxnSpPr>
          <p:nvPr/>
        </p:nvCxnSpPr>
        <p:spPr>
          <a:xfrm rot="5400000">
            <a:off x="7259971" y="3641454"/>
            <a:ext cx="476130" cy="2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054C5256-C559-47BA-9049-726CC2A3033C}"/>
              </a:ext>
            </a:extLst>
          </p:cNvPr>
          <p:cNvCxnSpPr>
            <a:cxnSpLocks/>
            <a:stCxn id="32" idx="3"/>
            <a:endCxn id="41" idx="2"/>
          </p:cNvCxnSpPr>
          <p:nvPr/>
        </p:nvCxnSpPr>
        <p:spPr>
          <a:xfrm flipV="1">
            <a:off x="4689945" y="3862515"/>
            <a:ext cx="904990" cy="22259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85C70B2-4762-4C7E-A641-8989FA7D469E}"/>
              </a:ext>
            </a:extLst>
          </p:cNvPr>
          <p:cNvSpPr txBox="1"/>
          <p:nvPr/>
        </p:nvSpPr>
        <p:spPr>
          <a:xfrm>
            <a:off x="2752835" y="5746963"/>
            <a:ext cx="62064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2632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49FC90-A4C2-4599-823A-755484532E53}"/>
              </a:ext>
            </a:extLst>
          </p:cNvPr>
          <p:cNvSpPr txBox="1"/>
          <p:nvPr/>
        </p:nvSpPr>
        <p:spPr>
          <a:xfrm>
            <a:off x="4643670" y="5725591"/>
            <a:ext cx="389071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2632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B29D1A0-E992-467A-AA3E-4307E1DA9428}"/>
              </a:ext>
            </a:extLst>
          </p:cNvPr>
          <p:cNvSpPr txBox="1"/>
          <p:nvPr/>
        </p:nvSpPr>
        <p:spPr>
          <a:xfrm>
            <a:off x="8143365" y="2700029"/>
            <a:ext cx="645538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2632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6CDC6E5-44C9-40C8-BDA4-FCD973B34204}"/>
              </a:ext>
            </a:extLst>
          </p:cNvPr>
          <p:cNvSpPr txBox="1"/>
          <p:nvPr/>
        </p:nvSpPr>
        <p:spPr>
          <a:xfrm>
            <a:off x="7551196" y="3386711"/>
            <a:ext cx="389071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2632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A3E8996-0D8C-4D4B-9B4C-16032D95089E}"/>
              </a:ext>
            </a:extLst>
          </p:cNvPr>
          <p:cNvGrpSpPr/>
          <p:nvPr/>
        </p:nvGrpSpPr>
        <p:grpSpPr>
          <a:xfrm>
            <a:off x="913445" y="1623871"/>
            <a:ext cx="989374" cy="808495"/>
            <a:chOff x="9705407" y="3429000"/>
            <a:chExt cx="989374" cy="808495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8F46661-B4BC-4F05-AADB-6A97EB56575A}"/>
                </a:ext>
              </a:extLst>
            </p:cNvPr>
            <p:cNvSpPr/>
            <p:nvPr/>
          </p:nvSpPr>
          <p:spPr>
            <a:xfrm>
              <a:off x="9746899" y="3429000"/>
              <a:ext cx="930062" cy="80849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G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88CF46C-58C4-424F-A2EE-2EE58787152E}"/>
                </a:ext>
              </a:extLst>
            </p:cNvPr>
            <p:cNvSpPr/>
            <p:nvPr/>
          </p:nvSpPr>
          <p:spPr>
            <a:xfrm>
              <a:off x="9705407" y="3685960"/>
              <a:ext cx="9893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Migration</a:t>
              </a:r>
              <a:endParaRPr kumimoji="0" lang="en-UG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11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3541A4-E9B6-46D3-BD0D-DF58D4B8FF3C}"/>
</file>

<file path=customXml/itemProps2.xml><?xml version="1.0" encoding="utf-8"?>
<ds:datastoreItem xmlns:ds="http://schemas.openxmlformats.org/officeDocument/2006/customXml" ds:itemID="{8EB0C292-5E2A-45EC-87C3-9B336695446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0BEC27-FC01-4DA3-B398-F6C62601EB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653</Words>
  <Application>Microsoft Office PowerPoint</Application>
  <PresentationFormat>Widescreen</PresentationFormat>
  <Paragraphs>172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1_Office Theme</vt:lpstr>
      <vt:lpstr>PowerPoint Presentation</vt:lpstr>
      <vt:lpstr>High-level Migration Process Flow</vt:lpstr>
      <vt:lpstr>Migration Process Flow - Engagement</vt:lpstr>
      <vt:lpstr>Migration Process Flow - Discovery</vt:lpstr>
      <vt:lpstr>Migration Process Flow – Migration ASR</vt:lpstr>
      <vt:lpstr>Migration Process Flow – Hand-off</vt:lpstr>
      <vt:lpstr>Migration Process Flow – Roll/Fail 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</dc:creator>
  <cp:lastModifiedBy>Russ Henderson</cp:lastModifiedBy>
  <cp:revision>2</cp:revision>
  <dcterms:created xsi:type="dcterms:W3CDTF">2020-01-23T17:00:11Z</dcterms:created>
  <dcterms:modified xsi:type="dcterms:W3CDTF">2020-01-29T09:01:31Z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