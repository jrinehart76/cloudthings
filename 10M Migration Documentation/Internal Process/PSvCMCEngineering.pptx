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81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75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mien Robinson" userId="f792fec3-ed42-41a9-b174-95667e240dde" providerId="ADAL" clId="{C0632FC4-8799-47E2-BE3F-48479734E824}"/>
    <pc:docChg chg="modSld">
      <pc:chgData name="Damien Robinson" userId="f792fec3-ed42-41a9-b174-95667e240dde" providerId="ADAL" clId="{C0632FC4-8799-47E2-BE3F-48479734E824}" dt="2021-03-29T19:14:29.915" v="0" actId="14734"/>
      <pc:docMkLst>
        <pc:docMk/>
      </pc:docMkLst>
      <pc:sldChg chg="modSp mod">
        <pc:chgData name="Damien Robinson" userId="f792fec3-ed42-41a9-b174-95667e240dde" providerId="ADAL" clId="{C0632FC4-8799-47E2-BE3F-48479734E824}" dt="2021-03-29T19:14:29.915" v="0" actId="14734"/>
        <pc:sldMkLst>
          <pc:docMk/>
          <pc:sldMk cId="2382786034" sldId="256"/>
        </pc:sldMkLst>
        <pc:graphicFrameChg chg="modGraphic">
          <ac:chgData name="Damien Robinson" userId="f792fec3-ed42-41a9-b174-95667e240dde" providerId="ADAL" clId="{C0632FC4-8799-47E2-BE3F-48479734E824}" dt="2021-03-29T19:14:29.915" v="0" actId="14734"/>
          <ac:graphicFrameMkLst>
            <pc:docMk/>
            <pc:sldMk cId="2382786034" sldId="256"/>
            <ac:graphicFrameMk id="4" creationId="{EC6DD10F-EF67-4F1B-8178-E58E6BEBEEDB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29DAA-96C0-4D4C-956C-7D81D951E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7C434-3F14-4F4E-BBBF-C8317BC787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F1279-BBAC-4153-94EC-B398B4608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62D76-E6E0-4B7F-8F0D-54ED0A37D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C8507-0347-4129-B00E-2540F9DDB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498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D9E27-F648-483B-A222-19CFF12B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C04CD-0B6E-4E8F-842B-D807D892B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BEA99-C8F0-4C5C-927E-B4FD14FC7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A3641-5CFE-4EC4-9122-025728C0B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690DE-D5C2-41F4-A7F3-229793E5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94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669E1-FBE2-4134-9557-6A5E738D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4F89F9-0B14-4603-8DE9-828A3CDA4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DA15A-39ED-4512-9090-6C65CD753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4C23C-A311-48DB-9010-FBBDF3C72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CF686-B004-4C77-BDB0-0C5C19ED9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36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7CBBC-3383-4C1A-921F-350A68457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4AF9C-0587-4F5D-AD55-B0113EC477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73864-2609-457F-974D-FF239D503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F82E7-C5A5-42F6-9E81-9DCDD2B5D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3E53A-7458-40D8-9CA3-1B050E4F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D11BA-34B2-45E5-841B-9F9E23F9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694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AA4D8-394F-4FB5-9AC6-99A4CEC0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83B39-0916-4161-B803-4ACBE2BC3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AEDDA-2B0C-4082-99F6-A449A988F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2CACCE-835C-4F1D-8B77-C775B78AF1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1F4CCD-1DDA-4A70-B73D-8EF60B52F2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842ED9-B2C1-4FF1-A747-215607BD9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B9CB62-845A-4380-A85B-1C434A04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6B9B71-BAB0-4174-B098-9BE2BA1F4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029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F2208-5E56-4C79-B8FA-2CA4941F3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F7A87B-6EFE-420A-8FB1-6CDB087D5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391C29-8F25-4D48-86C5-ED6849B2C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F2BE07-2A37-4D8D-924B-5D5749312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324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0E4687-EFF0-4ACE-8BFD-54B1C23AF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462071-3F6A-4423-AF92-062047E21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4FDF0-6FF8-4675-93C7-4C8F382B9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73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BC22C-E6CD-44C0-8260-1370CCCB6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AF519-E1B7-4B22-9473-083BBEB5A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2EAC8-4480-4A55-A4F6-492643595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97F1D-94A8-4325-B4C0-0C3142808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AF2D1-8C5A-435F-B993-CF1AA64D5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79C1B-7A6D-4B03-A2E3-58B1A7C0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45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49683-322E-4013-A5A5-8F7A9FBFA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DE0513-3F69-4D76-ADC4-86D47DCD9C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114CE1-00C9-4FF8-8F78-D1599E59C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FDA91-DC63-4505-9596-E37230C5F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ADA1D-3177-443B-82E5-96146CE86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2DDBD-1DEB-4DE6-867D-4D1688DED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71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34EB1-8793-447E-8445-9B0376662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8BFA3A-0DF8-4C36-8EDC-7CF6A4235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73179-F089-46C3-B659-E3322A84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FD279-445A-4615-8793-7122EDCF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689F1-360C-4531-978F-7D77FFB49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959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630EEF-8F61-4AE1-B3E9-5CF262B1A4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B318AB-A1A8-4500-AC48-7AAD7E487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4C609-52CB-42DA-B24E-B6CEE801D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E1FF1-A497-4D49-A5B4-65CD2700132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BAEC1-18DA-4ADD-8295-B0F8317D3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87A8B-C2FC-49C4-9F04-F0EF23EC6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728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EA562-C9DD-43DA-A4A4-2B31E26F6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327ED-01F9-46D0-9C5F-F2CA5D3A6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788C9-658A-410B-918D-3CB3C193F0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E1FF1-A497-4D49-A5B4-65CD27001323}" type="datetimeFigureOut">
              <a:rPr lang="en-US" smtClean="0"/>
              <a:t>3/29/2021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69EF8-1408-47D4-B614-B19EFD3B02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D487F-AB90-41FB-AF70-1B60FFDFA6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4DD8B-9EB8-4E3A-AC4F-3679616AE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77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C6DD10F-EF67-4F1B-8178-E58E6BEBE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349496"/>
              </p:ext>
            </p:extLst>
          </p:nvPr>
        </p:nvGraphicFramePr>
        <p:xfrm>
          <a:off x="382385" y="121920"/>
          <a:ext cx="11388437" cy="586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859">
                  <a:extLst>
                    <a:ext uri="{9D8B030D-6E8A-4147-A177-3AD203B41FA5}">
                      <a16:colId xmlns:a16="http://schemas.microsoft.com/office/drawing/2014/main" val="3978313516"/>
                    </a:ext>
                  </a:extLst>
                </a:gridCol>
                <a:gridCol w="4402420">
                  <a:extLst>
                    <a:ext uri="{9D8B030D-6E8A-4147-A177-3AD203B41FA5}">
                      <a16:colId xmlns:a16="http://schemas.microsoft.com/office/drawing/2014/main" val="4263404326"/>
                    </a:ext>
                  </a:extLst>
                </a:gridCol>
                <a:gridCol w="5315158">
                  <a:extLst>
                    <a:ext uri="{9D8B030D-6E8A-4147-A177-3AD203B41FA5}">
                      <a16:colId xmlns:a16="http://schemas.microsoft.com/office/drawing/2014/main" val="4284472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sng" dirty="0"/>
                        <a:t>PS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sng" dirty="0"/>
                        <a:t>Service Center Engineering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968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Staffing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Individuals to assigned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Pool of resources to projects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001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Smaller defined team;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Contained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Project Team vs. Svc. Center team and the interactions between – complex, multiple roles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398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Predictable 20/40 hours /week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Variable from each project, each 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306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1-2 projects per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Up to 5 projects per engineer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980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Work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Predictable to project for duration of project according to backlog;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Variable and week to week changes based on scheduled activities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701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Vast/personalized/custom/consulting – across the practice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Defined catalog of activities – provided as structured processes that have been purposely developed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902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Work Assigned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Based on Project Duration;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Work continuously to achieve outcomes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Based on requests and schedule of projects;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Work dynamically based on Project requests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00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Forecast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To the individual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To the Pool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304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Time 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Predictable based on the forecast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Unpredictable – based on the requested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274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Times of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Business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Any time – Business hours, nights, weekends – becoming 24/7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88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Type of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Usually Net New Activities/Builds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Legacy/Existing/Unknown Workloads with technical debt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991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Engineer controls most of their own work and outcomes on their own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Dependent upon project teams and ingestion/request process of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863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786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7" ma:contentTypeDescription="Create a new document." ma:contentTypeScope="" ma:versionID="2b1de2b3930e9c636cd8b9c792a53b8e">
  <xsd:schema xmlns:xsd="http://www.w3.org/2001/XMLSchema" xmlns:xs="http://www.w3.org/2001/XMLSchema" xmlns:p="http://schemas.microsoft.com/office/2006/metadata/properties" xmlns:ns2="2c4e1b44-4198-4e94-9bea-673078799ec1" xmlns:ns3="bbc0f3e1-63d8-48db-92f9-b9c2323a3b10" targetNamespace="http://schemas.microsoft.com/office/2006/metadata/properties" ma:root="true" ma:fieldsID="7b73ca05e44a74a406f423556b9535e2" ns2:_="" ns3:_="">
    <xsd:import namespace="2c4e1b44-4198-4e94-9bea-673078799ec1"/>
    <xsd:import namespace="bbc0f3e1-63d8-48db-92f9-b9c2323a3b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c0f3e1-63d8-48db-92f9-b9c2323a3b1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581B7C-6B28-4D73-B2E6-5826A406DA3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9F117B1-130D-448C-8F4B-369F365F9C8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FEB230-0900-425A-8381-D669684565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4e1b44-4198-4e94-9bea-673078799ec1"/>
    <ds:schemaRef ds:uri="bbc0f3e1-63d8-48db-92f9-b9c2323a3b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221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Hanson</dc:creator>
  <cp:lastModifiedBy>Damien Robinson</cp:lastModifiedBy>
  <cp:revision>1</cp:revision>
  <dcterms:created xsi:type="dcterms:W3CDTF">2020-12-09T19:21:52Z</dcterms:created>
  <dcterms:modified xsi:type="dcterms:W3CDTF">2021-03-29T19:14:39Z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