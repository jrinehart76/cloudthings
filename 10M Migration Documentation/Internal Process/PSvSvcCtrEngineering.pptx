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8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9DAA-96C0-4D4C-956C-7D81D951E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7C434-3F14-4F4E-BBBF-C8317BC78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F1279-BBAC-4153-94EC-B398B460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2D76-E6E0-4B7F-8F0D-54ED0A37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C8507-0347-4129-B00E-2540F9DD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9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9E27-F648-483B-A222-19CFF12B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C04CD-0B6E-4E8F-842B-D807D892B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BEA99-C8F0-4C5C-927E-B4FD14FC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A3641-5CFE-4EC4-9122-025728C0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690DE-D5C2-41F4-A7F3-229793E5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9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69E1-FBE2-4134-9557-6A5E738D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F89F9-0B14-4603-8DE9-828A3CDA4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DA15A-39ED-4512-9090-6C65CD75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C23C-A311-48DB-9010-FBBDF3C7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F686-B004-4C77-BDB0-0C5C19ED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6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CBBC-3383-4C1A-921F-350A6845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4AF9C-0587-4F5D-AD55-B0113EC47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73864-2609-457F-974D-FF239D503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F82E7-C5A5-42F6-9E81-9DCDD2B5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3E53A-7458-40D8-9CA3-1B050E4F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D11BA-34B2-45E5-841B-9F9E23F9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9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A4D8-394F-4FB5-9AC6-99A4CEC0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83B39-0916-4161-B803-4ACBE2BC3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AEDDA-2B0C-4082-99F6-A449A988F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CACCE-835C-4F1D-8B77-C775B78AF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F4CCD-1DDA-4A70-B73D-8EF60B52F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42ED9-B2C1-4FF1-A747-215607BD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9CB62-845A-4380-A85B-1C434A04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B9B71-BAB0-4174-B098-9BE2BA1F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2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2208-5E56-4C79-B8FA-2CA4941F3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7A87B-6EFE-420A-8FB1-6CDB087D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91C29-8F25-4D48-86C5-ED6849B2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2BE07-2A37-4D8D-924B-5D574931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2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E4687-EFF0-4ACE-8BFD-54B1C23A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62071-3F6A-4423-AF92-062047E2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4FDF0-6FF8-4675-93C7-4C8F382B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C22C-E6CD-44C0-8260-1370CCCB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AF519-E1B7-4B22-9473-083BBEB5A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2EAC8-4480-4A55-A4F6-492643595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97F1D-94A8-4325-B4C0-0C314280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AF2D1-8C5A-435F-B993-CF1AA64D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79C1B-7A6D-4B03-A2E3-58B1A7C0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4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9683-322E-4013-A5A5-8F7A9FBFA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E0513-3F69-4D76-ADC4-86D47DCD9C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14CE1-00C9-4FF8-8F78-D1599E59C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FDA91-DC63-4505-9596-E37230C5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ADA1D-3177-443B-82E5-96146CE8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2DDBD-1DEB-4DE6-867D-4D1688DE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7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4EB1-8793-447E-8445-9B037666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BFA3A-0DF8-4C36-8EDC-7CF6A4235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73179-F089-46C3-B659-E3322A8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FD279-445A-4615-8793-7122EDCF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689F1-360C-4531-978F-7D77FFB4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5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30EEF-8F61-4AE1-B3E9-5CF262B1A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318AB-A1A8-4500-AC48-7AAD7E487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4C609-52CB-42DA-B24E-B6CEE801D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AEC1-18DA-4ADD-8295-B0F8317D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87A8B-C2FC-49C4-9F04-F0EF23EC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2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EA562-C9DD-43DA-A4A4-2B31E26F6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327ED-01F9-46D0-9C5F-F2CA5D3A6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88C9-658A-410B-918D-3CB3C193F0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E1FF1-A497-4D49-A5B4-65CD2700132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9EF8-1408-47D4-B614-B19EFD3B0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487F-AB90-41FB-AF70-1B60FFDFA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7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C6DD10F-EF67-4F1B-8178-E58E6BEBE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639709"/>
              </p:ext>
            </p:extLst>
          </p:nvPr>
        </p:nvGraphicFramePr>
        <p:xfrm>
          <a:off x="382385" y="121920"/>
          <a:ext cx="11388437" cy="607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859">
                  <a:extLst>
                    <a:ext uri="{9D8B030D-6E8A-4147-A177-3AD203B41FA5}">
                      <a16:colId xmlns:a16="http://schemas.microsoft.com/office/drawing/2014/main" val="3978313516"/>
                    </a:ext>
                  </a:extLst>
                </a:gridCol>
                <a:gridCol w="4538749">
                  <a:extLst>
                    <a:ext uri="{9D8B030D-6E8A-4147-A177-3AD203B41FA5}">
                      <a16:colId xmlns:a16="http://schemas.microsoft.com/office/drawing/2014/main" val="4263404326"/>
                    </a:ext>
                  </a:extLst>
                </a:gridCol>
                <a:gridCol w="5178829">
                  <a:extLst>
                    <a:ext uri="{9D8B030D-6E8A-4147-A177-3AD203B41FA5}">
                      <a16:colId xmlns:a16="http://schemas.microsoft.com/office/drawing/2014/main" val="4284472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/>
                        <a:t>PS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/>
                        <a:t>Service Center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96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Staffing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Individuals to assigned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Pool of resources to 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001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Smaller defined team;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Contained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Project Team vs. Svc. Center team and the interactions between – complex, multiple 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39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Predictable 20/40 hours /week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Variable from each project, each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30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1-2 projects per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Up to 5 projects per engineer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98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Work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Predictable to project for duration of project according to backlog;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Variable and week to week changes based on scheduled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701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Vast/personalized/custom/consulting – across the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Defined catalog of activities – provided as structured processes that have been purposely developed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0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Work 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Based on Project Duration;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Work continuously to achieve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Based on requests and schedule of projects;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Work dynamically based on Project requests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0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the 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the Pool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304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Time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Predictable based on the 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Unpredictable – based on the requested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7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Times of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Business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Any time – Business hours, nights, weekends – becoming 24/7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8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Type of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Usually Net New Activities/Builds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Legacy/Existing/Unknown Workloads with technical debt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99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Engineer controls most of their own work and outcomes on their own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Dependent upon project teams and ingestion/request process of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863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786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AD23E8-59A2-4ECD-BF8E-155C0E524526}"/>
</file>

<file path=customXml/itemProps2.xml><?xml version="1.0" encoding="utf-8"?>
<ds:datastoreItem xmlns:ds="http://schemas.openxmlformats.org/officeDocument/2006/customXml" ds:itemID="{B0B30CC1-BC1A-4180-958D-9A839271C77D}"/>
</file>

<file path=customXml/itemProps3.xml><?xml version="1.0" encoding="utf-8"?>
<ds:datastoreItem xmlns:ds="http://schemas.openxmlformats.org/officeDocument/2006/customXml" ds:itemID="{B2429535-3EC5-4D09-AD14-393F1C5C9220}"/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221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Mark Hanson</cp:lastModifiedBy>
  <cp:revision>1</cp:revision>
  <dcterms:created xsi:type="dcterms:W3CDTF">2020-12-09T19:21:52Z</dcterms:created>
  <dcterms:modified xsi:type="dcterms:W3CDTF">2020-12-09T19:44:31Z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