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7"/>
  </p:notesMasterIdLst>
  <p:sldIdLst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365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36333B-D42F-4D99-ABB5-B213A01D7EB3}" v="22" dt="2020-04-16T21:07:28.3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711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918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k Hanson" userId="f2be9522-6338-4975-883c-af9ff5125fcb" providerId="ADAL" clId="{3D36333B-D42F-4D99-ABB5-B213A01D7EB3}"/>
    <pc:docChg chg="modSld">
      <pc:chgData name="Mark Hanson" userId="f2be9522-6338-4975-883c-af9ff5125fcb" providerId="ADAL" clId="{3D36333B-D42F-4D99-ABB5-B213A01D7EB3}" dt="2020-04-16T21:10:23.111" v="83" actId="1035"/>
      <pc:docMkLst>
        <pc:docMk/>
      </pc:docMkLst>
      <pc:sldChg chg="addSp delSp modSp mod">
        <pc:chgData name="Mark Hanson" userId="f2be9522-6338-4975-883c-af9ff5125fcb" providerId="ADAL" clId="{3D36333B-D42F-4D99-ABB5-B213A01D7EB3}" dt="2020-04-16T21:10:23.111" v="83" actId="1035"/>
        <pc:sldMkLst>
          <pc:docMk/>
          <pc:sldMk cId="2750062833" sldId="258"/>
        </pc:sldMkLst>
        <pc:spChg chg="mod topLvl">
          <ac:chgData name="Mark Hanson" userId="f2be9522-6338-4975-883c-af9ff5125fcb" providerId="ADAL" clId="{3D36333B-D42F-4D99-ABB5-B213A01D7EB3}" dt="2020-04-16T21:07:28.382" v="74" actId="165"/>
          <ac:spMkLst>
            <pc:docMk/>
            <pc:sldMk cId="2750062833" sldId="258"/>
            <ac:spMk id="24" creationId="{7449ED08-B2D1-D040-8ADB-1113D32B0746}"/>
          </ac:spMkLst>
        </pc:spChg>
        <pc:spChg chg="mod topLvl">
          <ac:chgData name="Mark Hanson" userId="f2be9522-6338-4975-883c-af9ff5125fcb" providerId="ADAL" clId="{3D36333B-D42F-4D99-ABB5-B213A01D7EB3}" dt="2020-04-16T21:07:28.382" v="74" actId="165"/>
          <ac:spMkLst>
            <pc:docMk/>
            <pc:sldMk cId="2750062833" sldId="258"/>
            <ac:spMk id="25" creationId="{16B60CDA-9D0B-D14D-9259-6AF9379742E1}"/>
          </ac:spMkLst>
        </pc:spChg>
        <pc:spChg chg="mod">
          <ac:chgData name="Mark Hanson" userId="f2be9522-6338-4975-883c-af9ff5125fcb" providerId="ADAL" clId="{3D36333B-D42F-4D99-ABB5-B213A01D7EB3}" dt="2020-04-16T21:10:23.111" v="83" actId="1035"/>
          <ac:spMkLst>
            <pc:docMk/>
            <pc:sldMk cId="2750062833" sldId="258"/>
            <ac:spMk id="31" creationId="{33F98122-11CC-804E-8DEA-0ACC0628A068}"/>
          </ac:spMkLst>
        </pc:spChg>
        <pc:spChg chg="mod">
          <ac:chgData name="Mark Hanson" userId="f2be9522-6338-4975-883c-af9ff5125fcb" providerId="ADAL" clId="{3D36333B-D42F-4D99-ABB5-B213A01D7EB3}" dt="2020-04-16T21:05:31.475" v="71" actId="1036"/>
          <ac:spMkLst>
            <pc:docMk/>
            <pc:sldMk cId="2750062833" sldId="258"/>
            <ac:spMk id="36" creationId="{FC12774F-5B40-4C81-ADE3-B058B96C02E8}"/>
          </ac:spMkLst>
        </pc:spChg>
        <pc:spChg chg="mod topLvl">
          <ac:chgData name="Mark Hanson" userId="f2be9522-6338-4975-883c-af9ff5125fcb" providerId="ADAL" clId="{3D36333B-D42F-4D99-ABB5-B213A01D7EB3}" dt="2020-04-16T21:07:28.382" v="74" actId="165"/>
          <ac:spMkLst>
            <pc:docMk/>
            <pc:sldMk cId="2750062833" sldId="258"/>
            <ac:spMk id="43" creationId="{2AD48788-E3D4-498C-B18C-F00DE98514AB}"/>
          </ac:spMkLst>
        </pc:spChg>
        <pc:spChg chg="mod">
          <ac:chgData name="Mark Hanson" userId="f2be9522-6338-4975-883c-af9ff5125fcb" providerId="ADAL" clId="{3D36333B-D42F-4D99-ABB5-B213A01D7EB3}" dt="2020-04-16T21:05:31.475" v="71" actId="1036"/>
          <ac:spMkLst>
            <pc:docMk/>
            <pc:sldMk cId="2750062833" sldId="258"/>
            <ac:spMk id="68" creationId="{C455E971-0681-4658-8828-7DBB798E9007}"/>
          </ac:spMkLst>
        </pc:spChg>
        <pc:spChg chg="mod">
          <ac:chgData name="Mark Hanson" userId="f2be9522-6338-4975-883c-af9ff5125fcb" providerId="ADAL" clId="{3D36333B-D42F-4D99-ABB5-B213A01D7EB3}" dt="2020-04-16T21:05:31.475" v="71" actId="1036"/>
          <ac:spMkLst>
            <pc:docMk/>
            <pc:sldMk cId="2750062833" sldId="258"/>
            <ac:spMk id="69" creationId="{3AD640A9-C71A-4241-BAC3-A37930977892}"/>
          </ac:spMkLst>
        </pc:spChg>
        <pc:spChg chg="mod">
          <ac:chgData name="Mark Hanson" userId="f2be9522-6338-4975-883c-af9ff5125fcb" providerId="ADAL" clId="{3D36333B-D42F-4D99-ABB5-B213A01D7EB3}" dt="2020-04-16T21:05:31.475" v="71" actId="1036"/>
          <ac:spMkLst>
            <pc:docMk/>
            <pc:sldMk cId="2750062833" sldId="258"/>
            <ac:spMk id="72" creationId="{FDFB2D2A-B478-4432-B46E-C0FB10461F5A}"/>
          </ac:spMkLst>
        </pc:spChg>
        <pc:spChg chg="mod">
          <ac:chgData name="Mark Hanson" userId="f2be9522-6338-4975-883c-af9ff5125fcb" providerId="ADAL" clId="{3D36333B-D42F-4D99-ABB5-B213A01D7EB3}" dt="2020-04-16T21:05:31.475" v="71" actId="1036"/>
          <ac:spMkLst>
            <pc:docMk/>
            <pc:sldMk cId="2750062833" sldId="258"/>
            <ac:spMk id="76" creationId="{02124F95-5C67-463B-AFC1-5D71C1971975}"/>
          </ac:spMkLst>
        </pc:spChg>
        <pc:spChg chg="mod">
          <ac:chgData name="Mark Hanson" userId="f2be9522-6338-4975-883c-af9ff5125fcb" providerId="ADAL" clId="{3D36333B-D42F-4D99-ABB5-B213A01D7EB3}" dt="2020-04-16T21:10:23.111" v="83" actId="1035"/>
          <ac:spMkLst>
            <pc:docMk/>
            <pc:sldMk cId="2750062833" sldId="258"/>
            <ac:spMk id="118" creationId="{34B3465D-7995-A34F-AD2B-2FC72DE58F8A}"/>
          </ac:spMkLst>
        </pc:spChg>
        <pc:grpChg chg="del mod">
          <ac:chgData name="Mark Hanson" userId="f2be9522-6338-4975-883c-af9ff5125fcb" providerId="ADAL" clId="{3D36333B-D42F-4D99-ABB5-B213A01D7EB3}" dt="2020-04-16T21:07:28.382" v="74" actId="165"/>
          <ac:grpSpMkLst>
            <pc:docMk/>
            <pc:sldMk cId="2750062833" sldId="258"/>
            <ac:grpSpMk id="11" creationId="{4E74453E-A196-4BBB-84AB-105250EC7F0D}"/>
          </ac:grpSpMkLst>
        </pc:grpChg>
        <pc:cxnChg chg="mod topLvl">
          <ac:chgData name="Mark Hanson" userId="f2be9522-6338-4975-883c-af9ff5125fcb" providerId="ADAL" clId="{3D36333B-D42F-4D99-ABB5-B213A01D7EB3}" dt="2020-04-16T21:07:28.382" v="74" actId="165"/>
          <ac:cxnSpMkLst>
            <pc:docMk/>
            <pc:sldMk cId="2750062833" sldId="258"/>
            <ac:cxnSpMk id="20" creationId="{DAAB7174-3F97-364E-88F0-72B28F41ED34}"/>
          </ac:cxnSpMkLst>
        </pc:cxnChg>
        <pc:cxnChg chg="mod topLvl">
          <ac:chgData name="Mark Hanson" userId="f2be9522-6338-4975-883c-af9ff5125fcb" providerId="ADAL" clId="{3D36333B-D42F-4D99-ABB5-B213A01D7EB3}" dt="2020-04-16T21:07:34.722" v="75" actId="552"/>
          <ac:cxnSpMkLst>
            <pc:docMk/>
            <pc:sldMk cId="2750062833" sldId="258"/>
            <ac:cxnSpMk id="21" creationId="{25B0B081-377C-8A4B-B511-CC778A784401}"/>
          </ac:cxnSpMkLst>
        </pc:cxnChg>
        <pc:cxnChg chg="mod topLvl">
          <ac:chgData name="Mark Hanson" userId="f2be9522-6338-4975-883c-af9ff5125fcb" providerId="ADAL" clId="{3D36333B-D42F-4D99-ABB5-B213A01D7EB3}" dt="2020-04-16T21:07:28.382" v="74" actId="165"/>
          <ac:cxnSpMkLst>
            <pc:docMk/>
            <pc:sldMk cId="2750062833" sldId="258"/>
            <ac:cxnSpMk id="22" creationId="{59CCEC85-8675-384B-A813-F04BBD785BEF}"/>
          </ac:cxnSpMkLst>
        </pc:cxnChg>
        <pc:cxnChg chg="mod topLvl">
          <ac:chgData name="Mark Hanson" userId="f2be9522-6338-4975-883c-af9ff5125fcb" providerId="ADAL" clId="{3D36333B-D42F-4D99-ABB5-B213A01D7EB3}" dt="2020-04-16T21:07:28.382" v="74" actId="165"/>
          <ac:cxnSpMkLst>
            <pc:docMk/>
            <pc:sldMk cId="2750062833" sldId="258"/>
            <ac:cxnSpMk id="42" creationId="{C8505377-A2DF-470F-98B6-40CBC252264E}"/>
          </ac:cxnSpMkLst>
        </pc:cxnChg>
        <pc:cxnChg chg="mod topLvl">
          <ac:chgData name="Mark Hanson" userId="f2be9522-6338-4975-883c-af9ff5125fcb" providerId="ADAL" clId="{3D36333B-D42F-4D99-ABB5-B213A01D7EB3}" dt="2020-04-16T21:07:28.382" v="74" actId="165"/>
          <ac:cxnSpMkLst>
            <pc:docMk/>
            <pc:sldMk cId="2750062833" sldId="258"/>
            <ac:cxnSpMk id="46" creationId="{BF6DACD8-BF21-FD4F-B014-D0213C962234}"/>
          </ac:cxnSpMkLst>
        </pc:cxnChg>
        <pc:cxnChg chg="add mod">
          <ac:chgData name="Mark Hanson" userId="f2be9522-6338-4975-883c-af9ff5125fcb" providerId="ADAL" clId="{3D36333B-D42F-4D99-ABB5-B213A01D7EB3}" dt="2020-04-16T21:07:34.722" v="75" actId="552"/>
          <ac:cxnSpMkLst>
            <pc:docMk/>
            <pc:sldMk cId="2750062833" sldId="258"/>
            <ac:cxnSpMk id="126" creationId="{C25174A1-2813-4DE2-9FA5-FA79949AC307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E1D49A-0A00-4960-A6CB-FC07755F3652}" type="datetimeFigureOut">
              <a:rPr lang="en-US" smtClean="0"/>
              <a:t>4/16/2020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E3D44B-5E31-4A2D-A6C2-2D91E5693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0811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201AB1-CA0A-614A-919B-04C2597CF91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0514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D859845-B811-1543-82D4-C8F6A0800CF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2500" r="2083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9B1C352-727C-F047-994A-B707A0F71EA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661557"/>
            <a:ext cx="9144000" cy="2007736"/>
          </a:xfrm>
        </p:spPr>
        <p:txBody>
          <a:bodyPr anchor="b"/>
          <a:lstStyle>
            <a:lvl1pPr algn="ctr">
              <a:defRPr sz="6000">
                <a:solidFill>
                  <a:srgbClr val="F1F1EF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C87025-B3A2-C443-B755-ED8340E03CF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4816928"/>
            <a:ext cx="9144000" cy="440871"/>
          </a:xfrm>
        </p:spPr>
        <p:txBody>
          <a:bodyPr>
            <a:normAutofit/>
          </a:bodyPr>
          <a:lstStyle>
            <a:lvl1pPr marL="0" indent="0" algn="ctr">
              <a:buNone/>
              <a:defRPr sz="2000" b="0" i="0">
                <a:solidFill>
                  <a:srgbClr val="F1F1EF"/>
                </a:solidFill>
                <a:latin typeface="Montserrat ExtraLigh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22DCA8-B922-934B-A931-B61C825CF91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522480" y="1061356"/>
            <a:ext cx="3147039" cy="1407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2577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5_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642752D-0D8E-45C3-9249-5CEDBE11F91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12A0A7-4CF2-4743-858C-719C761D6A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1F1EF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AB00D5-0002-EB43-B596-CD3FCE26D7F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F1F1EF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subtitle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7B315BF-030E-704F-AC88-07233555212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941667" y="5725249"/>
            <a:ext cx="1042416" cy="937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9148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rgbClr val="F1F1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96BAE-F822-E34A-990A-9C2771C072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>
                <a:solidFill>
                  <a:schemeClr val="accent2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B2EFE-DD9F-E146-A0F0-1CC9263E135A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1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1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DB85484-F698-6E44-9BC7-625676C8120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8134E87-7756-A448-85CF-70F97B3E0E1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47786" r="48893"/>
          <a:stretch/>
        </p:blipFill>
        <p:spPr>
          <a:xfrm>
            <a:off x="5442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568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54D9B-8987-0D4C-A48D-AC224E4324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>
                <a:solidFill>
                  <a:schemeClr val="accent2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0977D-D50B-F34A-A72B-3B2E6C9B12F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1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1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6A8F47-B8E2-2147-BF7A-36D46A6796E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1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1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07F695-7E0C-034D-9F2B-547AAABC08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7786" r="48893"/>
          <a:stretch/>
        </p:blipFill>
        <p:spPr>
          <a:xfrm>
            <a:off x="5442" y="0"/>
            <a:ext cx="404949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03078E9-8E80-4049-845B-55B7433C13D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261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20160-DB07-FA41-A195-10DBA0F84C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accent2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265D98-7F86-E241-96F3-5AE4DBD2D06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  <a:latin typeface="Montserrat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326700-521D-4B43-A2D4-FACEAE7B527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1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1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E9CCF1-FBF1-9743-BC0F-7FF24538351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  <a:latin typeface="Montserrat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BE9C37-AAE6-9046-8B66-3BF2E4EFD234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1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1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2BE504-908F-6148-95A8-E45954D7CD4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7786" r="48893"/>
          <a:stretch/>
        </p:blipFill>
        <p:spPr>
          <a:xfrm>
            <a:off x="5442" y="0"/>
            <a:ext cx="404949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C59A07E-FD69-E045-B8A5-321D99AEB88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823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28945-86BB-2F46-A588-79A48E6F38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>
                <a:solidFill>
                  <a:schemeClr val="accent2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200840-C9E9-634E-8D4C-F05B126859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7786" r="48893"/>
          <a:stretch/>
        </p:blipFill>
        <p:spPr>
          <a:xfrm>
            <a:off x="5442" y="0"/>
            <a:ext cx="404949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002DAAB-B753-6343-9EE4-D905FC447CB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525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F2CA6B-AEB6-9547-92AD-4ECA07C5A36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7786" r="48893"/>
          <a:stretch/>
        </p:blipFill>
        <p:spPr>
          <a:xfrm>
            <a:off x="5442" y="0"/>
            <a:ext cx="404949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F9D3F99-E3F6-8E4E-9FCD-A16E1DF22FF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480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4708B-F85D-B244-B76D-7665363E92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2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99D82-DB1D-334C-9D0C-24A2DAEF50D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1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1"/>
                </a:solidFill>
                <a:latin typeface="Montserrat Light" panose="00000400000000000000" pitchFamily="50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8442DC-2A24-1246-A016-34C036D5BDB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text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C2B6028-2834-A047-9F99-7065866043D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7786" r="48893"/>
          <a:stretch/>
        </p:blipFill>
        <p:spPr>
          <a:xfrm>
            <a:off x="5442" y="0"/>
            <a:ext cx="404949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DAA725D-D060-7544-BC63-875695A5E20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562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4FBA5-6B4E-EC4E-A1BD-ADC2BADFF9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2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C65746-ACAD-4648-A241-DBEAE0D920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49BA78-2353-F449-809F-A41F92D937CE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2"/>
                </a:solidFill>
                <a:latin typeface="Montserrat Light" panose="00000400000000000000" pitchFamily="50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text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2547B1-B0A2-4D47-82A9-A0F6D79B6A5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7786" r="48893"/>
          <a:stretch/>
        </p:blipFill>
        <p:spPr>
          <a:xfrm>
            <a:off x="5442" y="0"/>
            <a:ext cx="404949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5ACFBBF-A61D-4A4B-BDF6-818AB68ACBA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676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CBFB60E-9BAD-4834-8003-BE44033BFDF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-9" r="21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12A0A7-4CF2-4743-858C-719C761D6A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1F1EF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AB00D5-0002-EB43-B596-CD3FCE26D7F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F1F1EF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subtitle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7B315BF-030E-704F-AC88-07233555212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941667" y="5725249"/>
            <a:ext cx="1042416" cy="937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5767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bg>
      <p:bgPr>
        <a:solidFill>
          <a:srgbClr val="F1F1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96BAE-F822-E34A-990A-9C2771C072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>
                <a:solidFill>
                  <a:schemeClr val="accent1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B2EFE-DD9F-E146-A0F0-1CC9263E135A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1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1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DB85484-F698-6E44-9BC7-625676C8120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053AD66-5A39-4DAC-BD67-EB47A61CA2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6731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54D9B-8987-0D4C-A48D-AC224E4324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 i="0">
                <a:solidFill>
                  <a:schemeClr val="accent1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0977D-D50B-F34A-A72B-3B2E6C9B12F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1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1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6A8F47-B8E2-2147-BF7A-36D46A6796E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1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1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03078E9-8E80-4049-845B-55B7433C13D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8475CA8-CA6E-46FE-980C-8BBB31F5043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2477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3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20160-DB07-FA41-A195-10DBA0F84C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accent1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265D98-7F86-E241-96F3-5AE4DBD2D06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  <a:latin typeface="Montserrat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326700-521D-4B43-A2D4-FACEAE7B527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1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1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E9CCF1-FBF1-9743-BC0F-7FF24538351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  <a:latin typeface="Montserrat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BE9C37-AAE6-9046-8B66-3BF2E4EFD234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1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1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C59A07E-FD69-E045-B8A5-321D99AEB88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AA879BC-A935-4C20-B979-A2214053CAD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5502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28945-86BB-2F46-A588-79A48E6F38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>
                <a:solidFill>
                  <a:schemeClr val="accent1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02DAAB-B753-6343-9EE4-D905FC447CB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C37A136-F65D-43D2-8230-9A37FEAFB4B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117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F9D3F99-E3F6-8E4E-9FCD-A16E1DF22FF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AE17F94-67EA-4790-BB13-48100658886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7900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3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4708B-F85D-B244-B76D-7665363E92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1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99D82-DB1D-334C-9D0C-24A2DAEF50D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1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1"/>
                </a:solidFill>
                <a:latin typeface="Montserrat Light" panose="00000400000000000000" pitchFamily="50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8442DC-2A24-1246-A016-34C036D5BDB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text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AA725D-D060-7544-BC63-875695A5E2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68C7762-1F18-484C-B564-083C87A6CD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7397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4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4FBA5-6B4E-EC4E-A1BD-ADC2BADFF9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1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C65746-ACAD-4648-A241-DBEAE0D920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49BA78-2353-F449-809F-A41F92D937CE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2"/>
                </a:solidFill>
                <a:latin typeface="Montserrat Light" panose="00000400000000000000" pitchFamily="50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text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5ACFBBF-A61D-4A4B-BDF6-818AB68ACBA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0918EFC-86AE-4BC4-ADC8-6E07AFB7859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27161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219721D-FD99-4ABD-B6D2-2E3439EFD7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-9" r="21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12A0A7-4CF2-4743-858C-719C761D6A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1F1EF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AB00D5-0002-EB43-B596-CD3FCE26D7F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F1F1EF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subtitle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7B315BF-030E-704F-AC88-07233555212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941667" y="5725249"/>
            <a:ext cx="1042416" cy="937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7439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bg>
      <p:bgPr>
        <a:solidFill>
          <a:srgbClr val="F1F1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96BAE-F822-E34A-990A-9C2771C072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>
                <a:solidFill>
                  <a:schemeClr val="accent4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B2EFE-DD9F-E146-A0F0-1CC9263E135A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1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1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8863D59-2C71-E346-B7BF-148F5CFFBF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CA93537-633A-452A-9AB1-892BF7CBC8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5916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54D9B-8987-0D4C-A48D-AC224E4324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>
                <a:solidFill>
                  <a:schemeClr val="accent4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0977D-D50B-F34A-A72B-3B2E6C9B12F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2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2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2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2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2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6A8F47-B8E2-2147-BF7A-36D46A6796E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2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2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2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2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2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6A77431-0588-914D-A216-28EC5A9A8A8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6E95673-3381-4F08-9109-14F99C278D3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77455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20160-DB07-FA41-A195-10DBA0F84C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accent4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265D98-7F86-E241-96F3-5AE4DBD2D06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solidFill>
                  <a:schemeClr val="tx2"/>
                </a:solidFill>
                <a:latin typeface="Montserrat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326700-521D-4B43-A2D4-FACEAE7B527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 sz="2400">
                <a:solidFill>
                  <a:schemeClr val="tx2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2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2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2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2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E9CCF1-FBF1-9743-BC0F-7FF24538351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solidFill>
                  <a:schemeClr val="tx2"/>
                </a:solidFill>
                <a:latin typeface="Montserrat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BE9C37-AAE6-9046-8B66-3BF2E4EFD234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 sz="2400">
                <a:solidFill>
                  <a:schemeClr val="tx2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2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2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2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2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E6E0398-11EA-CA4E-8CEF-209FB0E571C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15D744F-2CD4-4357-9920-DBE78CD05D7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5523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28945-86BB-2F46-A588-79A48E6F38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>
                <a:solidFill>
                  <a:schemeClr val="accent4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060FD44-8B57-FE4C-BDC8-651AF654EA2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6EBE165-4020-4AE6-A4F8-FC0F3008EE5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71895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BD2D64C-6261-9846-B401-C0516D62E2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8F418F1-2677-43D4-80D8-CC3E811A34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77919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4708B-F85D-B244-B76D-7665363E92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4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99D82-DB1D-334C-9D0C-24A2DAEF50D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1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1"/>
                </a:solidFill>
                <a:latin typeface="Montserrat Light" panose="00000400000000000000" pitchFamily="50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8442DC-2A24-1246-A016-34C036D5BDB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text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6D398F6-9B1E-B840-AD2C-7C078BE8EB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0AE15B2-717A-465B-B036-E780501CEDC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29195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4FBA5-6B4E-EC4E-A1BD-ADC2BADFF9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4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C65746-ACAD-4648-A241-DBEAE0D920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solidFill>
                  <a:schemeClr val="tx2"/>
                </a:solidFill>
                <a:latin typeface="Montserrat Light" panose="00000400000000000000" pitchFamily="50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49BA78-2353-F449-809F-A41F92D937CE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2"/>
                </a:solidFill>
                <a:latin typeface="Montserrat Light" panose="00000400000000000000" pitchFamily="50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text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F22FF10-724D-9941-B9E8-CE4BD3CA01B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08453BD-F858-48A3-9559-84F847FA91E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5518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2_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7801D65-D4DD-49CE-9BFE-23E59749E8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-9" r="21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12A0A7-4CF2-4743-858C-719C761D6A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1F1EF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AB00D5-0002-EB43-B596-CD3FCE26D7F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F1F1EF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subtitle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7B315BF-030E-704F-AC88-07233555212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941667" y="5725249"/>
            <a:ext cx="1042416" cy="937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8821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bg>
      <p:bgPr>
        <a:solidFill>
          <a:srgbClr val="F1F1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96BAE-F822-E34A-990A-9C2771C072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>
                <a:solidFill>
                  <a:schemeClr val="accent3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B2EFE-DD9F-E146-A0F0-1CC9263E135A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400">
                <a:solidFill>
                  <a:schemeClr val="tx2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2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2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2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2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8863D59-2C71-E346-B7BF-148F5CFFBF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334BCDE-4FAE-4480-8FFD-AE9B4EE69BD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90496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54D9B-8987-0D4C-A48D-AC224E4324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>
                <a:solidFill>
                  <a:schemeClr val="accent3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0977D-D50B-F34A-A72B-3B2E6C9B12F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1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1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6A8F47-B8E2-2147-BF7A-36D46A6796E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1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1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6A77431-0588-914D-A216-28EC5A9A8A8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40E8D9B-1180-4BCF-ACA9-05A2B602054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06033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20160-DB07-FA41-A195-10DBA0F84C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accent3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265D98-7F86-E241-96F3-5AE4DBD2D06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solidFill>
                  <a:schemeClr val="tx1"/>
                </a:solidFill>
                <a:latin typeface="Montserrat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326700-521D-4B43-A2D4-FACEAE7B527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1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1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E9CCF1-FBF1-9743-BC0F-7FF24538351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solidFill>
                  <a:schemeClr val="tx1"/>
                </a:solidFill>
                <a:latin typeface="Montserrat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BE9C37-AAE6-9046-8B66-3BF2E4EFD234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1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1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E6E0398-11EA-CA4E-8CEF-209FB0E571C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F00B128-5709-4F73-BFC0-8205AE42FA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03170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28945-86BB-2F46-A588-79A48E6F38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>
                <a:solidFill>
                  <a:schemeClr val="accent3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060FD44-8B57-FE4C-BDC8-651AF654EA2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932095-5E91-4AD3-981B-38C3FF852FB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77283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BD2D64C-6261-9846-B401-C0516D62E2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50AC943-B4D3-4EDA-8FD1-F67B3AAA6CF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6657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2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4708B-F85D-B244-B76D-7665363E92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3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99D82-DB1D-334C-9D0C-24A2DAEF50D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1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1"/>
                </a:solidFill>
                <a:latin typeface="Montserrat Light" panose="00000400000000000000" pitchFamily="50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8442DC-2A24-1246-A016-34C036D5BDB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text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6D398F6-9B1E-B840-AD2C-7C078BE8EB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E4E7185-2A70-438E-9E87-E5A20C5824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32488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4FBA5-6B4E-EC4E-A1BD-ADC2BADFF9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3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C65746-ACAD-4648-A241-DBEAE0D920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solidFill>
                  <a:schemeClr val="tx2"/>
                </a:solidFill>
                <a:latin typeface="Montserrat Light" panose="00000400000000000000" pitchFamily="50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49BA78-2353-F449-809F-A41F92D937CE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2"/>
                </a:solidFill>
                <a:latin typeface="Montserrat Light" panose="00000400000000000000" pitchFamily="50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text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F22FF10-724D-9941-B9E8-CE4BD3CA01B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81FFB4B-35BE-4BDD-9CE7-431B98C9A69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61096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4_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420BDE8-6CB3-401F-8D36-EAC76DC461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-9" r="21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12A0A7-4CF2-4743-858C-719C761D6A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1F1EF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AB00D5-0002-EB43-B596-CD3FCE26D7F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F1F1EF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subtitle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7B315BF-030E-704F-AC88-07233555212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941667" y="5725249"/>
            <a:ext cx="1042416" cy="937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9605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bg>
      <p:bgPr>
        <a:solidFill>
          <a:srgbClr val="F1F1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96BAE-F822-E34A-990A-9C2771C072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>
                <a:solidFill>
                  <a:schemeClr val="accent5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B2EFE-DD9F-E146-A0F0-1CC9263E135A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400">
                <a:solidFill>
                  <a:schemeClr val="tx2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2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2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2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2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8863D59-2C71-E346-B7BF-148F5CFFBF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8B74E88-0B36-4A17-9A90-D29144C7448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98157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54D9B-8987-0D4C-A48D-AC224E4324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>
                <a:solidFill>
                  <a:schemeClr val="accent5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 STYL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0977D-D50B-F34A-A72B-3B2E6C9B12F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2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2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2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2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2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6A8F47-B8E2-2147-BF7A-36D46A6796E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2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2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2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2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2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6A77431-0588-914D-A216-28EC5A9A8A8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9DFBAC1-3D12-4950-9CBE-E9A065B6A8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66635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20160-DB07-FA41-A195-10DBA0F84C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accent5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265D98-7F86-E241-96F3-5AE4DBD2D06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solidFill>
                  <a:schemeClr val="tx2"/>
                </a:solidFill>
                <a:latin typeface="Montserrat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326700-521D-4B43-A2D4-FACEAE7B527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 sz="2400">
                <a:solidFill>
                  <a:schemeClr val="tx2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2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2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2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2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E9CCF1-FBF1-9743-BC0F-7FF24538351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solidFill>
                  <a:schemeClr val="tx2"/>
                </a:solidFill>
                <a:latin typeface="+mn-lt"/>
                <a:ea typeface="Microsoft Yi Baiti" panose="03000500000000000000" pitchFamily="66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BE9C37-AAE6-9046-8B66-3BF2E4EFD234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 sz="2400">
                <a:solidFill>
                  <a:schemeClr val="tx2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2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2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2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2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E6E0398-11EA-CA4E-8CEF-209FB0E571C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ADC9663-1EB7-4CD1-ACB9-431A1CACB50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60982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28945-86BB-2F46-A588-79A48E6F38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>
                <a:solidFill>
                  <a:schemeClr val="accent5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060FD44-8B57-FE4C-BDC8-651AF654EA2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E02F558-11B0-49D6-8CCB-433CE1FE22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28826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BD2D64C-6261-9846-B401-C0516D62E2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FC41D73-BF31-4E57-8E02-74FC6656423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00546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5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4708B-F85D-B244-B76D-7665363E92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5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99D82-DB1D-334C-9D0C-24A2DAEF50D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2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2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2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2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2"/>
                </a:solidFill>
                <a:latin typeface="Montserrat Light" panose="00000400000000000000" pitchFamily="50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8442DC-2A24-1246-A016-34C036D5BDB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2"/>
                </a:solidFill>
                <a:latin typeface="Montserrat Light" panose="00000400000000000000" pitchFamily="50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text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6D398F6-9B1E-B840-AD2C-7C078BE8EB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E65B845-F406-4ED7-A22F-31C6A1D4F6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17833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5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4FBA5-6B4E-EC4E-A1BD-ADC2BADFF9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5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C65746-ACAD-4648-A241-DBEAE0D920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solidFill>
                  <a:schemeClr val="tx2"/>
                </a:solidFill>
                <a:latin typeface="Montserrat Light" panose="00000400000000000000" pitchFamily="50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49BA78-2353-F449-809F-A41F92D937CE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2"/>
                </a:solidFill>
                <a:latin typeface="Montserrat Light" panose="00000400000000000000" pitchFamily="50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text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F22FF10-724D-9941-B9E8-CE4BD3CA01B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1EB3FB1-6626-42CB-B348-0B37C08FFEE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40606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3_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E668AB0-1044-4B14-AED5-4E36C7AA96E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4" r="-501"/>
          <a:stretch/>
        </p:blipFill>
        <p:spPr>
          <a:xfrm>
            <a:off x="0" y="0"/>
            <a:ext cx="1225296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12A0A7-4CF2-4743-858C-719C761D6A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1F1EF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AB00D5-0002-EB43-B596-CD3FCE26D7F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F1F1EF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subtitle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7B315BF-030E-704F-AC88-07233555212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941667" y="5725249"/>
            <a:ext cx="1042416" cy="937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7002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bg>
      <p:bgPr>
        <a:solidFill>
          <a:srgbClr val="F1F1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96BAE-F822-E34A-990A-9C2771C072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B2EFE-DD9F-E146-A0F0-1CC9263E135A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1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1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8863D59-2C71-E346-B7BF-148F5CFFBF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D010C30-4DB0-4C91-8A55-4F23A1A3BE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47818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54D9B-8987-0D4C-A48D-AC224E4324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0977D-D50B-F34A-A72B-3B2E6C9B12F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1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1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6A8F47-B8E2-2147-BF7A-36D46A6796E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1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1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6A77431-0588-914D-A216-28EC5A9A8A8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2FE0A74-F8D4-4184-82A4-1012D075AEC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43406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20160-DB07-FA41-A195-10DBA0F84C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265D98-7F86-E241-96F3-5AE4DBD2D06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solidFill>
                  <a:schemeClr val="tx1"/>
                </a:solidFill>
                <a:latin typeface="Montserrat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326700-521D-4B43-A2D4-FACEAE7B527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1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1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E9CCF1-FBF1-9743-BC0F-7FF24538351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solidFill>
                  <a:schemeClr val="tx1"/>
                </a:solidFill>
                <a:latin typeface="Montserrat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BE9C37-AAE6-9046-8B66-3BF2E4EFD234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1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1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E6E0398-11EA-CA4E-8CEF-209FB0E571C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133E76A-F7BC-49EC-AA42-A072210F828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56593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28945-86BB-2F46-A588-79A48E6F38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060FD44-8B57-FE4C-BDC8-651AF654EA2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40347AC-C50D-4B3B-9024-023C14ED129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34310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BD2D64C-6261-9846-B401-C0516D62E2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7159C96-3D45-4309-B883-FCA7D0A4CA1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27017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4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4708B-F85D-B244-B76D-7665363E92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99D82-DB1D-334C-9D0C-24A2DAEF50D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1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1"/>
                </a:solidFill>
                <a:latin typeface="Montserrat Light" panose="00000400000000000000" pitchFamily="50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8442DC-2A24-1246-A016-34C036D5BDB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text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6D398F6-9B1E-B840-AD2C-7C078BE8EB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3785835-D5B1-4E8E-A64A-464B98AB28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74933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4FBA5-6B4E-EC4E-A1BD-ADC2BADFF9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C65746-ACAD-4648-A241-DBEAE0D920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49BA78-2353-F449-809F-A41F92D937CE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text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F22FF10-724D-9941-B9E8-CE4BD3CA01B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21114DF-8BD4-4311-ABD2-8F0D68B9719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92509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1DB6A8A-5C5C-4B14-AC9E-82E8BD3DD85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13902" y="1869492"/>
            <a:ext cx="5164196" cy="24344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C49069D-E7DC-4BAB-9BC4-6D8FD783F16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462549" y="5215766"/>
            <a:ext cx="3266907" cy="1403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5814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7230088" y="1"/>
            <a:ext cx="4961912" cy="6858000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97374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bod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0A83EF54-F800-4521-AA68-2B27B0B561A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7318" y="2139704"/>
            <a:ext cx="11339774" cy="1223171"/>
          </a:xfr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1273"/>
              </a:spcAft>
              <a:buNone/>
              <a:defRPr sz="2549" b="0" i="0">
                <a:solidFill>
                  <a:srgbClr val="000000"/>
                </a:solidFill>
                <a:latin typeface="+mn-lt"/>
              </a:defRPr>
            </a:lvl1pPr>
            <a:lvl2pPr marL="224054" indent="0">
              <a:lnSpc>
                <a:spcPct val="90000"/>
              </a:lnSpc>
              <a:spcBef>
                <a:spcPts val="0"/>
              </a:spcBef>
              <a:spcAft>
                <a:spcPts val="1273"/>
              </a:spcAft>
              <a:buNone/>
              <a:defRPr sz="1961">
                <a:solidFill>
                  <a:srgbClr val="000000"/>
                </a:solidFill>
              </a:defRPr>
            </a:lvl2pPr>
            <a:lvl3pPr marL="448107" indent="0">
              <a:spcBef>
                <a:spcPts val="0"/>
              </a:spcBef>
              <a:spcAft>
                <a:spcPts val="1273"/>
              </a:spcAft>
              <a:buNone/>
              <a:defRPr sz="1961">
                <a:solidFill>
                  <a:srgbClr val="000000"/>
                </a:solidFill>
              </a:defRPr>
            </a:lvl3pPr>
            <a:lvl4pPr marL="672161" indent="0">
              <a:spcBef>
                <a:spcPts val="0"/>
              </a:spcBef>
              <a:spcAft>
                <a:spcPts val="1273"/>
              </a:spcAft>
              <a:buNone/>
              <a:defRPr sz="1961"/>
            </a:lvl4pPr>
            <a:lvl5pPr marL="896214" indent="0">
              <a:buNone/>
              <a:defRPr/>
            </a:lvl5pPr>
          </a:lstStyle>
          <a:p>
            <a:pPr lvl="0"/>
            <a:r>
              <a:rPr lang="en-US"/>
              <a:t>First level Segoe UI 26pt</a:t>
            </a:r>
          </a:p>
          <a:p>
            <a:pPr lvl="1"/>
            <a:r>
              <a:rPr lang="en-US"/>
              <a:t>Second level Segoe UI 20pt</a:t>
            </a:r>
          </a:p>
          <a:p>
            <a:pPr lvl="2"/>
            <a:r>
              <a:rPr lang="en-US"/>
              <a:t>Third level Segoe UI 20pt</a:t>
            </a:r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AE6F3ED0-7F59-40C0-BDE3-5E04439997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6424" y="440498"/>
            <a:ext cx="11336039" cy="739343"/>
          </a:xfrm>
          <a:prstGeom prst="rect">
            <a:avLst/>
          </a:prstGeom>
        </p:spPr>
        <p:txBody>
          <a:bodyPr vert="horz" wrap="square" lIns="0" tIns="164592" rIns="0" bIns="0" rtlCol="0" anchor="t">
            <a:noAutofit/>
          </a:bodyPr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Heading Segoe UI </a:t>
            </a:r>
            <a:r>
              <a:rPr lang="en-US" err="1"/>
              <a:t>Semibold</a:t>
            </a:r>
            <a:r>
              <a:rPr lang="en-US"/>
              <a:t> 32pt</a:t>
            </a:r>
          </a:p>
        </p:txBody>
      </p:sp>
    </p:spTree>
    <p:extLst>
      <p:ext uri="{BB962C8B-B14F-4D97-AF65-F5344CB8AC3E}">
        <p14:creationId xmlns:p14="http://schemas.microsoft.com/office/powerpoint/2010/main" val="316115048"/>
      </p:ext>
    </p:extLst>
  </p:cSld>
  <p:clrMapOvr>
    <a:masterClrMapping/>
  </p:clrMapOvr>
  <p:transition>
    <p:fade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BDBC305C-A9C3-4278-AFC0-C99DFD80A6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6424" y="440495"/>
            <a:ext cx="11336039" cy="758022"/>
          </a:xfrm>
          <a:prstGeom prst="rect">
            <a:avLst/>
          </a:prstGeom>
        </p:spPr>
        <p:txBody>
          <a:bodyPr vert="horz" wrap="square" lIns="0" tIns="164592" rIns="0" bIns="0" rtlCol="0" anchor="t">
            <a:noAutofit/>
          </a:bodyPr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1620869736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54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B2C0BB-249E-9046-8862-208A034F4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EEA3C5-4E1A-C341-ABA0-60A772282E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41696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706" r:id="rId2"/>
    <p:sldLayoutId id="2147483650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51" r:id="rId10"/>
    <p:sldLayoutId id="2147483675" r:id="rId11"/>
    <p:sldLayoutId id="2147483676" r:id="rId12"/>
    <p:sldLayoutId id="2147483677" r:id="rId13"/>
    <p:sldLayoutId id="2147483678" r:id="rId14"/>
    <p:sldLayoutId id="2147483679" r:id="rId15"/>
    <p:sldLayoutId id="2147483680" r:id="rId16"/>
    <p:sldLayoutId id="2147483681" r:id="rId17"/>
    <p:sldLayoutId id="2147483659" r:id="rId18"/>
    <p:sldLayoutId id="2147483673" r:id="rId19"/>
    <p:sldLayoutId id="2147483652" r:id="rId20"/>
    <p:sldLayoutId id="2147483653" r:id="rId21"/>
    <p:sldLayoutId id="2147483654" r:id="rId22"/>
    <p:sldLayoutId id="2147483655" r:id="rId23"/>
    <p:sldLayoutId id="2147483656" r:id="rId24"/>
    <p:sldLayoutId id="2147483657" r:id="rId25"/>
    <p:sldLayoutId id="2147483682" r:id="rId26"/>
    <p:sldLayoutId id="2147483683" r:id="rId27"/>
    <p:sldLayoutId id="2147483684" r:id="rId28"/>
    <p:sldLayoutId id="2147483685" r:id="rId29"/>
    <p:sldLayoutId id="2147483686" r:id="rId30"/>
    <p:sldLayoutId id="2147483687" r:id="rId31"/>
    <p:sldLayoutId id="2147483688" r:id="rId32"/>
    <p:sldLayoutId id="2147483689" r:id="rId33"/>
    <p:sldLayoutId id="2147483698" r:id="rId34"/>
    <p:sldLayoutId id="2147483699" r:id="rId35"/>
    <p:sldLayoutId id="2147483700" r:id="rId36"/>
    <p:sldLayoutId id="2147483701" r:id="rId37"/>
    <p:sldLayoutId id="2147483702" r:id="rId38"/>
    <p:sldLayoutId id="2147483703" r:id="rId39"/>
    <p:sldLayoutId id="2147483704" r:id="rId40"/>
    <p:sldLayoutId id="2147483705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58" r:id="rId50"/>
    <p:sldLayoutId id="2147483707" r:id="rId51"/>
    <p:sldLayoutId id="2147483708" r:id="rId52"/>
    <p:sldLayoutId id="2147483709" r:id="rId5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rgbClr val="313A59"/>
          </a:solidFill>
          <a:latin typeface="Montserrat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rgbClr val="313A59"/>
          </a:solidFill>
          <a:latin typeface="Montserrat Light" panose="00000400000000000000" pitchFamily="50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313A59"/>
          </a:solidFill>
          <a:latin typeface="Montserrat Light" panose="00000400000000000000" pitchFamily="50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13A59"/>
          </a:solidFill>
          <a:latin typeface="Montserrat Light" panose="00000400000000000000" pitchFamily="50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rgbClr val="313A59"/>
          </a:solidFill>
          <a:latin typeface="Montserrat Light" panose="00000400000000000000" pitchFamily="50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rgbClr val="313A59"/>
          </a:solidFill>
          <a:latin typeface="Montserrat Light" panose="00000400000000000000" pitchFamily="50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AAB7174-3F97-364E-88F0-72B28F41ED34}"/>
              </a:ext>
            </a:extLst>
          </p:cNvPr>
          <p:cNvCxnSpPr>
            <a:cxnSpLocks/>
          </p:cNvCxnSpPr>
          <p:nvPr/>
        </p:nvCxnSpPr>
        <p:spPr bwMode="auto">
          <a:xfrm>
            <a:off x="523973" y="2296360"/>
            <a:ext cx="11323667" cy="0"/>
          </a:xfrm>
          <a:prstGeom prst="line">
            <a:avLst/>
          </a:prstGeom>
          <a:ln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5B0B081-377C-8A4B-B511-CC778A784401}"/>
              </a:ext>
            </a:extLst>
          </p:cNvPr>
          <p:cNvCxnSpPr>
            <a:cxnSpLocks/>
          </p:cNvCxnSpPr>
          <p:nvPr/>
        </p:nvCxnSpPr>
        <p:spPr bwMode="auto">
          <a:xfrm>
            <a:off x="1611086" y="3786772"/>
            <a:ext cx="10236554" cy="0"/>
          </a:xfrm>
          <a:prstGeom prst="line">
            <a:avLst/>
          </a:prstGeom>
          <a:ln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9CCEC85-8675-384B-A813-F04BBD785BEF}"/>
              </a:ext>
            </a:extLst>
          </p:cNvPr>
          <p:cNvCxnSpPr>
            <a:cxnSpLocks/>
          </p:cNvCxnSpPr>
          <p:nvPr/>
        </p:nvCxnSpPr>
        <p:spPr bwMode="auto">
          <a:xfrm flipV="1">
            <a:off x="6281965" y="931960"/>
            <a:ext cx="0" cy="3819766"/>
          </a:xfrm>
          <a:prstGeom prst="line">
            <a:avLst/>
          </a:prstGeom>
          <a:ln>
            <a:solidFill>
              <a:schemeClr val="tx1">
                <a:lumMod val="40000"/>
                <a:lumOff val="6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7449ED08-B2D1-D040-8ADB-1113D32B0746}"/>
              </a:ext>
            </a:extLst>
          </p:cNvPr>
          <p:cNvSpPr txBox="1">
            <a:spLocks/>
          </p:cNvSpPr>
          <p:nvPr/>
        </p:nvSpPr>
        <p:spPr bwMode="auto">
          <a:xfrm>
            <a:off x="521484" y="1114373"/>
            <a:ext cx="191849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altLang="en-US" sz="1400" b="1" dirty="0"/>
              <a:t>Program &amp; Planning</a:t>
            </a:r>
            <a:endParaRPr lang="en-US" altLang="en-US" sz="500" dirty="0"/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16B60CDA-9D0B-D14D-9259-6AF9379742E1}"/>
              </a:ext>
            </a:extLst>
          </p:cNvPr>
          <p:cNvSpPr txBox="1">
            <a:spLocks/>
          </p:cNvSpPr>
          <p:nvPr/>
        </p:nvSpPr>
        <p:spPr bwMode="auto">
          <a:xfrm>
            <a:off x="3388355" y="1105294"/>
            <a:ext cx="195022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altLang="en-US" sz="1400" b="1" dirty="0"/>
              <a:t>2020</a:t>
            </a:r>
            <a:endParaRPr lang="en-US" altLang="en-US" sz="500" dirty="0"/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BF6DACD8-BF21-FD4F-B014-D0213C962234}"/>
              </a:ext>
            </a:extLst>
          </p:cNvPr>
          <p:cNvCxnSpPr>
            <a:cxnSpLocks/>
          </p:cNvCxnSpPr>
          <p:nvPr/>
        </p:nvCxnSpPr>
        <p:spPr bwMode="auto">
          <a:xfrm>
            <a:off x="521484" y="1602007"/>
            <a:ext cx="11326156" cy="0"/>
          </a:xfrm>
          <a:prstGeom prst="line">
            <a:avLst/>
          </a:prstGeom>
          <a:ln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C8505377-A2DF-470F-98B6-40CBC252264E}"/>
              </a:ext>
            </a:extLst>
          </p:cNvPr>
          <p:cNvCxnSpPr>
            <a:cxnSpLocks/>
          </p:cNvCxnSpPr>
          <p:nvPr/>
        </p:nvCxnSpPr>
        <p:spPr bwMode="auto">
          <a:xfrm flipV="1">
            <a:off x="10051115" y="985357"/>
            <a:ext cx="0" cy="3766967"/>
          </a:xfrm>
          <a:prstGeom prst="line">
            <a:avLst/>
          </a:prstGeom>
          <a:ln>
            <a:solidFill>
              <a:schemeClr val="tx1">
                <a:lumMod val="40000"/>
                <a:lumOff val="6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2AD48788-E3D4-498C-B18C-F00DE98514AB}"/>
              </a:ext>
            </a:extLst>
          </p:cNvPr>
          <p:cNvSpPr txBox="1">
            <a:spLocks/>
          </p:cNvSpPr>
          <p:nvPr/>
        </p:nvSpPr>
        <p:spPr bwMode="auto">
          <a:xfrm>
            <a:off x="10051111" y="1114971"/>
            <a:ext cx="198650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altLang="en-US" sz="1400" b="1" dirty="0"/>
              <a:t>2022</a:t>
            </a:r>
            <a:endParaRPr lang="en-US" altLang="en-US" sz="500" dirty="0"/>
          </a:p>
        </p:txBody>
      </p:sp>
      <p:sp>
        <p:nvSpPr>
          <p:cNvPr id="118" name="Freeform 117">
            <a:extLst>
              <a:ext uri="{FF2B5EF4-FFF2-40B4-BE49-F238E27FC236}">
                <a16:creationId xmlns:a16="http://schemas.microsoft.com/office/drawing/2014/main" id="{34B3465D-7995-A34F-AD2B-2FC72DE58F8A}"/>
              </a:ext>
            </a:extLst>
          </p:cNvPr>
          <p:cNvSpPr/>
          <p:nvPr/>
        </p:nvSpPr>
        <p:spPr>
          <a:xfrm>
            <a:off x="534271" y="1784784"/>
            <a:ext cx="1873343" cy="369346"/>
          </a:xfrm>
          <a:custGeom>
            <a:avLst/>
            <a:gdLst>
              <a:gd name="connsiteX0" fmla="*/ 30828 w 1887770"/>
              <a:gd name="connsiteY0" fmla="*/ 0 h 369346"/>
              <a:gd name="connsiteX1" fmla="*/ 1826211 w 1887770"/>
              <a:gd name="connsiteY1" fmla="*/ 0 h 369346"/>
              <a:gd name="connsiteX2" fmla="*/ 1887770 w 1887770"/>
              <a:gd name="connsiteY2" fmla="*/ 61559 h 369346"/>
              <a:gd name="connsiteX3" fmla="*/ 1887770 w 1887770"/>
              <a:gd name="connsiteY3" fmla="*/ 307787 h 369346"/>
              <a:gd name="connsiteX4" fmla="*/ 1826211 w 1887770"/>
              <a:gd name="connsiteY4" fmla="*/ 369346 h 369346"/>
              <a:gd name="connsiteX5" fmla="*/ 30828 w 1887770"/>
              <a:gd name="connsiteY5" fmla="*/ 369346 h 369346"/>
              <a:gd name="connsiteX6" fmla="*/ 6867 w 1887770"/>
              <a:gd name="connsiteY6" fmla="*/ 364509 h 369346"/>
              <a:gd name="connsiteX7" fmla="*/ 0 w 1887770"/>
              <a:gd name="connsiteY7" fmla="*/ 359879 h 369346"/>
              <a:gd name="connsiteX8" fmla="*/ 186518 w 1887770"/>
              <a:gd name="connsiteY8" fmla="*/ 178464 h 369346"/>
              <a:gd name="connsiteX9" fmla="*/ 7813 w 1887770"/>
              <a:gd name="connsiteY9" fmla="*/ 4647 h 369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887770" h="369346">
                <a:moveTo>
                  <a:pt x="30828" y="0"/>
                </a:moveTo>
                <a:lnTo>
                  <a:pt x="1826211" y="0"/>
                </a:lnTo>
                <a:cubicBezTo>
                  <a:pt x="1860209" y="0"/>
                  <a:pt x="1887770" y="27561"/>
                  <a:pt x="1887770" y="61559"/>
                </a:cubicBezTo>
                <a:lnTo>
                  <a:pt x="1887770" y="307787"/>
                </a:lnTo>
                <a:cubicBezTo>
                  <a:pt x="1887770" y="341785"/>
                  <a:pt x="1860209" y="369346"/>
                  <a:pt x="1826211" y="369346"/>
                </a:cubicBezTo>
                <a:lnTo>
                  <a:pt x="30828" y="369346"/>
                </a:lnTo>
                <a:cubicBezTo>
                  <a:pt x="22329" y="369346"/>
                  <a:pt x="14231" y="367624"/>
                  <a:pt x="6867" y="364509"/>
                </a:cubicBezTo>
                <a:lnTo>
                  <a:pt x="0" y="359879"/>
                </a:lnTo>
                <a:lnTo>
                  <a:pt x="186518" y="178464"/>
                </a:lnTo>
                <a:lnTo>
                  <a:pt x="7813" y="46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900" dirty="0">
                <a:latin typeface="Gotham Medium" pitchFamily="2" charset="0"/>
              </a:rPr>
              <a:t>Migration Program Team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33F98122-11CC-804E-8DEA-0ACC0628A068}"/>
              </a:ext>
            </a:extLst>
          </p:cNvPr>
          <p:cNvSpPr/>
          <p:nvPr/>
        </p:nvSpPr>
        <p:spPr>
          <a:xfrm>
            <a:off x="2469915" y="1836046"/>
            <a:ext cx="9483489" cy="258253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latin typeface="Gotham Medium" pitchFamily="2" charset="0"/>
                <a:cs typeface="Gotham Medium" pitchFamily="2" charset="0"/>
              </a:rPr>
              <a:t>Migration Program Team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0C91B41D-BB0E-DF4D-8FB7-8538584450A6}"/>
              </a:ext>
            </a:extLst>
          </p:cNvPr>
          <p:cNvSpPr/>
          <p:nvPr/>
        </p:nvSpPr>
        <p:spPr>
          <a:xfrm>
            <a:off x="2447595" y="2365281"/>
            <a:ext cx="3830895" cy="149187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900" dirty="0">
                <a:latin typeface="Gotham Medium" pitchFamily="2" charset="0"/>
                <a:cs typeface="Gotham Medium" pitchFamily="2" charset="0"/>
              </a:rPr>
              <a:t>Migration Delivery Team A</a:t>
            </a:r>
            <a:endParaRPr lang="en-US" sz="9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6AAC5F1-1945-0943-BC9D-98C2202BBE96}"/>
              </a:ext>
            </a:extLst>
          </p:cNvPr>
          <p:cNvSpPr txBox="1"/>
          <p:nvPr/>
        </p:nvSpPr>
        <p:spPr>
          <a:xfrm>
            <a:off x="3439933" y="5270304"/>
            <a:ext cx="18462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Gotham Medium"/>
                <a:cs typeface="Gotham" pitchFamily="2" charset="0"/>
              </a:rPr>
              <a:t>Phase 1</a:t>
            </a:r>
          </a:p>
          <a:p>
            <a:pPr algn="ctr"/>
            <a:r>
              <a:rPr lang="en-US" sz="1200" dirty="0">
                <a:latin typeface="Gotham Medium"/>
                <a:cs typeface="Gotham Book" pitchFamily="2" charset="0"/>
              </a:rPr>
              <a:t>Initial Success, Process Maturity, &amp; Migration Team Scale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FFC63D2-8B55-DE42-999E-1813D021C610}"/>
              </a:ext>
            </a:extLst>
          </p:cNvPr>
          <p:cNvSpPr txBox="1"/>
          <p:nvPr/>
        </p:nvSpPr>
        <p:spPr>
          <a:xfrm>
            <a:off x="7124299" y="5270304"/>
            <a:ext cx="21684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Gotham Medium"/>
                <a:cs typeface="Gotham" pitchFamily="2" charset="0"/>
              </a:rPr>
              <a:t>Phase 2</a:t>
            </a:r>
            <a:br>
              <a:rPr lang="en-US" sz="1200" dirty="0">
                <a:latin typeface="Gotham Medium"/>
              </a:rPr>
            </a:br>
            <a:r>
              <a:rPr lang="en-US" sz="1200" dirty="0">
                <a:latin typeface="Gotham Medium"/>
              </a:rPr>
              <a:t>Business Unit aligned champions and migration teams, Special App Migration Teams, &amp; initial EMR use cases</a:t>
            </a:r>
            <a:endParaRPr lang="en-US" sz="1200" dirty="0">
              <a:latin typeface="Gotham Medium"/>
              <a:cs typeface="Gotham Book" pitchFamily="2" charset="0"/>
            </a:endParaRPr>
          </a:p>
        </p:txBody>
      </p:sp>
      <p:sp>
        <p:nvSpPr>
          <p:cNvPr id="66" name="Left Brace 65">
            <a:extLst>
              <a:ext uri="{FF2B5EF4-FFF2-40B4-BE49-F238E27FC236}">
                <a16:creationId xmlns:a16="http://schemas.microsoft.com/office/drawing/2014/main" id="{CE65D818-2DD4-1842-BC60-66395F2E837D}"/>
              </a:ext>
            </a:extLst>
          </p:cNvPr>
          <p:cNvSpPr/>
          <p:nvPr/>
        </p:nvSpPr>
        <p:spPr>
          <a:xfrm rot="16200000">
            <a:off x="8080398" y="3204763"/>
            <a:ext cx="220918" cy="3727461"/>
          </a:xfrm>
          <a:prstGeom prst="leftBrace">
            <a:avLst>
              <a:gd name="adj1" fmla="val 64743"/>
              <a:gd name="adj2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Left Brace 69">
            <a:extLst>
              <a:ext uri="{FF2B5EF4-FFF2-40B4-BE49-F238E27FC236}">
                <a16:creationId xmlns:a16="http://schemas.microsoft.com/office/drawing/2014/main" id="{370AF757-40E4-A147-B21A-9A11EAA909EC}"/>
              </a:ext>
            </a:extLst>
          </p:cNvPr>
          <p:cNvSpPr/>
          <p:nvPr/>
        </p:nvSpPr>
        <p:spPr>
          <a:xfrm rot="16200000">
            <a:off x="4253116" y="3151065"/>
            <a:ext cx="220918" cy="3831954"/>
          </a:xfrm>
          <a:prstGeom prst="leftBrace">
            <a:avLst>
              <a:gd name="adj1" fmla="val 64743"/>
              <a:gd name="adj2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8" name="Elbow Connector 87">
            <a:extLst>
              <a:ext uri="{FF2B5EF4-FFF2-40B4-BE49-F238E27FC236}">
                <a16:creationId xmlns:a16="http://schemas.microsoft.com/office/drawing/2014/main" id="{EF63F081-8F2B-5E41-AE47-7DA93699383D}"/>
              </a:ext>
            </a:extLst>
          </p:cNvPr>
          <p:cNvCxnSpPr>
            <a:cxnSpLocks/>
          </p:cNvCxnSpPr>
          <p:nvPr/>
        </p:nvCxnSpPr>
        <p:spPr>
          <a:xfrm>
            <a:off x="2449506" y="4628522"/>
            <a:ext cx="1318062" cy="233443"/>
          </a:xfrm>
          <a:prstGeom prst="bentConnector3">
            <a:avLst>
              <a:gd name="adj1" fmla="val 38706"/>
            </a:avLst>
          </a:prstGeom>
          <a:ln w="19050">
            <a:solidFill>
              <a:schemeClr val="accent5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Content Placeholder 2">
            <a:extLst>
              <a:ext uri="{FF2B5EF4-FFF2-40B4-BE49-F238E27FC236}">
                <a16:creationId xmlns:a16="http://schemas.microsoft.com/office/drawing/2014/main" id="{30355350-D5C6-BE46-9A80-35BA01519410}"/>
              </a:ext>
            </a:extLst>
          </p:cNvPr>
          <p:cNvSpPr txBox="1">
            <a:spLocks/>
          </p:cNvSpPr>
          <p:nvPr/>
        </p:nvSpPr>
        <p:spPr bwMode="auto">
          <a:xfrm>
            <a:off x="2893860" y="4595307"/>
            <a:ext cx="1074769" cy="2209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altLang="en-US" sz="1000" dirty="0">
                <a:latin typeface="Gotham Book" pitchFamily="2" charset="0"/>
                <a:cs typeface="Gotham Book" pitchFamily="2" charset="0"/>
              </a:rPr>
              <a:t>Project Start</a:t>
            </a:r>
            <a:endParaRPr lang="en-US" altLang="en-US" sz="500" dirty="0">
              <a:latin typeface="Gotham Book" pitchFamily="2" charset="0"/>
              <a:cs typeface="Gotham Book" pitchFamily="2" charset="0"/>
            </a:endParaRPr>
          </a:p>
        </p:txBody>
      </p:sp>
      <p:sp>
        <p:nvSpPr>
          <p:cNvPr id="125" name="Title 1">
            <a:extLst>
              <a:ext uri="{FF2B5EF4-FFF2-40B4-BE49-F238E27FC236}">
                <a16:creationId xmlns:a16="http://schemas.microsoft.com/office/drawing/2014/main" id="{A026D119-7A87-7B43-8968-3CE685437C5C}"/>
              </a:ext>
            </a:extLst>
          </p:cNvPr>
          <p:cNvSpPr txBox="1">
            <a:spLocks/>
          </p:cNvSpPr>
          <p:nvPr/>
        </p:nvSpPr>
        <p:spPr>
          <a:xfrm>
            <a:off x="481347" y="7319"/>
            <a:ext cx="7270353" cy="8605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313A59"/>
                </a:solidFill>
                <a:latin typeface="Montserrat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accent2"/>
                </a:solidFill>
              </a:rPr>
              <a:t>Migration Resource Timeline</a:t>
            </a:r>
          </a:p>
        </p:txBody>
      </p:sp>
      <p:sp>
        <p:nvSpPr>
          <p:cNvPr id="2" name="Left Brace 1">
            <a:extLst>
              <a:ext uri="{FF2B5EF4-FFF2-40B4-BE49-F238E27FC236}">
                <a16:creationId xmlns:a16="http://schemas.microsoft.com/office/drawing/2014/main" id="{1F5932F1-BB5B-452D-B98E-AB1032D025E9}"/>
              </a:ext>
            </a:extLst>
          </p:cNvPr>
          <p:cNvSpPr/>
          <p:nvPr/>
        </p:nvSpPr>
        <p:spPr>
          <a:xfrm rot="16200000">
            <a:off x="10919871" y="4138876"/>
            <a:ext cx="220918" cy="1856331"/>
          </a:xfrm>
          <a:prstGeom prst="leftBrace">
            <a:avLst>
              <a:gd name="adj1" fmla="val 64743"/>
              <a:gd name="adj2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76DAC4-82CC-448F-AAF0-A5E2905B6041}"/>
              </a:ext>
            </a:extLst>
          </p:cNvPr>
          <p:cNvSpPr txBox="1"/>
          <p:nvPr/>
        </p:nvSpPr>
        <p:spPr>
          <a:xfrm>
            <a:off x="9946112" y="5262678"/>
            <a:ext cx="21684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Gotham Medium"/>
                <a:cs typeface="Gotham" pitchFamily="2" charset="0"/>
              </a:rPr>
              <a:t>Phase 3</a:t>
            </a:r>
            <a:br>
              <a:rPr lang="en-US" sz="1200" b="1" dirty="0">
                <a:latin typeface="Gotham Medium"/>
                <a:cs typeface="Gotham" pitchFamily="2" charset="0"/>
              </a:rPr>
            </a:br>
            <a:r>
              <a:rPr lang="en-US" sz="1200" dirty="0">
                <a:latin typeface="Gotham Medium"/>
                <a:cs typeface="Gotham" pitchFamily="2" charset="0"/>
              </a:rPr>
              <a:t>Remaining General Workloads,</a:t>
            </a:r>
          </a:p>
          <a:p>
            <a:pPr algn="ctr"/>
            <a:r>
              <a:rPr lang="en-US" sz="1200" dirty="0">
                <a:latin typeface="Gotham Medium"/>
                <a:cs typeface="Gotham Book" pitchFamily="2" charset="0"/>
              </a:rPr>
              <a:t>EMR Migration and implementations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C9F18E6-4961-4BD4-92F5-F4C50DBF02F3}"/>
              </a:ext>
            </a:extLst>
          </p:cNvPr>
          <p:cNvSpPr txBox="1">
            <a:spLocks/>
          </p:cNvSpPr>
          <p:nvPr/>
        </p:nvSpPr>
        <p:spPr bwMode="auto">
          <a:xfrm>
            <a:off x="7215745" y="1109594"/>
            <a:ext cx="195022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altLang="en-US" sz="1400" b="1" dirty="0"/>
              <a:t>2021</a:t>
            </a:r>
            <a:endParaRPr lang="en-US" altLang="en-US" sz="500" dirty="0"/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B936C6C-1874-4285-9526-91A2AC372F16}"/>
              </a:ext>
            </a:extLst>
          </p:cNvPr>
          <p:cNvCxnSpPr>
            <a:cxnSpLocks/>
          </p:cNvCxnSpPr>
          <p:nvPr/>
        </p:nvCxnSpPr>
        <p:spPr bwMode="auto">
          <a:xfrm flipV="1">
            <a:off x="2444470" y="931960"/>
            <a:ext cx="0" cy="3819766"/>
          </a:xfrm>
          <a:prstGeom prst="line">
            <a:avLst/>
          </a:prstGeom>
          <a:ln>
            <a:solidFill>
              <a:schemeClr val="tx1">
                <a:lumMod val="40000"/>
                <a:lumOff val="6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31">
            <a:extLst>
              <a:ext uri="{FF2B5EF4-FFF2-40B4-BE49-F238E27FC236}">
                <a16:creationId xmlns:a16="http://schemas.microsoft.com/office/drawing/2014/main" id="{FF524A70-193F-4AA0-8259-70533078556E}"/>
              </a:ext>
            </a:extLst>
          </p:cNvPr>
          <p:cNvSpPr/>
          <p:nvPr/>
        </p:nvSpPr>
        <p:spPr>
          <a:xfrm>
            <a:off x="2959551" y="2542829"/>
            <a:ext cx="3318936" cy="149186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900" dirty="0">
                <a:latin typeface="Gotham Medium" pitchFamily="2" charset="0"/>
                <a:cs typeface="Gotham Medium" pitchFamily="2" charset="0"/>
              </a:rPr>
              <a:t>Migration Delivery Team B</a:t>
            </a:r>
            <a:endParaRPr lang="en-US" sz="900" dirty="0"/>
          </a:p>
        </p:txBody>
      </p:sp>
      <p:sp>
        <p:nvSpPr>
          <p:cNvPr id="6" name="Rounded Rectangle 31">
            <a:extLst>
              <a:ext uri="{FF2B5EF4-FFF2-40B4-BE49-F238E27FC236}">
                <a16:creationId xmlns:a16="http://schemas.microsoft.com/office/drawing/2014/main" id="{03B259E2-DFEB-4DBA-9CB1-8032707C0443}"/>
              </a:ext>
            </a:extLst>
          </p:cNvPr>
          <p:cNvSpPr/>
          <p:nvPr/>
        </p:nvSpPr>
        <p:spPr>
          <a:xfrm>
            <a:off x="3387857" y="2721949"/>
            <a:ext cx="2890629" cy="149186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900" dirty="0">
                <a:latin typeface="Gotham Medium" pitchFamily="2" charset="0"/>
                <a:cs typeface="Gotham Medium" pitchFamily="2" charset="0"/>
              </a:rPr>
              <a:t>Migration Delivery Team C</a:t>
            </a:r>
            <a:endParaRPr lang="en-US" sz="900" dirty="0"/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BCC8FFD8-F912-4087-97BF-42630686F37A}"/>
              </a:ext>
            </a:extLst>
          </p:cNvPr>
          <p:cNvSpPr/>
          <p:nvPr/>
        </p:nvSpPr>
        <p:spPr>
          <a:xfrm rot="16200000">
            <a:off x="1344302" y="4114199"/>
            <a:ext cx="220919" cy="1905709"/>
          </a:xfrm>
          <a:prstGeom prst="leftBrace">
            <a:avLst>
              <a:gd name="adj1" fmla="val 64743"/>
              <a:gd name="adj2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28CA7F-F6FB-4B4B-8122-17540D4763DF}"/>
              </a:ext>
            </a:extLst>
          </p:cNvPr>
          <p:cNvSpPr txBox="1"/>
          <p:nvPr/>
        </p:nvSpPr>
        <p:spPr>
          <a:xfrm>
            <a:off x="481347" y="5270303"/>
            <a:ext cx="18462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Gotham Medium"/>
                <a:cs typeface="Gotham" pitchFamily="2" charset="0"/>
              </a:rPr>
              <a:t>Phase 0</a:t>
            </a:r>
          </a:p>
          <a:p>
            <a:pPr algn="ctr"/>
            <a:r>
              <a:rPr lang="en-US" sz="1200" dirty="0">
                <a:latin typeface="Gotham Medium"/>
                <a:cs typeface="Gotham Book" pitchFamily="2" charset="0"/>
              </a:rPr>
              <a:t>Partnership, Commercials, Initial 2020 Migration Scope and Plan</a:t>
            </a:r>
          </a:p>
        </p:txBody>
      </p:sp>
      <p:sp>
        <p:nvSpPr>
          <p:cNvPr id="9" name="Rounded Rectangle 31">
            <a:extLst>
              <a:ext uri="{FF2B5EF4-FFF2-40B4-BE49-F238E27FC236}">
                <a16:creationId xmlns:a16="http://schemas.microsoft.com/office/drawing/2014/main" id="{00AE1CD6-C615-46B3-AC0F-9AC7F51494F9}"/>
              </a:ext>
            </a:extLst>
          </p:cNvPr>
          <p:cNvSpPr/>
          <p:nvPr/>
        </p:nvSpPr>
        <p:spPr>
          <a:xfrm>
            <a:off x="6294091" y="2365280"/>
            <a:ext cx="3744894" cy="149187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900" dirty="0">
                <a:latin typeface="Gotham Medium" pitchFamily="2" charset="0"/>
                <a:cs typeface="Gotham Medium" pitchFamily="2" charset="0"/>
              </a:rPr>
              <a:t>Migration Delivery Team  - Business Unit A</a:t>
            </a:r>
            <a:endParaRPr lang="en-US" sz="900" dirty="0"/>
          </a:p>
        </p:txBody>
      </p:sp>
      <p:sp>
        <p:nvSpPr>
          <p:cNvPr id="10" name="Rounded Rectangle 31">
            <a:extLst>
              <a:ext uri="{FF2B5EF4-FFF2-40B4-BE49-F238E27FC236}">
                <a16:creationId xmlns:a16="http://schemas.microsoft.com/office/drawing/2014/main" id="{9596DCFE-1B51-4959-BF6D-0F85FDC1EE96}"/>
              </a:ext>
            </a:extLst>
          </p:cNvPr>
          <p:cNvSpPr/>
          <p:nvPr/>
        </p:nvSpPr>
        <p:spPr>
          <a:xfrm>
            <a:off x="6294091" y="2527085"/>
            <a:ext cx="3744894" cy="149187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900" dirty="0">
                <a:latin typeface="Gotham Medium" pitchFamily="2" charset="0"/>
                <a:cs typeface="Gotham Medium" pitchFamily="2" charset="0"/>
              </a:rPr>
              <a:t>Migration Delivery Team  - Business Unit B</a:t>
            </a:r>
            <a:endParaRPr lang="en-US" sz="900" dirty="0"/>
          </a:p>
        </p:txBody>
      </p:sp>
      <p:sp>
        <p:nvSpPr>
          <p:cNvPr id="12" name="Rounded Rectangle 31">
            <a:extLst>
              <a:ext uri="{FF2B5EF4-FFF2-40B4-BE49-F238E27FC236}">
                <a16:creationId xmlns:a16="http://schemas.microsoft.com/office/drawing/2014/main" id="{59298729-433D-4FF9-9FCD-D643E3656CD4}"/>
              </a:ext>
            </a:extLst>
          </p:cNvPr>
          <p:cNvSpPr/>
          <p:nvPr/>
        </p:nvSpPr>
        <p:spPr>
          <a:xfrm>
            <a:off x="6295147" y="2693029"/>
            <a:ext cx="3744894" cy="149187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900" dirty="0">
                <a:latin typeface="Gotham Medium" pitchFamily="2" charset="0"/>
                <a:cs typeface="Gotham Medium" pitchFamily="2" charset="0"/>
              </a:rPr>
              <a:t>Migration Delivery Team  - Business Unit C</a:t>
            </a:r>
            <a:endParaRPr lang="en-US" sz="900" dirty="0"/>
          </a:p>
        </p:txBody>
      </p:sp>
      <p:sp>
        <p:nvSpPr>
          <p:cNvPr id="13" name="Rounded Rectangle 31">
            <a:extLst>
              <a:ext uri="{FF2B5EF4-FFF2-40B4-BE49-F238E27FC236}">
                <a16:creationId xmlns:a16="http://schemas.microsoft.com/office/drawing/2014/main" id="{A2EFB104-4C0F-491E-825D-8C49DCD9B44E}"/>
              </a:ext>
            </a:extLst>
          </p:cNvPr>
          <p:cNvSpPr/>
          <p:nvPr/>
        </p:nvSpPr>
        <p:spPr>
          <a:xfrm>
            <a:off x="6294091" y="2858973"/>
            <a:ext cx="3744894" cy="149187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900" dirty="0">
                <a:latin typeface="Gotham Medium" pitchFamily="2" charset="0"/>
                <a:cs typeface="Gotham Medium" pitchFamily="2" charset="0"/>
              </a:rPr>
              <a:t>Migration Delivery Team  - Business Unit n…</a:t>
            </a:r>
            <a:endParaRPr lang="en-US" sz="900" dirty="0"/>
          </a:p>
        </p:txBody>
      </p:sp>
      <p:sp>
        <p:nvSpPr>
          <p:cNvPr id="14" name="Rounded Rectangle 31">
            <a:extLst>
              <a:ext uri="{FF2B5EF4-FFF2-40B4-BE49-F238E27FC236}">
                <a16:creationId xmlns:a16="http://schemas.microsoft.com/office/drawing/2014/main" id="{8E00D3A5-CB45-4817-9921-5D42C26F9463}"/>
              </a:ext>
            </a:extLst>
          </p:cNvPr>
          <p:cNvSpPr/>
          <p:nvPr/>
        </p:nvSpPr>
        <p:spPr>
          <a:xfrm>
            <a:off x="6797046" y="3135959"/>
            <a:ext cx="3248532" cy="149187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900" dirty="0">
                <a:latin typeface="Gotham Medium" pitchFamily="2" charset="0"/>
                <a:cs typeface="Gotham Medium" pitchFamily="2" charset="0"/>
              </a:rPr>
              <a:t>Migration Delivery Team  - Critical App(s)</a:t>
            </a:r>
            <a:endParaRPr lang="en-US" sz="900" dirty="0"/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B7D411F1-22FC-4ADB-82BA-903FD7344BDA}"/>
              </a:ext>
            </a:extLst>
          </p:cNvPr>
          <p:cNvCxnSpPr>
            <a:cxnSpLocks/>
          </p:cNvCxnSpPr>
          <p:nvPr/>
        </p:nvCxnSpPr>
        <p:spPr bwMode="auto">
          <a:xfrm flipV="1">
            <a:off x="2959551" y="2356002"/>
            <a:ext cx="0" cy="1838567"/>
          </a:xfrm>
          <a:prstGeom prst="line">
            <a:avLst/>
          </a:prstGeom>
          <a:ln>
            <a:solidFill>
              <a:schemeClr val="tx1">
                <a:lumMod val="40000"/>
                <a:lumOff val="6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1">
            <a:extLst>
              <a:ext uri="{FF2B5EF4-FFF2-40B4-BE49-F238E27FC236}">
                <a16:creationId xmlns:a16="http://schemas.microsoft.com/office/drawing/2014/main" id="{0BA6A69A-5D01-412E-A21B-6E38F224C5D7}"/>
              </a:ext>
            </a:extLst>
          </p:cNvPr>
          <p:cNvSpPr/>
          <p:nvPr/>
        </p:nvSpPr>
        <p:spPr>
          <a:xfrm>
            <a:off x="7215744" y="3313765"/>
            <a:ext cx="2829833" cy="149187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900" dirty="0">
                <a:latin typeface="Gotham Medium" pitchFamily="2" charset="0"/>
                <a:cs typeface="Gotham Medium" pitchFamily="2" charset="0"/>
              </a:rPr>
              <a:t>EMR Migration &amp; Provisioning Team</a:t>
            </a:r>
            <a:endParaRPr lang="en-US" sz="900" dirty="0"/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FC12774F-5B40-4C81-ADE3-B058B96C02E8}"/>
              </a:ext>
            </a:extLst>
          </p:cNvPr>
          <p:cNvSpPr txBox="1">
            <a:spLocks/>
          </p:cNvSpPr>
          <p:nvPr/>
        </p:nvSpPr>
        <p:spPr bwMode="auto">
          <a:xfrm>
            <a:off x="2561627" y="3962783"/>
            <a:ext cx="1074769" cy="2209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altLang="en-US" sz="1000" dirty="0">
                <a:latin typeface="Gotham Book" pitchFamily="2" charset="0"/>
                <a:cs typeface="Gotham Book" pitchFamily="2" charset="0"/>
              </a:rPr>
              <a:t>100</a:t>
            </a:r>
            <a:endParaRPr lang="en-US" altLang="en-US" sz="500" dirty="0">
              <a:latin typeface="Gotham Book" pitchFamily="2" charset="0"/>
              <a:cs typeface="Gotham Book" pitchFamily="2" charset="0"/>
            </a:endParaRPr>
          </a:p>
        </p:txBody>
      </p:sp>
      <p:sp>
        <p:nvSpPr>
          <p:cNvPr id="37" name="Rounded Rectangle 31">
            <a:extLst>
              <a:ext uri="{FF2B5EF4-FFF2-40B4-BE49-F238E27FC236}">
                <a16:creationId xmlns:a16="http://schemas.microsoft.com/office/drawing/2014/main" id="{035B742F-F2A2-47AD-A069-DC21AAD8FD4F}"/>
              </a:ext>
            </a:extLst>
          </p:cNvPr>
          <p:cNvSpPr/>
          <p:nvPr/>
        </p:nvSpPr>
        <p:spPr>
          <a:xfrm>
            <a:off x="10062189" y="3312375"/>
            <a:ext cx="1896305" cy="149187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900" dirty="0">
                <a:latin typeface="Gotham Medium" pitchFamily="2" charset="0"/>
                <a:cs typeface="Gotham Medium" pitchFamily="2" charset="0"/>
              </a:rPr>
              <a:t>EMR Migration &amp; Provisioning Team</a:t>
            </a:r>
            <a:endParaRPr lang="en-US" sz="900" dirty="0"/>
          </a:p>
        </p:txBody>
      </p:sp>
      <p:sp>
        <p:nvSpPr>
          <p:cNvPr id="38" name="Rounded Rectangle 31">
            <a:extLst>
              <a:ext uri="{FF2B5EF4-FFF2-40B4-BE49-F238E27FC236}">
                <a16:creationId xmlns:a16="http://schemas.microsoft.com/office/drawing/2014/main" id="{99C3C50A-4DDE-46D2-AE4A-28D1B4335080}"/>
              </a:ext>
            </a:extLst>
          </p:cNvPr>
          <p:cNvSpPr/>
          <p:nvPr/>
        </p:nvSpPr>
        <p:spPr>
          <a:xfrm>
            <a:off x="10062189" y="2364168"/>
            <a:ext cx="1891222" cy="149187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900" dirty="0">
                <a:latin typeface="Gotham Medium" pitchFamily="2" charset="0"/>
                <a:cs typeface="Gotham Medium" pitchFamily="2" charset="0"/>
              </a:rPr>
              <a:t>Migration Delivery Team A</a:t>
            </a:r>
            <a:endParaRPr lang="en-US" sz="900" dirty="0"/>
          </a:p>
        </p:txBody>
      </p:sp>
      <p:sp>
        <p:nvSpPr>
          <p:cNvPr id="39" name="Rounded Rectangle 31">
            <a:extLst>
              <a:ext uri="{FF2B5EF4-FFF2-40B4-BE49-F238E27FC236}">
                <a16:creationId xmlns:a16="http://schemas.microsoft.com/office/drawing/2014/main" id="{8EC19079-8409-4AE8-991A-45F8C102E05D}"/>
              </a:ext>
            </a:extLst>
          </p:cNvPr>
          <p:cNvSpPr/>
          <p:nvPr/>
        </p:nvSpPr>
        <p:spPr>
          <a:xfrm>
            <a:off x="10062187" y="3004788"/>
            <a:ext cx="1891223" cy="280731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900" dirty="0">
                <a:latin typeface="Gotham Medium" pitchFamily="2" charset="0"/>
                <a:cs typeface="Gotham Medium" pitchFamily="2" charset="0"/>
              </a:rPr>
              <a:t>Migration Delivery Team  - Critical App(s)</a:t>
            </a:r>
            <a:endParaRPr lang="en-US" sz="900" dirty="0"/>
          </a:p>
        </p:txBody>
      </p:sp>
      <p:sp>
        <p:nvSpPr>
          <p:cNvPr id="41" name="Rounded Rectangle 31">
            <a:extLst>
              <a:ext uri="{FF2B5EF4-FFF2-40B4-BE49-F238E27FC236}">
                <a16:creationId xmlns:a16="http://schemas.microsoft.com/office/drawing/2014/main" id="{4B9AD876-D9E2-472C-AB4B-EC16E340C678}"/>
              </a:ext>
            </a:extLst>
          </p:cNvPr>
          <p:cNvSpPr/>
          <p:nvPr/>
        </p:nvSpPr>
        <p:spPr>
          <a:xfrm>
            <a:off x="2455545" y="3532597"/>
            <a:ext cx="9497861" cy="149187"/>
          </a:xfrm>
          <a:prstGeom prst="roundRect">
            <a:avLst/>
          </a:prstGeom>
          <a:solidFill>
            <a:srgbClr val="A365D1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900" dirty="0">
                <a:latin typeface="Gotham Medium" pitchFamily="2" charset="0"/>
                <a:cs typeface="Gotham Medium" pitchFamily="2" charset="0"/>
              </a:rPr>
              <a:t>Migration Support and Managed Services</a:t>
            </a:r>
            <a:endParaRPr lang="en-US" sz="900" dirty="0"/>
          </a:p>
        </p:txBody>
      </p:sp>
      <p:sp>
        <p:nvSpPr>
          <p:cNvPr id="44" name="Rounded Rectangle 31">
            <a:extLst>
              <a:ext uri="{FF2B5EF4-FFF2-40B4-BE49-F238E27FC236}">
                <a16:creationId xmlns:a16="http://schemas.microsoft.com/office/drawing/2014/main" id="{4EFF61AF-F35C-4E8B-AEE0-E381EB05D84E}"/>
              </a:ext>
            </a:extLst>
          </p:cNvPr>
          <p:cNvSpPr/>
          <p:nvPr/>
        </p:nvSpPr>
        <p:spPr>
          <a:xfrm>
            <a:off x="10073262" y="2525533"/>
            <a:ext cx="1891222" cy="149187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900" dirty="0">
                <a:latin typeface="Gotham Medium" pitchFamily="2" charset="0"/>
                <a:cs typeface="Gotham Medium" pitchFamily="2" charset="0"/>
              </a:rPr>
              <a:t>Migration Delivery Team B</a:t>
            </a:r>
            <a:endParaRPr lang="en-US" sz="900" dirty="0"/>
          </a:p>
        </p:txBody>
      </p:sp>
      <p:sp>
        <p:nvSpPr>
          <p:cNvPr id="45" name="Rounded Rectangle 31">
            <a:extLst>
              <a:ext uri="{FF2B5EF4-FFF2-40B4-BE49-F238E27FC236}">
                <a16:creationId xmlns:a16="http://schemas.microsoft.com/office/drawing/2014/main" id="{9B28CA1F-AAF3-49C6-8709-A6B89900487F}"/>
              </a:ext>
            </a:extLst>
          </p:cNvPr>
          <p:cNvSpPr/>
          <p:nvPr/>
        </p:nvSpPr>
        <p:spPr>
          <a:xfrm>
            <a:off x="10076245" y="2695537"/>
            <a:ext cx="1891222" cy="149187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900" dirty="0">
                <a:latin typeface="Gotham Medium" pitchFamily="2" charset="0"/>
                <a:cs typeface="Gotham Medium" pitchFamily="2" charset="0"/>
              </a:rPr>
              <a:t>Migration Delivery Team n…</a:t>
            </a:r>
            <a:endParaRPr lang="en-US" sz="900" dirty="0"/>
          </a:p>
        </p:txBody>
      </p:sp>
      <p:sp>
        <p:nvSpPr>
          <p:cNvPr id="68" name="Content Placeholder 2">
            <a:extLst>
              <a:ext uri="{FF2B5EF4-FFF2-40B4-BE49-F238E27FC236}">
                <a16:creationId xmlns:a16="http://schemas.microsoft.com/office/drawing/2014/main" id="{C455E971-0681-4658-8828-7DBB798E9007}"/>
              </a:ext>
            </a:extLst>
          </p:cNvPr>
          <p:cNvSpPr txBox="1">
            <a:spLocks/>
          </p:cNvSpPr>
          <p:nvPr/>
        </p:nvSpPr>
        <p:spPr bwMode="auto">
          <a:xfrm>
            <a:off x="5556952" y="3969818"/>
            <a:ext cx="1074769" cy="2209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altLang="en-US" sz="1000" dirty="0">
                <a:latin typeface="Gotham Book" pitchFamily="2" charset="0"/>
                <a:cs typeface="Gotham Book" pitchFamily="2" charset="0"/>
              </a:rPr>
              <a:t>~2500</a:t>
            </a:r>
            <a:endParaRPr lang="en-US" altLang="en-US" sz="500" dirty="0">
              <a:latin typeface="Gotham Book" pitchFamily="2" charset="0"/>
              <a:cs typeface="Gotham Book" pitchFamily="2" charset="0"/>
            </a:endParaRPr>
          </a:p>
        </p:txBody>
      </p:sp>
      <p:sp>
        <p:nvSpPr>
          <p:cNvPr id="69" name="Content Placeholder 2">
            <a:extLst>
              <a:ext uri="{FF2B5EF4-FFF2-40B4-BE49-F238E27FC236}">
                <a16:creationId xmlns:a16="http://schemas.microsoft.com/office/drawing/2014/main" id="{3AD640A9-C71A-4241-BAC3-A37930977892}"/>
              </a:ext>
            </a:extLst>
          </p:cNvPr>
          <p:cNvSpPr txBox="1">
            <a:spLocks/>
          </p:cNvSpPr>
          <p:nvPr/>
        </p:nvSpPr>
        <p:spPr bwMode="auto">
          <a:xfrm>
            <a:off x="9327970" y="3964755"/>
            <a:ext cx="1074769" cy="2209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altLang="en-US" sz="1000" dirty="0">
                <a:latin typeface="Gotham Book" pitchFamily="2" charset="0"/>
                <a:cs typeface="Gotham Book" pitchFamily="2" charset="0"/>
              </a:rPr>
              <a:t>~9000</a:t>
            </a:r>
            <a:endParaRPr lang="en-US" altLang="en-US" sz="500" dirty="0">
              <a:latin typeface="Gotham Book" pitchFamily="2" charset="0"/>
              <a:cs typeface="Gotham Book" pitchFamily="2" charset="0"/>
            </a:endParaRPr>
          </a:p>
        </p:txBody>
      </p:sp>
      <p:sp>
        <p:nvSpPr>
          <p:cNvPr id="72" name="Content Placeholder 2">
            <a:extLst>
              <a:ext uri="{FF2B5EF4-FFF2-40B4-BE49-F238E27FC236}">
                <a16:creationId xmlns:a16="http://schemas.microsoft.com/office/drawing/2014/main" id="{FDFB2D2A-B478-4432-B46E-C0FB10461F5A}"/>
              </a:ext>
            </a:extLst>
          </p:cNvPr>
          <p:cNvSpPr txBox="1">
            <a:spLocks/>
          </p:cNvSpPr>
          <p:nvPr/>
        </p:nvSpPr>
        <p:spPr bwMode="auto">
          <a:xfrm>
            <a:off x="11241297" y="3960597"/>
            <a:ext cx="1074769" cy="2209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altLang="en-US" sz="1000" dirty="0">
                <a:latin typeface="Gotham Book" pitchFamily="2" charset="0"/>
                <a:cs typeface="Gotham Book" pitchFamily="2" charset="0"/>
              </a:rPr>
              <a:t>~15,000</a:t>
            </a:r>
            <a:endParaRPr lang="en-US" altLang="en-US" sz="500" dirty="0">
              <a:latin typeface="Gotham Book" pitchFamily="2" charset="0"/>
              <a:cs typeface="Gotham Book" pitchFamily="2" charset="0"/>
            </a:endParaRPr>
          </a:p>
        </p:txBody>
      </p:sp>
      <p:sp>
        <p:nvSpPr>
          <p:cNvPr id="76" name="Content Placeholder 2">
            <a:extLst>
              <a:ext uri="{FF2B5EF4-FFF2-40B4-BE49-F238E27FC236}">
                <a16:creationId xmlns:a16="http://schemas.microsoft.com/office/drawing/2014/main" id="{02124F95-5C67-463B-AFC1-5D71C1971975}"/>
              </a:ext>
            </a:extLst>
          </p:cNvPr>
          <p:cNvSpPr txBox="1">
            <a:spLocks/>
          </p:cNvSpPr>
          <p:nvPr/>
        </p:nvSpPr>
        <p:spPr bwMode="auto">
          <a:xfrm>
            <a:off x="1480570" y="3875967"/>
            <a:ext cx="1074769" cy="347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altLang="en-US" sz="900" i="1" dirty="0">
                <a:latin typeface="Gotham Book" pitchFamily="2" charset="0"/>
                <a:cs typeface="Gotham Book" pitchFamily="2" charset="0"/>
              </a:rPr>
              <a:t>Total Migrated Server estimate</a:t>
            </a:r>
            <a:endParaRPr lang="en-US" altLang="en-US" sz="400" i="1" dirty="0">
              <a:latin typeface="Gotham Book" pitchFamily="2" charset="0"/>
              <a:cs typeface="Gotham Book" pitchFamily="2" charset="0"/>
            </a:endParaRPr>
          </a:p>
        </p:txBody>
      </p:sp>
      <p:cxnSp>
        <p:nvCxnSpPr>
          <p:cNvPr id="106" name="Elbow Connector 87">
            <a:extLst>
              <a:ext uri="{FF2B5EF4-FFF2-40B4-BE49-F238E27FC236}">
                <a16:creationId xmlns:a16="http://schemas.microsoft.com/office/drawing/2014/main" id="{78551833-2A81-46D2-B9E5-8A3F06C7163F}"/>
              </a:ext>
            </a:extLst>
          </p:cNvPr>
          <p:cNvCxnSpPr>
            <a:cxnSpLocks/>
          </p:cNvCxnSpPr>
          <p:nvPr/>
        </p:nvCxnSpPr>
        <p:spPr>
          <a:xfrm>
            <a:off x="6300631" y="4628522"/>
            <a:ext cx="1318062" cy="233443"/>
          </a:xfrm>
          <a:prstGeom prst="bentConnector3">
            <a:avLst>
              <a:gd name="adj1" fmla="val 38706"/>
            </a:avLst>
          </a:prstGeom>
          <a:ln w="19050">
            <a:solidFill>
              <a:schemeClr val="accent5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Content Placeholder 2">
            <a:extLst>
              <a:ext uri="{FF2B5EF4-FFF2-40B4-BE49-F238E27FC236}">
                <a16:creationId xmlns:a16="http://schemas.microsoft.com/office/drawing/2014/main" id="{AD6B24AC-927C-4214-BED8-85FC77BC72DD}"/>
              </a:ext>
            </a:extLst>
          </p:cNvPr>
          <p:cNvSpPr txBox="1">
            <a:spLocks/>
          </p:cNvSpPr>
          <p:nvPr/>
        </p:nvSpPr>
        <p:spPr bwMode="auto">
          <a:xfrm>
            <a:off x="6744985" y="4592550"/>
            <a:ext cx="1074769" cy="2209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altLang="en-US" sz="1000" dirty="0">
                <a:latin typeface="Gotham Book" pitchFamily="2" charset="0"/>
                <a:cs typeface="Gotham Book" pitchFamily="2" charset="0"/>
              </a:rPr>
              <a:t>Phase 2 kickoff</a:t>
            </a:r>
            <a:endParaRPr lang="en-US" altLang="en-US" sz="500" dirty="0">
              <a:latin typeface="Gotham Book" pitchFamily="2" charset="0"/>
              <a:cs typeface="Gotham Book" pitchFamily="2" charset="0"/>
            </a:endParaRPr>
          </a:p>
        </p:txBody>
      </p:sp>
      <p:cxnSp>
        <p:nvCxnSpPr>
          <p:cNvPr id="109" name="Elbow Connector 87">
            <a:extLst>
              <a:ext uri="{FF2B5EF4-FFF2-40B4-BE49-F238E27FC236}">
                <a16:creationId xmlns:a16="http://schemas.microsoft.com/office/drawing/2014/main" id="{D1ECE79E-CAD9-44A2-951B-9E381724043E}"/>
              </a:ext>
            </a:extLst>
          </p:cNvPr>
          <p:cNvCxnSpPr>
            <a:cxnSpLocks/>
          </p:cNvCxnSpPr>
          <p:nvPr/>
        </p:nvCxnSpPr>
        <p:spPr>
          <a:xfrm>
            <a:off x="5282134" y="4628522"/>
            <a:ext cx="707270" cy="233443"/>
          </a:xfrm>
          <a:prstGeom prst="bentConnector3">
            <a:avLst>
              <a:gd name="adj1" fmla="val 24412"/>
            </a:avLst>
          </a:prstGeom>
          <a:ln w="19050">
            <a:solidFill>
              <a:schemeClr val="accent5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Content Placeholder 2">
            <a:extLst>
              <a:ext uri="{FF2B5EF4-FFF2-40B4-BE49-F238E27FC236}">
                <a16:creationId xmlns:a16="http://schemas.microsoft.com/office/drawing/2014/main" id="{49459F24-A66C-4AF1-8847-76742C598ADD}"/>
              </a:ext>
            </a:extLst>
          </p:cNvPr>
          <p:cNvSpPr txBox="1">
            <a:spLocks/>
          </p:cNvSpPr>
          <p:nvPr/>
        </p:nvSpPr>
        <p:spPr bwMode="auto">
          <a:xfrm>
            <a:off x="5282134" y="4509876"/>
            <a:ext cx="893850" cy="3036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altLang="en-US" sz="1000" dirty="0">
                <a:latin typeface="Gotham Book" pitchFamily="2" charset="0"/>
                <a:cs typeface="Gotham Book" pitchFamily="2" charset="0"/>
              </a:rPr>
              <a:t>Phase 2 </a:t>
            </a:r>
            <a:br>
              <a:rPr lang="en-US" altLang="en-US" sz="1000" dirty="0">
                <a:latin typeface="Gotham Book" pitchFamily="2" charset="0"/>
                <a:cs typeface="Gotham Book" pitchFamily="2" charset="0"/>
              </a:rPr>
            </a:br>
            <a:r>
              <a:rPr lang="en-US" altLang="en-US" sz="1000" dirty="0">
                <a:latin typeface="Gotham Book" pitchFamily="2" charset="0"/>
                <a:cs typeface="Gotham Book" pitchFamily="2" charset="0"/>
              </a:rPr>
              <a:t>planning</a:t>
            </a:r>
            <a:endParaRPr lang="en-US" altLang="en-US" sz="500" dirty="0">
              <a:latin typeface="Gotham Book" pitchFamily="2" charset="0"/>
              <a:cs typeface="Gotham Book" pitchFamily="2" charset="0"/>
            </a:endParaRPr>
          </a:p>
        </p:txBody>
      </p:sp>
      <p:cxnSp>
        <p:nvCxnSpPr>
          <p:cNvPr id="116" name="Elbow Connector 87">
            <a:extLst>
              <a:ext uri="{FF2B5EF4-FFF2-40B4-BE49-F238E27FC236}">
                <a16:creationId xmlns:a16="http://schemas.microsoft.com/office/drawing/2014/main" id="{5A62AEAB-25D9-4C14-90C8-66CE8D4DA354}"/>
              </a:ext>
            </a:extLst>
          </p:cNvPr>
          <p:cNvCxnSpPr>
            <a:cxnSpLocks/>
          </p:cNvCxnSpPr>
          <p:nvPr/>
        </p:nvCxnSpPr>
        <p:spPr>
          <a:xfrm>
            <a:off x="8850459" y="4656002"/>
            <a:ext cx="707270" cy="233443"/>
          </a:xfrm>
          <a:prstGeom prst="bentConnector3">
            <a:avLst>
              <a:gd name="adj1" fmla="val 24412"/>
            </a:avLst>
          </a:prstGeom>
          <a:ln w="19050">
            <a:solidFill>
              <a:schemeClr val="accent5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Content Placeholder 2">
            <a:extLst>
              <a:ext uri="{FF2B5EF4-FFF2-40B4-BE49-F238E27FC236}">
                <a16:creationId xmlns:a16="http://schemas.microsoft.com/office/drawing/2014/main" id="{21D0B3C9-0FC8-4AF7-BB52-22E602685906}"/>
              </a:ext>
            </a:extLst>
          </p:cNvPr>
          <p:cNvSpPr txBox="1">
            <a:spLocks/>
          </p:cNvSpPr>
          <p:nvPr/>
        </p:nvSpPr>
        <p:spPr bwMode="auto">
          <a:xfrm>
            <a:off x="8850459" y="4537356"/>
            <a:ext cx="893850" cy="3036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altLang="en-US" sz="1000" dirty="0">
                <a:latin typeface="Gotham Book" pitchFamily="2" charset="0"/>
                <a:cs typeface="Gotham Book" pitchFamily="2" charset="0"/>
              </a:rPr>
              <a:t>Phase 3 </a:t>
            </a:r>
            <a:br>
              <a:rPr lang="en-US" altLang="en-US" sz="1000" dirty="0">
                <a:latin typeface="Gotham Book" pitchFamily="2" charset="0"/>
                <a:cs typeface="Gotham Book" pitchFamily="2" charset="0"/>
              </a:rPr>
            </a:br>
            <a:r>
              <a:rPr lang="en-US" altLang="en-US" sz="1000" dirty="0">
                <a:latin typeface="Gotham Book" pitchFamily="2" charset="0"/>
                <a:cs typeface="Gotham Book" pitchFamily="2" charset="0"/>
              </a:rPr>
              <a:t>planning</a:t>
            </a:r>
            <a:endParaRPr lang="en-US" altLang="en-US" sz="500" dirty="0">
              <a:latin typeface="Gotham Book" pitchFamily="2" charset="0"/>
              <a:cs typeface="Gotham Book" pitchFamily="2" charset="0"/>
            </a:endParaRPr>
          </a:p>
        </p:txBody>
      </p:sp>
      <p:cxnSp>
        <p:nvCxnSpPr>
          <p:cNvPr id="120" name="Elbow Connector 87">
            <a:extLst>
              <a:ext uri="{FF2B5EF4-FFF2-40B4-BE49-F238E27FC236}">
                <a16:creationId xmlns:a16="http://schemas.microsoft.com/office/drawing/2014/main" id="{D2940F78-9794-449C-BB54-6A166AA5657A}"/>
              </a:ext>
            </a:extLst>
          </p:cNvPr>
          <p:cNvCxnSpPr>
            <a:cxnSpLocks/>
          </p:cNvCxnSpPr>
          <p:nvPr/>
        </p:nvCxnSpPr>
        <p:spPr>
          <a:xfrm>
            <a:off x="10052289" y="4646556"/>
            <a:ext cx="1318062" cy="233443"/>
          </a:xfrm>
          <a:prstGeom prst="bentConnector3">
            <a:avLst>
              <a:gd name="adj1" fmla="val 38706"/>
            </a:avLst>
          </a:prstGeom>
          <a:ln w="19050">
            <a:solidFill>
              <a:schemeClr val="accent5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Content Placeholder 2">
            <a:extLst>
              <a:ext uri="{FF2B5EF4-FFF2-40B4-BE49-F238E27FC236}">
                <a16:creationId xmlns:a16="http://schemas.microsoft.com/office/drawing/2014/main" id="{B98ED720-2023-4B04-A1A8-4F1D521858A6}"/>
              </a:ext>
            </a:extLst>
          </p:cNvPr>
          <p:cNvSpPr txBox="1">
            <a:spLocks/>
          </p:cNvSpPr>
          <p:nvPr/>
        </p:nvSpPr>
        <p:spPr bwMode="auto">
          <a:xfrm>
            <a:off x="10496643" y="4610584"/>
            <a:ext cx="1074769" cy="2209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altLang="en-US" sz="1000" dirty="0">
                <a:latin typeface="Gotham Book" pitchFamily="2" charset="0"/>
                <a:cs typeface="Gotham Book" pitchFamily="2" charset="0"/>
              </a:rPr>
              <a:t>Phase 3 kickoff</a:t>
            </a:r>
            <a:endParaRPr lang="en-US" altLang="en-US" sz="500" dirty="0">
              <a:latin typeface="Gotham Book" pitchFamily="2" charset="0"/>
              <a:cs typeface="Gotham Book" pitchFamily="2" charset="0"/>
            </a:endParaRPr>
          </a:p>
        </p:txBody>
      </p: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C25174A1-2813-4DE2-9FA5-FA79949AC307}"/>
              </a:ext>
            </a:extLst>
          </p:cNvPr>
          <p:cNvCxnSpPr>
            <a:cxnSpLocks/>
          </p:cNvCxnSpPr>
          <p:nvPr/>
        </p:nvCxnSpPr>
        <p:spPr bwMode="auto">
          <a:xfrm>
            <a:off x="1611086" y="4343533"/>
            <a:ext cx="10255604" cy="14739"/>
          </a:xfrm>
          <a:prstGeom prst="line">
            <a:avLst/>
          </a:prstGeom>
          <a:ln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0062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31">
            <a:extLst>
              <a:ext uri="{FF2B5EF4-FFF2-40B4-BE49-F238E27FC236}">
                <a16:creationId xmlns:a16="http://schemas.microsoft.com/office/drawing/2014/main" id="{12E95D62-A08B-4CFB-B2AD-0A96C3CD3BDE}"/>
              </a:ext>
            </a:extLst>
          </p:cNvPr>
          <p:cNvSpPr/>
          <p:nvPr/>
        </p:nvSpPr>
        <p:spPr>
          <a:xfrm>
            <a:off x="849629" y="3248065"/>
            <a:ext cx="1828800" cy="914400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dirty="0">
                <a:latin typeface="Gotham Medium" pitchFamily="2" charset="0"/>
                <a:cs typeface="Gotham Medium" pitchFamily="2" charset="0"/>
              </a:rPr>
              <a:t>Migration Delivery Teams</a:t>
            </a:r>
            <a:endParaRPr lang="en-US" sz="1600" dirty="0"/>
          </a:p>
        </p:txBody>
      </p:sp>
      <p:sp>
        <p:nvSpPr>
          <p:cNvPr id="5" name="Rounded Rectangle 31">
            <a:extLst>
              <a:ext uri="{FF2B5EF4-FFF2-40B4-BE49-F238E27FC236}">
                <a16:creationId xmlns:a16="http://schemas.microsoft.com/office/drawing/2014/main" id="{84011A8B-B8E2-46D9-BDE1-6401E1243490}"/>
              </a:ext>
            </a:extLst>
          </p:cNvPr>
          <p:cNvSpPr/>
          <p:nvPr/>
        </p:nvSpPr>
        <p:spPr>
          <a:xfrm>
            <a:off x="849629" y="5042903"/>
            <a:ext cx="1828800" cy="914400"/>
          </a:xfrm>
          <a:prstGeom prst="roundRect">
            <a:avLst/>
          </a:prstGeom>
          <a:solidFill>
            <a:srgbClr val="A365D1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dirty="0">
                <a:latin typeface="Gotham Medium" pitchFamily="2" charset="0"/>
                <a:cs typeface="Gotham Medium" pitchFamily="2" charset="0"/>
              </a:rPr>
              <a:t>Migration Support and Managed Services</a:t>
            </a:r>
            <a:endParaRPr lang="en-US" sz="1600" dirty="0"/>
          </a:p>
        </p:txBody>
      </p:sp>
      <p:sp>
        <p:nvSpPr>
          <p:cNvPr id="9" name="Rounded Rectangle 30">
            <a:extLst>
              <a:ext uri="{FF2B5EF4-FFF2-40B4-BE49-F238E27FC236}">
                <a16:creationId xmlns:a16="http://schemas.microsoft.com/office/drawing/2014/main" id="{61F1D856-AF89-4BFC-BCA3-BDFD87730CB4}"/>
              </a:ext>
            </a:extLst>
          </p:cNvPr>
          <p:cNvSpPr/>
          <p:nvPr/>
        </p:nvSpPr>
        <p:spPr>
          <a:xfrm>
            <a:off x="849629" y="1327434"/>
            <a:ext cx="1828800" cy="9144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>
                <a:latin typeface="Gotham Medium" pitchFamily="2" charset="0"/>
                <a:cs typeface="Gotham Medium" pitchFamily="2" charset="0"/>
              </a:rPr>
              <a:t>Migration Program Team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FF07A05-4761-4F86-9CE1-C00F73867A17}"/>
              </a:ext>
            </a:extLst>
          </p:cNvPr>
          <p:cNvSpPr txBox="1">
            <a:spLocks/>
          </p:cNvSpPr>
          <p:nvPr/>
        </p:nvSpPr>
        <p:spPr>
          <a:xfrm>
            <a:off x="481347" y="7319"/>
            <a:ext cx="7270353" cy="8605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313A59"/>
                </a:solidFill>
                <a:latin typeface="Montserrat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accent2"/>
                </a:solidFill>
              </a:rPr>
              <a:t>Migration Team Roles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7C2EF6A-691D-446B-9E7D-4EEE4AC10EF2}"/>
              </a:ext>
            </a:extLst>
          </p:cNvPr>
          <p:cNvCxnSpPr>
            <a:cxnSpLocks/>
          </p:cNvCxnSpPr>
          <p:nvPr/>
        </p:nvCxnSpPr>
        <p:spPr bwMode="auto">
          <a:xfrm>
            <a:off x="518256" y="2596147"/>
            <a:ext cx="11323667" cy="0"/>
          </a:xfrm>
          <a:prstGeom prst="line">
            <a:avLst/>
          </a:prstGeom>
          <a:ln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3A52689-B4E2-49AD-9CE6-6C96DF8B8E74}"/>
              </a:ext>
            </a:extLst>
          </p:cNvPr>
          <p:cNvCxnSpPr>
            <a:cxnSpLocks/>
          </p:cNvCxnSpPr>
          <p:nvPr/>
        </p:nvCxnSpPr>
        <p:spPr bwMode="auto">
          <a:xfrm>
            <a:off x="518256" y="4758322"/>
            <a:ext cx="11323667" cy="0"/>
          </a:xfrm>
          <a:prstGeom prst="line">
            <a:avLst/>
          </a:prstGeom>
          <a:ln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5" name="Table 15">
            <a:extLst>
              <a:ext uri="{FF2B5EF4-FFF2-40B4-BE49-F238E27FC236}">
                <a16:creationId xmlns:a16="http://schemas.microsoft.com/office/drawing/2014/main" id="{9284BFEA-D2B6-4CFB-87B2-81A33F6755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6727118"/>
              </p:ext>
            </p:extLst>
          </p:nvPr>
        </p:nvGraphicFramePr>
        <p:xfrm>
          <a:off x="2877821" y="1205514"/>
          <a:ext cx="8915400" cy="115824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714597229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122173234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2544448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US" sz="1400" dirty="0"/>
                        <a:t>Role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Description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Resources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281272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400" dirty="0"/>
                        <a:t>Program 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Overall Migration Program Leader responsible for planning, reporting, and communication to all stakeholders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 FTE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576551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400" dirty="0"/>
                        <a:t>Lead Architect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Technical Architect and Migration Technical Leader to align process, support business and program level strategy, and decision making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 FTE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3149243"/>
                  </a:ext>
                </a:extLst>
              </a:tr>
            </a:tbl>
          </a:graphicData>
        </a:graphic>
      </p:graphicFrame>
      <p:graphicFrame>
        <p:nvGraphicFramePr>
          <p:cNvPr id="18" name="Table 15">
            <a:extLst>
              <a:ext uri="{FF2B5EF4-FFF2-40B4-BE49-F238E27FC236}">
                <a16:creationId xmlns:a16="http://schemas.microsoft.com/office/drawing/2014/main" id="{ACF2F16C-1E39-4641-933B-2A7DE08C70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1164179"/>
              </p:ext>
            </p:extLst>
          </p:nvPr>
        </p:nvGraphicFramePr>
        <p:xfrm>
          <a:off x="2877821" y="2867065"/>
          <a:ext cx="8915400" cy="225552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714597229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122173234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975829644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US" sz="1400" dirty="0"/>
                        <a:t>Role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Description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Resources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281272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400" dirty="0"/>
                        <a:t>Cloud Migration Engineer(s)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Migration Center Engineering resources to support migration execution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 FTE / team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576551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400" dirty="0"/>
                        <a:t>Delivery 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Workload and Team level scheduling, communication, and coordination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 FTE / team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314924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400" dirty="0"/>
                        <a:t>Technical Business Analyst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Application and Workload Discovery, dependency mapping, and migration ingestion data collection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 FTE / team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118366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400" dirty="0"/>
                        <a:t>Migration Architect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Tactical Migration Escalation and workload architecture decisions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 FTE / 3 teams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9702924"/>
                  </a:ext>
                </a:extLst>
              </a:tr>
            </a:tbl>
          </a:graphicData>
        </a:graphic>
      </p:graphicFrame>
      <p:graphicFrame>
        <p:nvGraphicFramePr>
          <p:cNvPr id="20" name="Table 15">
            <a:extLst>
              <a:ext uri="{FF2B5EF4-FFF2-40B4-BE49-F238E27FC236}">
                <a16:creationId xmlns:a16="http://schemas.microsoft.com/office/drawing/2014/main" id="{CA2B1F8E-05C5-4933-AC00-143500297A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1796588"/>
              </p:ext>
            </p:extLst>
          </p:nvPr>
        </p:nvGraphicFramePr>
        <p:xfrm>
          <a:off x="2877821" y="5042903"/>
          <a:ext cx="8915400" cy="94488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714597229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122173234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8955539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US" sz="1400" dirty="0"/>
                        <a:t>Role</a:t>
                      </a:r>
                    </a:p>
                  </a:txBody>
                  <a:tcPr>
                    <a:solidFill>
                      <a:srgbClr val="A365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Description</a:t>
                      </a:r>
                    </a:p>
                  </a:txBody>
                  <a:tcPr>
                    <a:solidFill>
                      <a:srgbClr val="A365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Resources</a:t>
                      </a:r>
                    </a:p>
                  </a:txBody>
                  <a:tcPr>
                    <a:solidFill>
                      <a:srgbClr val="A365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281272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400" dirty="0"/>
                        <a:t>Migration Support Engineer(s)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Post-cutover support, troubleshooting, triage, follow-up, and operational 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Based on Azure Consumption; </a:t>
                      </a:r>
                      <a:br>
                        <a:rPr lang="en-US" sz="1200" dirty="0"/>
                      </a:br>
                      <a:r>
                        <a:rPr lang="en-US" sz="1200" dirty="0"/>
                        <a:t>Month to Month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57655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15887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10th Magnitude - New Colors (2018)">
      <a:dk1>
        <a:srgbClr val="252126"/>
      </a:dk1>
      <a:lt1>
        <a:srgbClr val="FFFFFF"/>
      </a:lt1>
      <a:dk2>
        <a:srgbClr val="252126"/>
      </a:dk2>
      <a:lt2>
        <a:srgbClr val="FFFFFF"/>
      </a:lt2>
      <a:accent1>
        <a:srgbClr val="F26322"/>
      </a:accent1>
      <a:accent2>
        <a:srgbClr val="215691"/>
      </a:accent2>
      <a:accent3>
        <a:srgbClr val="6DA4CE"/>
      </a:accent3>
      <a:accent4>
        <a:srgbClr val="2DAB95"/>
      </a:accent4>
      <a:accent5>
        <a:srgbClr val="7F726C"/>
      </a:accent5>
      <a:accent6>
        <a:srgbClr val="B2AC9E"/>
      </a:accent6>
      <a:hlink>
        <a:srgbClr val="F26322"/>
      </a:hlink>
      <a:folHlink>
        <a:srgbClr val="2DAB95"/>
      </a:folHlink>
    </a:clrScheme>
    <a:fontScheme name="10th Magnitude Font: Montserrat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0th Magnitude PPT Template" id="{87B7CA4A-A54F-4433-9259-D48FEB9D2672}" vid="{20E72560-FBF1-49D7-A381-DD61EAE054B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77F05DA607A2A4CAA5FA95AE8B6A4C4" ma:contentTypeVersion="7" ma:contentTypeDescription="Create a new document." ma:contentTypeScope="" ma:versionID="2b1de2b3930e9c636cd8b9c792a53b8e">
  <xsd:schema xmlns:xsd="http://www.w3.org/2001/XMLSchema" xmlns:xs="http://www.w3.org/2001/XMLSchema" xmlns:p="http://schemas.microsoft.com/office/2006/metadata/properties" xmlns:ns2="2c4e1b44-4198-4e94-9bea-673078799ec1" xmlns:ns3="bbc0f3e1-63d8-48db-92f9-b9c2323a3b10" targetNamespace="http://schemas.microsoft.com/office/2006/metadata/properties" ma:root="true" ma:fieldsID="7b73ca05e44a74a406f423556b9535e2" ns2:_="" ns3:_="">
    <xsd:import namespace="2c4e1b44-4198-4e94-9bea-673078799ec1"/>
    <xsd:import namespace="bbc0f3e1-63d8-48db-92f9-b9c2323a3b1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c4e1b44-4198-4e94-9bea-673078799ec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c0f3e1-63d8-48db-92f9-b9c2323a3b10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DF0874E-EBF4-49D8-B9F8-21D0687DE287}"/>
</file>

<file path=customXml/itemProps2.xml><?xml version="1.0" encoding="utf-8"?>
<ds:datastoreItem xmlns:ds="http://schemas.openxmlformats.org/officeDocument/2006/customXml" ds:itemID="{261AE7F4-FA28-4347-B2DB-FFCF5810DAC6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631926F7-9E70-49A2-8B84-0119E20DB0D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387</TotalTime>
  <Words>347</Words>
  <Application>Microsoft Office PowerPoint</Application>
  <PresentationFormat>Widescreen</PresentationFormat>
  <Paragraphs>74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Arial</vt:lpstr>
      <vt:lpstr>Calibri</vt:lpstr>
      <vt:lpstr>Gotham Book</vt:lpstr>
      <vt:lpstr>Gotham Medium</vt:lpstr>
      <vt:lpstr>Montserrat</vt:lpstr>
      <vt:lpstr>Montserrat ExtraLight</vt:lpstr>
      <vt:lpstr>Montserrat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Mark Hanson</dc:creator>
  <cp:lastModifiedBy>Glenn Mate</cp:lastModifiedBy>
  <cp:revision>10</cp:revision>
  <dcterms:created xsi:type="dcterms:W3CDTF">2020-04-16T14:41:16Z</dcterms:created>
  <dcterms:modified xsi:type="dcterms:W3CDTF">2020-04-16T21:12:47Z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0x010100077F05DA607A2A4CAA5FA95AE8B6A4C4</vt:lpwstr>
  </property>
</Properties>
</file>