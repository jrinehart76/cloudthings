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6333B-D42F-4D99-ABB5-B213A01D7EB3}" v="53" dt="2020-04-16T22:25:04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>
        <p:scale>
          <a:sx n="110" d="100"/>
          <a:sy n="110" d="100"/>
        </p:scale>
        <p:origin x="87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anson" userId="f2be9522-6338-4975-883c-af9ff5125fcb" providerId="ADAL" clId="{3D36333B-D42F-4D99-ABB5-B213A01D7EB3}"/>
    <pc:docChg chg="undo custSel modSld">
      <pc:chgData name="Mark Hanson" userId="f2be9522-6338-4975-883c-af9ff5125fcb" providerId="ADAL" clId="{3D36333B-D42F-4D99-ABB5-B213A01D7EB3}" dt="2020-04-16T22:25:20.375" v="143" actId="478"/>
      <pc:docMkLst>
        <pc:docMk/>
      </pc:docMkLst>
      <pc:sldChg chg="addSp delSp modSp mod">
        <pc:chgData name="Mark Hanson" userId="f2be9522-6338-4975-883c-af9ff5125fcb" providerId="ADAL" clId="{3D36333B-D42F-4D99-ABB5-B213A01D7EB3}" dt="2020-04-16T22:22:03.058" v="130" actId="1036"/>
        <pc:sldMkLst>
          <pc:docMk/>
          <pc:sldMk cId="2750062833" sldId="258"/>
        </pc:sldMkLst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24" creationId="{7449ED08-B2D1-D040-8ADB-1113D32B0746}"/>
          </ac:spMkLst>
        </pc:spChg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25" creationId="{16B60CDA-9D0B-D14D-9259-6AF9379742E1}"/>
          </ac:spMkLst>
        </pc:spChg>
        <pc:spChg chg="mod">
          <ac:chgData name="Mark Hanson" userId="f2be9522-6338-4975-883c-af9ff5125fcb" providerId="ADAL" clId="{3D36333B-D42F-4D99-ABB5-B213A01D7EB3}" dt="2020-04-16T21:10:23.111" v="83" actId="1035"/>
          <ac:spMkLst>
            <pc:docMk/>
            <pc:sldMk cId="2750062833" sldId="258"/>
            <ac:spMk id="31" creationId="{33F98122-11CC-804E-8DEA-0ACC0628A068}"/>
          </ac:spMkLst>
        </pc:spChg>
        <pc:spChg chg="mod">
          <ac:chgData name="Mark Hanson" userId="f2be9522-6338-4975-883c-af9ff5125fcb" providerId="ADAL" clId="{3D36333B-D42F-4D99-ABB5-B213A01D7EB3}" dt="2020-04-16T22:22:03.058" v="130" actId="1036"/>
          <ac:spMkLst>
            <pc:docMk/>
            <pc:sldMk cId="2750062833" sldId="258"/>
            <ac:spMk id="36" creationId="{FC12774F-5B40-4C81-ADE3-B058B96C02E8}"/>
          </ac:spMkLst>
        </pc:spChg>
        <pc:spChg chg="del">
          <ac:chgData name="Mark Hanson" userId="f2be9522-6338-4975-883c-af9ff5125fcb" providerId="ADAL" clId="{3D36333B-D42F-4D99-ABB5-B213A01D7EB3}" dt="2020-04-16T22:21:51.258" v="105" actId="478"/>
          <ac:spMkLst>
            <pc:docMk/>
            <pc:sldMk cId="2750062833" sldId="258"/>
            <ac:spMk id="41" creationId="{4B9AD876-D9E2-472C-AB4B-EC16E340C678}"/>
          </ac:spMkLst>
        </pc:spChg>
        <pc:spChg chg="mod topLvl">
          <ac:chgData name="Mark Hanson" userId="f2be9522-6338-4975-883c-af9ff5125fcb" providerId="ADAL" clId="{3D36333B-D42F-4D99-ABB5-B213A01D7EB3}" dt="2020-04-16T21:07:28.382" v="74" actId="165"/>
          <ac:spMkLst>
            <pc:docMk/>
            <pc:sldMk cId="2750062833" sldId="258"/>
            <ac:spMk id="43" creationId="{2AD48788-E3D4-498C-B18C-F00DE98514AB}"/>
          </ac:spMkLst>
        </pc:spChg>
        <pc:spChg chg="mod">
          <ac:chgData name="Mark Hanson" userId="f2be9522-6338-4975-883c-af9ff5125fcb" providerId="ADAL" clId="{3D36333B-D42F-4D99-ABB5-B213A01D7EB3}" dt="2020-04-16T22:22:03.058" v="130" actId="1036"/>
          <ac:spMkLst>
            <pc:docMk/>
            <pc:sldMk cId="2750062833" sldId="258"/>
            <ac:spMk id="68" creationId="{C455E971-0681-4658-8828-7DBB798E9007}"/>
          </ac:spMkLst>
        </pc:spChg>
        <pc:spChg chg="mod">
          <ac:chgData name="Mark Hanson" userId="f2be9522-6338-4975-883c-af9ff5125fcb" providerId="ADAL" clId="{3D36333B-D42F-4D99-ABB5-B213A01D7EB3}" dt="2020-04-16T22:22:03.058" v="130" actId="1036"/>
          <ac:spMkLst>
            <pc:docMk/>
            <pc:sldMk cId="2750062833" sldId="258"/>
            <ac:spMk id="69" creationId="{3AD640A9-C71A-4241-BAC3-A37930977892}"/>
          </ac:spMkLst>
        </pc:spChg>
        <pc:spChg chg="mod">
          <ac:chgData name="Mark Hanson" userId="f2be9522-6338-4975-883c-af9ff5125fcb" providerId="ADAL" clId="{3D36333B-D42F-4D99-ABB5-B213A01D7EB3}" dt="2020-04-16T22:22:03.058" v="130" actId="1036"/>
          <ac:spMkLst>
            <pc:docMk/>
            <pc:sldMk cId="2750062833" sldId="258"/>
            <ac:spMk id="72" creationId="{FDFB2D2A-B478-4432-B46E-C0FB10461F5A}"/>
          </ac:spMkLst>
        </pc:spChg>
        <pc:spChg chg="mod">
          <ac:chgData name="Mark Hanson" userId="f2be9522-6338-4975-883c-af9ff5125fcb" providerId="ADAL" clId="{3D36333B-D42F-4D99-ABB5-B213A01D7EB3}" dt="2020-04-16T22:22:03.058" v="130" actId="1036"/>
          <ac:spMkLst>
            <pc:docMk/>
            <pc:sldMk cId="2750062833" sldId="258"/>
            <ac:spMk id="76" creationId="{02124F95-5C67-463B-AFC1-5D71C1971975}"/>
          </ac:spMkLst>
        </pc:spChg>
        <pc:spChg chg="mod">
          <ac:chgData name="Mark Hanson" userId="f2be9522-6338-4975-883c-af9ff5125fcb" providerId="ADAL" clId="{3D36333B-D42F-4D99-ABB5-B213A01D7EB3}" dt="2020-04-16T21:10:23.111" v="83" actId="1035"/>
          <ac:spMkLst>
            <pc:docMk/>
            <pc:sldMk cId="2750062833" sldId="258"/>
            <ac:spMk id="118" creationId="{34B3465D-7995-A34F-AD2B-2FC72DE58F8A}"/>
          </ac:spMkLst>
        </pc:spChg>
        <pc:grpChg chg="del mod">
          <ac:chgData name="Mark Hanson" userId="f2be9522-6338-4975-883c-af9ff5125fcb" providerId="ADAL" clId="{3D36333B-D42F-4D99-ABB5-B213A01D7EB3}" dt="2020-04-16T21:07:28.382" v="74" actId="165"/>
          <ac:grpSpMkLst>
            <pc:docMk/>
            <pc:sldMk cId="2750062833" sldId="258"/>
            <ac:grpSpMk id="11" creationId="{4E74453E-A196-4BBB-84AB-105250EC7F0D}"/>
          </ac:grpSpMkLst>
        </pc:grp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20" creationId="{DAAB7174-3F97-364E-88F0-72B28F41ED34}"/>
          </ac:cxnSpMkLst>
        </pc:cxnChg>
        <pc:cxnChg chg="mod topLvl">
          <ac:chgData name="Mark Hanson" userId="f2be9522-6338-4975-883c-af9ff5125fcb" providerId="ADAL" clId="{3D36333B-D42F-4D99-ABB5-B213A01D7EB3}" dt="2020-04-16T22:22:03.058" v="130" actId="1036"/>
          <ac:cxnSpMkLst>
            <pc:docMk/>
            <pc:sldMk cId="2750062833" sldId="258"/>
            <ac:cxnSpMk id="21" creationId="{25B0B081-377C-8A4B-B511-CC778A784401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22" creationId="{59CCEC85-8675-384B-A813-F04BBD785BEF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42" creationId="{C8505377-A2DF-470F-98B6-40CBC252264E}"/>
          </ac:cxnSpMkLst>
        </pc:cxnChg>
        <pc:cxnChg chg="mod topLvl">
          <ac:chgData name="Mark Hanson" userId="f2be9522-6338-4975-883c-af9ff5125fcb" providerId="ADAL" clId="{3D36333B-D42F-4D99-ABB5-B213A01D7EB3}" dt="2020-04-16T21:07:28.382" v="74" actId="165"/>
          <ac:cxnSpMkLst>
            <pc:docMk/>
            <pc:sldMk cId="2750062833" sldId="258"/>
            <ac:cxnSpMk id="46" creationId="{BF6DACD8-BF21-FD4F-B014-D0213C962234}"/>
          </ac:cxnSpMkLst>
        </pc:cxnChg>
        <pc:cxnChg chg="add mod">
          <ac:chgData name="Mark Hanson" userId="f2be9522-6338-4975-883c-af9ff5125fcb" providerId="ADAL" clId="{3D36333B-D42F-4D99-ABB5-B213A01D7EB3}" dt="2020-04-16T22:22:03.058" v="130" actId="1036"/>
          <ac:cxnSpMkLst>
            <pc:docMk/>
            <pc:sldMk cId="2750062833" sldId="258"/>
            <ac:cxnSpMk id="126" creationId="{C25174A1-2813-4DE2-9FA5-FA79949AC307}"/>
          </ac:cxnSpMkLst>
        </pc:cxnChg>
      </pc:sldChg>
      <pc:sldChg chg="addSp delSp modSp mod">
        <pc:chgData name="Mark Hanson" userId="f2be9522-6338-4975-883c-af9ff5125fcb" providerId="ADAL" clId="{3D36333B-D42F-4D99-ABB5-B213A01D7EB3}" dt="2020-04-16T22:25:20.375" v="143" actId="478"/>
        <pc:sldMkLst>
          <pc:docMk/>
          <pc:sldMk cId="2411588710" sldId="259"/>
        </pc:sldMkLst>
        <pc:spChg chg="mod">
          <ac:chgData name="Mark Hanson" userId="f2be9522-6338-4975-883c-af9ff5125fcb" providerId="ADAL" clId="{3D36333B-D42F-4D99-ABB5-B213A01D7EB3}" dt="2020-04-16T22:21:46.881" v="104" actId="14100"/>
          <ac:spMkLst>
            <pc:docMk/>
            <pc:sldMk cId="2411588710" sldId="259"/>
            <ac:spMk id="3" creationId="{12E95D62-A08B-4CFB-B2AD-0A96C3CD3BDE}"/>
          </ac:spMkLst>
        </pc:spChg>
        <pc:spChg chg="del mod">
          <ac:chgData name="Mark Hanson" userId="f2be9522-6338-4975-883c-af9ff5125fcb" providerId="ADAL" clId="{3D36333B-D42F-4D99-ABB5-B213A01D7EB3}" dt="2020-04-16T22:25:18.169" v="142" actId="478"/>
          <ac:spMkLst>
            <pc:docMk/>
            <pc:sldMk cId="2411588710" sldId="259"/>
            <ac:spMk id="5" creationId="{84011A8B-B8E2-46D9-BDE1-6401E1243490}"/>
          </ac:spMkLst>
        </pc:spChg>
        <pc:graphicFrameChg chg="add del mod modGraphic">
          <ac:chgData name="Mark Hanson" userId="f2be9522-6338-4975-883c-af9ff5125fcb" providerId="ADAL" clId="{3D36333B-D42F-4D99-ABB5-B213A01D7EB3}" dt="2020-04-16T22:25:10.449" v="139" actId="478"/>
          <ac:graphicFrameMkLst>
            <pc:docMk/>
            <pc:sldMk cId="2411588710" sldId="259"/>
            <ac:graphicFrameMk id="18" creationId="{ACF2F16C-1E39-4641-933B-2A7DE08C70C1}"/>
          </ac:graphicFrameMkLst>
        </pc:graphicFrameChg>
        <pc:graphicFrameChg chg="del mod">
          <ac:chgData name="Mark Hanson" userId="f2be9522-6338-4975-883c-af9ff5125fcb" providerId="ADAL" clId="{3D36333B-D42F-4D99-ABB5-B213A01D7EB3}" dt="2020-04-16T22:25:13.754" v="140" actId="478"/>
          <ac:graphicFrameMkLst>
            <pc:docMk/>
            <pc:sldMk cId="2411588710" sldId="259"/>
            <ac:graphicFrameMk id="20" creationId="{CA2B1F8E-05C5-4933-AC00-143500297AAB}"/>
          </ac:graphicFrameMkLst>
        </pc:graphicFrameChg>
        <pc:cxnChg chg="del">
          <ac:chgData name="Mark Hanson" userId="f2be9522-6338-4975-883c-af9ff5125fcb" providerId="ADAL" clId="{3D36333B-D42F-4D99-ABB5-B213A01D7EB3}" dt="2020-04-16T22:25:20.375" v="143" actId="478"/>
          <ac:cxnSpMkLst>
            <pc:docMk/>
            <pc:sldMk cId="2411588710" sldId="259"/>
            <ac:cxnSpMk id="13" creationId="{43A52689-B4E2-49AD-9CE6-6C96DF8B8E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1D49A-0A00-4960-A6CB-FC07755F3652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3D44B-5E31-4A2D-A6C2-2D91E5693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8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01AB1-CA0A-614A-919B-04C2597CF9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5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859845-B811-1543-82D4-C8F6A0800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61557"/>
            <a:ext cx="9144000" cy="2007736"/>
          </a:xfrm>
        </p:spPr>
        <p:txBody>
          <a:bodyPr anchor="b"/>
          <a:lstStyle>
            <a:lvl1pPr algn="ctr">
              <a:defRPr sz="60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816928"/>
            <a:ext cx="9144000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Montserrat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2DCA8-B922-934B-A931-B61C825CF9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22480" y="1061356"/>
            <a:ext cx="3147039" cy="14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5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14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6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2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8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6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76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4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5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1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3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7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43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1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7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52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18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9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19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5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2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04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03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31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28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6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24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109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0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15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663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098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88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05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783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060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00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81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340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5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431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701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493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250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9069D-E7DC-4BAB-9BC4-6D8FD783F1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2549" y="5215766"/>
            <a:ext cx="3266907" cy="14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230088" y="1"/>
            <a:ext cx="4961912" cy="6858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737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8" y="2139704"/>
            <a:ext cx="11339774" cy="1223171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2549" b="0" i="0">
                <a:solidFill>
                  <a:srgbClr val="000000"/>
                </a:solidFill>
                <a:latin typeface="+mn-lt"/>
              </a:defRPr>
            </a:lvl1pPr>
            <a:lvl2pPr marL="224054" indent="0">
              <a:lnSpc>
                <a:spcPct val="90000"/>
              </a:lnSpc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2pPr>
            <a:lvl3pPr marL="448107" indent="0">
              <a:spcBef>
                <a:spcPts val="0"/>
              </a:spcBef>
              <a:spcAft>
                <a:spcPts val="1273"/>
              </a:spcAft>
              <a:buNone/>
              <a:defRPr sz="1961">
                <a:solidFill>
                  <a:srgbClr val="000000"/>
                </a:solidFill>
              </a:defRPr>
            </a:lvl3pPr>
            <a:lvl4pPr marL="672161" indent="0">
              <a:spcBef>
                <a:spcPts val="0"/>
              </a:spcBef>
              <a:spcAft>
                <a:spcPts val="1273"/>
              </a:spcAft>
              <a:buNone/>
              <a:defRPr sz="1961"/>
            </a:lvl4pPr>
            <a:lvl5pPr marL="896214" indent="0">
              <a:buNone/>
              <a:defRPr/>
            </a:lvl5pPr>
          </a:lstStyle>
          <a:p>
            <a:pPr lvl="0"/>
            <a:r>
              <a:rPr lang="en-US"/>
              <a:t>First level Segoe UI 26pt</a:t>
            </a:r>
          </a:p>
          <a:p>
            <a:pPr lvl="1"/>
            <a:r>
              <a:rPr lang="en-US"/>
              <a:t>Second level Segoe UI 20pt</a:t>
            </a:r>
          </a:p>
          <a:p>
            <a:pPr lvl="2"/>
            <a:r>
              <a:rPr lang="en-US"/>
              <a:t>Third level Segoe UI 20pt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8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32pt</a:t>
            </a:r>
          </a:p>
        </p:txBody>
      </p:sp>
    </p:spTree>
    <p:extLst>
      <p:ext uri="{BB962C8B-B14F-4D97-AF65-F5344CB8AC3E}">
        <p14:creationId xmlns:p14="http://schemas.microsoft.com/office/powerpoint/2010/main" val="316115048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208697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169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6" r:id="rId2"/>
    <p:sldLayoutId id="2147483650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51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59" r:id="rId18"/>
    <p:sldLayoutId id="2147483673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58" r:id="rId50"/>
    <p:sldLayoutId id="2147483707" r:id="rId51"/>
    <p:sldLayoutId id="2147483708" r:id="rId52"/>
    <p:sldLayoutId id="2147483709" r:id="rId5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313A59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AB7174-3F97-364E-88F0-72B28F41ED34}"/>
              </a:ext>
            </a:extLst>
          </p:cNvPr>
          <p:cNvCxnSpPr>
            <a:cxnSpLocks/>
          </p:cNvCxnSpPr>
          <p:nvPr/>
        </p:nvCxnSpPr>
        <p:spPr bwMode="auto">
          <a:xfrm>
            <a:off x="523973" y="2296360"/>
            <a:ext cx="1132366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B0B081-377C-8A4B-B511-CC778A784401}"/>
              </a:ext>
            </a:extLst>
          </p:cNvPr>
          <p:cNvCxnSpPr>
            <a:cxnSpLocks/>
          </p:cNvCxnSpPr>
          <p:nvPr/>
        </p:nvCxnSpPr>
        <p:spPr bwMode="auto">
          <a:xfrm>
            <a:off x="1611086" y="3673564"/>
            <a:ext cx="10236554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CCEC85-8675-384B-A813-F04BBD785BEF}"/>
              </a:ext>
            </a:extLst>
          </p:cNvPr>
          <p:cNvCxnSpPr>
            <a:cxnSpLocks/>
          </p:cNvCxnSpPr>
          <p:nvPr/>
        </p:nvCxnSpPr>
        <p:spPr bwMode="auto">
          <a:xfrm flipV="1">
            <a:off x="6281965" y="931960"/>
            <a:ext cx="0" cy="3819766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449ED08-B2D1-D040-8ADB-1113D32B0746}"/>
              </a:ext>
            </a:extLst>
          </p:cNvPr>
          <p:cNvSpPr txBox="1">
            <a:spLocks/>
          </p:cNvSpPr>
          <p:nvPr/>
        </p:nvSpPr>
        <p:spPr bwMode="auto">
          <a:xfrm>
            <a:off x="521484" y="1114373"/>
            <a:ext cx="19184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Program &amp; Planning</a:t>
            </a:r>
            <a:endParaRPr lang="en-US" altLang="en-US" sz="5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6B60CDA-9D0B-D14D-9259-6AF9379742E1}"/>
              </a:ext>
            </a:extLst>
          </p:cNvPr>
          <p:cNvSpPr txBox="1">
            <a:spLocks/>
          </p:cNvSpPr>
          <p:nvPr/>
        </p:nvSpPr>
        <p:spPr bwMode="auto">
          <a:xfrm>
            <a:off x="3388355" y="1105294"/>
            <a:ext cx="1950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2020</a:t>
            </a:r>
            <a:endParaRPr lang="en-US" altLang="en-US" sz="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6DACD8-BF21-FD4F-B014-D0213C962234}"/>
              </a:ext>
            </a:extLst>
          </p:cNvPr>
          <p:cNvCxnSpPr>
            <a:cxnSpLocks/>
          </p:cNvCxnSpPr>
          <p:nvPr/>
        </p:nvCxnSpPr>
        <p:spPr bwMode="auto">
          <a:xfrm>
            <a:off x="521484" y="1602007"/>
            <a:ext cx="11326156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505377-A2DF-470F-98B6-40CBC252264E}"/>
              </a:ext>
            </a:extLst>
          </p:cNvPr>
          <p:cNvCxnSpPr>
            <a:cxnSpLocks/>
          </p:cNvCxnSpPr>
          <p:nvPr/>
        </p:nvCxnSpPr>
        <p:spPr bwMode="auto">
          <a:xfrm flipV="1">
            <a:off x="10051115" y="985357"/>
            <a:ext cx="0" cy="376696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AD48788-E3D4-498C-B18C-F00DE98514AB}"/>
              </a:ext>
            </a:extLst>
          </p:cNvPr>
          <p:cNvSpPr txBox="1">
            <a:spLocks/>
          </p:cNvSpPr>
          <p:nvPr/>
        </p:nvSpPr>
        <p:spPr bwMode="auto">
          <a:xfrm>
            <a:off x="10051111" y="1114971"/>
            <a:ext cx="1986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2022</a:t>
            </a:r>
            <a:endParaRPr lang="en-US" altLang="en-US" sz="500" dirty="0"/>
          </a:p>
        </p:txBody>
      </p:sp>
      <p:sp>
        <p:nvSpPr>
          <p:cNvPr id="118" name="Freeform 117">
            <a:extLst>
              <a:ext uri="{FF2B5EF4-FFF2-40B4-BE49-F238E27FC236}">
                <a16:creationId xmlns:a16="http://schemas.microsoft.com/office/drawing/2014/main" id="{34B3465D-7995-A34F-AD2B-2FC72DE58F8A}"/>
              </a:ext>
            </a:extLst>
          </p:cNvPr>
          <p:cNvSpPr/>
          <p:nvPr/>
        </p:nvSpPr>
        <p:spPr>
          <a:xfrm>
            <a:off x="534271" y="1784784"/>
            <a:ext cx="1873343" cy="369346"/>
          </a:xfrm>
          <a:custGeom>
            <a:avLst/>
            <a:gdLst>
              <a:gd name="connsiteX0" fmla="*/ 30828 w 1887770"/>
              <a:gd name="connsiteY0" fmla="*/ 0 h 369346"/>
              <a:gd name="connsiteX1" fmla="*/ 1826211 w 1887770"/>
              <a:gd name="connsiteY1" fmla="*/ 0 h 369346"/>
              <a:gd name="connsiteX2" fmla="*/ 1887770 w 1887770"/>
              <a:gd name="connsiteY2" fmla="*/ 61559 h 369346"/>
              <a:gd name="connsiteX3" fmla="*/ 1887770 w 1887770"/>
              <a:gd name="connsiteY3" fmla="*/ 307787 h 369346"/>
              <a:gd name="connsiteX4" fmla="*/ 1826211 w 1887770"/>
              <a:gd name="connsiteY4" fmla="*/ 369346 h 369346"/>
              <a:gd name="connsiteX5" fmla="*/ 30828 w 1887770"/>
              <a:gd name="connsiteY5" fmla="*/ 369346 h 369346"/>
              <a:gd name="connsiteX6" fmla="*/ 6867 w 1887770"/>
              <a:gd name="connsiteY6" fmla="*/ 364509 h 369346"/>
              <a:gd name="connsiteX7" fmla="*/ 0 w 1887770"/>
              <a:gd name="connsiteY7" fmla="*/ 359879 h 369346"/>
              <a:gd name="connsiteX8" fmla="*/ 186518 w 1887770"/>
              <a:gd name="connsiteY8" fmla="*/ 178464 h 369346"/>
              <a:gd name="connsiteX9" fmla="*/ 7813 w 1887770"/>
              <a:gd name="connsiteY9" fmla="*/ 4647 h 36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7770" h="369346">
                <a:moveTo>
                  <a:pt x="30828" y="0"/>
                </a:moveTo>
                <a:lnTo>
                  <a:pt x="1826211" y="0"/>
                </a:lnTo>
                <a:cubicBezTo>
                  <a:pt x="1860209" y="0"/>
                  <a:pt x="1887770" y="27561"/>
                  <a:pt x="1887770" y="61559"/>
                </a:cubicBezTo>
                <a:lnTo>
                  <a:pt x="1887770" y="307787"/>
                </a:lnTo>
                <a:cubicBezTo>
                  <a:pt x="1887770" y="341785"/>
                  <a:pt x="1860209" y="369346"/>
                  <a:pt x="1826211" y="369346"/>
                </a:cubicBezTo>
                <a:lnTo>
                  <a:pt x="30828" y="369346"/>
                </a:lnTo>
                <a:cubicBezTo>
                  <a:pt x="22329" y="369346"/>
                  <a:pt x="14231" y="367624"/>
                  <a:pt x="6867" y="364509"/>
                </a:cubicBezTo>
                <a:lnTo>
                  <a:pt x="0" y="359879"/>
                </a:lnTo>
                <a:lnTo>
                  <a:pt x="186518" y="178464"/>
                </a:lnTo>
                <a:lnTo>
                  <a:pt x="7813" y="46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900" dirty="0">
                <a:latin typeface="Gotham Medium" pitchFamily="2" charset="0"/>
              </a:rPr>
              <a:t>Migration Program Team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3F98122-11CC-804E-8DEA-0ACC0628A068}"/>
              </a:ext>
            </a:extLst>
          </p:cNvPr>
          <p:cNvSpPr/>
          <p:nvPr/>
        </p:nvSpPr>
        <p:spPr>
          <a:xfrm>
            <a:off x="2469915" y="1836046"/>
            <a:ext cx="9483489" cy="2582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Program Team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C91B41D-BB0E-DF4D-8FB7-8538584450A6}"/>
              </a:ext>
            </a:extLst>
          </p:cNvPr>
          <p:cNvSpPr/>
          <p:nvPr/>
        </p:nvSpPr>
        <p:spPr>
          <a:xfrm>
            <a:off x="2447595" y="2365281"/>
            <a:ext cx="3830895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A</a:t>
            </a:r>
            <a:endParaRPr lang="en-US" sz="9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AAC5F1-1945-0943-BC9D-98C2202BBE96}"/>
              </a:ext>
            </a:extLst>
          </p:cNvPr>
          <p:cNvSpPr txBox="1"/>
          <p:nvPr/>
        </p:nvSpPr>
        <p:spPr>
          <a:xfrm>
            <a:off x="3439933" y="5270304"/>
            <a:ext cx="184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1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Initial Success, Process Maturity, &amp; Migration Team Scale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FC63D2-8B55-DE42-999E-1813D021C610}"/>
              </a:ext>
            </a:extLst>
          </p:cNvPr>
          <p:cNvSpPr txBox="1"/>
          <p:nvPr/>
        </p:nvSpPr>
        <p:spPr>
          <a:xfrm>
            <a:off x="7124299" y="5270304"/>
            <a:ext cx="2168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2</a:t>
            </a:r>
            <a:br>
              <a:rPr lang="en-US" sz="1200" dirty="0">
                <a:latin typeface="Gotham Medium"/>
              </a:rPr>
            </a:br>
            <a:r>
              <a:rPr lang="en-US" sz="1200" dirty="0">
                <a:latin typeface="Gotham Medium"/>
              </a:rPr>
              <a:t>Business Unit aligned champions and migration teams, Special App Migration Teams, &amp; initial EMR use cases</a:t>
            </a:r>
            <a:endParaRPr lang="en-US" sz="1200" dirty="0">
              <a:latin typeface="Gotham Medium"/>
              <a:cs typeface="Gotham Book" pitchFamily="2" charset="0"/>
            </a:endParaRP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CE65D818-2DD4-1842-BC60-66395F2E837D}"/>
              </a:ext>
            </a:extLst>
          </p:cNvPr>
          <p:cNvSpPr/>
          <p:nvPr/>
        </p:nvSpPr>
        <p:spPr>
          <a:xfrm rot="16200000">
            <a:off x="8080398" y="3204763"/>
            <a:ext cx="220918" cy="3727461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Left Brace 69">
            <a:extLst>
              <a:ext uri="{FF2B5EF4-FFF2-40B4-BE49-F238E27FC236}">
                <a16:creationId xmlns:a16="http://schemas.microsoft.com/office/drawing/2014/main" id="{370AF757-40E4-A147-B21A-9A11EAA909EC}"/>
              </a:ext>
            </a:extLst>
          </p:cNvPr>
          <p:cNvSpPr/>
          <p:nvPr/>
        </p:nvSpPr>
        <p:spPr>
          <a:xfrm rot="16200000">
            <a:off x="4253116" y="3151065"/>
            <a:ext cx="220918" cy="3831954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EF63F081-8F2B-5E41-AE47-7DA93699383D}"/>
              </a:ext>
            </a:extLst>
          </p:cNvPr>
          <p:cNvCxnSpPr>
            <a:cxnSpLocks/>
          </p:cNvCxnSpPr>
          <p:nvPr/>
        </p:nvCxnSpPr>
        <p:spPr>
          <a:xfrm>
            <a:off x="2449506" y="4628522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30355350-D5C6-BE46-9A80-35BA01519410}"/>
              </a:ext>
            </a:extLst>
          </p:cNvPr>
          <p:cNvSpPr txBox="1">
            <a:spLocks/>
          </p:cNvSpPr>
          <p:nvPr/>
        </p:nvSpPr>
        <p:spPr bwMode="auto">
          <a:xfrm>
            <a:off x="2893860" y="4595307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Project Start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125" name="Title 1">
            <a:extLst>
              <a:ext uri="{FF2B5EF4-FFF2-40B4-BE49-F238E27FC236}">
                <a16:creationId xmlns:a16="http://schemas.microsoft.com/office/drawing/2014/main" id="{A026D119-7A87-7B43-8968-3CE685437C5C}"/>
              </a:ext>
            </a:extLst>
          </p:cNvPr>
          <p:cNvSpPr txBox="1">
            <a:spLocks/>
          </p:cNvSpPr>
          <p:nvPr/>
        </p:nvSpPr>
        <p:spPr>
          <a:xfrm>
            <a:off x="481347" y="7319"/>
            <a:ext cx="7270353" cy="860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313A59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Migration Resource Timeline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F5932F1-BB5B-452D-B98E-AB1032D025E9}"/>
              </a:ext>
            </a:extLst>
          </p:cNvPr>
          <p:cNvSpPr/>
          <p:nvPr/>
        </p:nvSpPr>
        <p:spPr>
          <a:xfrm rot="16200000">
            <a:off x="10919871" y="4138876"/>
            <a:ext cx="220918" cy="1856331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6DAC4-82CC-448F-AAF0-A5E2905B6041}"/>
              </a:ext>
            </a:extLst>
          </p:cNvPr>
          <p:cNvSpPr txBox="1"/>
          <p:nvPr/>
        </p:nvSpPr>
        <p:spPr>
          <a:xfrm>
            <a:off x="9946112" y="5262678"/>
            <a:ext cx="2168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3</a:t>
            </a:r>
            <a:br>
              <a:rPr lang="en-US" sz="1200" b="1" dirty="0">
                <a:latin typeface="Gotham Medium"/>
                <a:cs typeface="Gotham" pitchFamily="2" charset="0"/>
              </a:rPr>
            </a:br>
            <a:r>
              <a:rPr lang="en-US" sz="1200" dirty="0">
                <a:latin typeface="Gotham Medium"/>
                <a:cs typeface="Gotham" pitchFamily="2" charset="0"/>
              </a:rPr>
              <a:t>Remaining General Workloads,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EMR Migration and implementations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9F18E6-4961-4BD4-92F5-F4C50DBF02F3}"/>
              </a:ext>
            </a:extLst>
          </p:cNvPr>
          <p:cNvSpPr txBox="1">
            <a:spLocks/>
          </p:cNvSpPr>
          <p:nvPr/>
        </p:nvSpPr>
        <p:spPr bwMode="auto">
          <a:xfrm>
            <a:off x="7215745" y="1109594"/>
            <a:ext cx="1950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400" b="1" dirty="0"/>
              <a:t>2021</a:t>
            </a:r>
            <a:endParaRPr lang="en-US" altLang="en-US" sz="5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936C6C-1874-4285-9526-91A2AC372F16}"/>
              </a:ext>
            </a:extLst>
          </p:cNvPr>
          <p:cNvCxnSpPr>
            <a:cxnSpLocks/>
          </p:cNvCxnSpPr>
          <p:nvPr/>
        </p:nvCxnSpPr>
        <p:spPr bwMode="auto">
          <a:xfrm flipV="1">
            <a:off x="2444470" y="931960"/>
            <a:ext cx="0" cy="3819766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FF524A70-193F-4AA0-8259-70533078556E}"/>
              </a:ext>
            </a:extLst>
          </p:cNvPr>
          <p:cNvSpPr/>
          <p:nvPr/>
        </p:nvSpPr>
        <p:spPr>
          <a:xfrm>
            <a:off x="2959551" y="2542829"/>
            <a:ext cx="3318936" cy="149186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B</a:t>
            </a:r>
            <a:endParaRPr lang="en-US" sz="900" dirty="0"/>
          </a:p>
        </p:txBody>
      </p:sp>
      <p:sp>
        <p:nvSpPr>
          <p:cNvPr id="6" name="Rounded Rectangle 31">
            <a:extLst>
              <a:ext uri="{FF2B5EF4-FFF2-40B4-BE49-F238E27FC236}">
                <a16:creationId xmlns:a16="http://schemas.microsoft.com/office/drawing/2014/main" id="{03B259E2-DFEB-4DBA-9CB1-8032707C0443}"/>
              </a:ext>
            </a:extLst>
          </p:cNvPr>
          <p:cNvSpPr/>
          <p:nvPr/>
        </p:nvSpPr>
        <p:spPr>
          <a:xfrm>
            <a:off x="3387857" y="2721949"/>
            <a:ext cx="2890629" cy="149186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C</a:t>
            </a:r>
            <a:endParaRPr lang="en-US" sz="900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CC8FFD8-F912-4087-97BF-42630686F37A}"/>
              </a:ext>
            </a:extLst>
          </p:cNvPr>
          <p:cNvSpPr/>
          <p:nvPr/>
        </p:nvSpPr>
        <p:spPr>
          <a:xfrm rot="16200000">
            <a:off x="1344302" y="4114199"/>
            <a:ext cx="220919" cy="1905709"/>
          </a:xfrm>
          <a:prstGeom prst="leftBrace">
            <a:avLst>
              <a:gd name="adj1" fmla="val 6474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8CA7F-F6FB-4B4B-8122-17540D4763DF}"/>
              </a:ext>
            </a:extLst>
          </p:cNvPr>
          <p:cNvSpPr txBox="1"/>
          <p:nvPr/>
        </p:nvSpPr>
        <p:spPr>
          <a:xfrm>
            <a:off x="481347" y="5270303"/>
            <a:ext cx="184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Gotham Medium"/>
                <a:cs typeface="Gotham" pitchFamily="2" charset="0"/>
              </a:rPr>
              <a:t>Phase 0</a:t>
            </a:r>
          </a:p>
          <a:p>
            <a:pPr algn="ctr"/>
            <a:r>
              <a:rPr lang="en-US" sz="1200" dirty="0">
                <a:latin typeface="Gotham Medium"/>
                <a:cs typeface="Gotham Book" pitchFamily="2" charset="0"/>
              </a:rPr>
              <a:t>Partnership, Commercials, Initial 2020 Migration Scope and Plan</a:t>
            </a:r>
          </a:p>
        </p:txBody>
      </p:sp>
      <p:sp>
        <p:nvSpPr>
          <p:cNvPr id="9" name="Rounded Rectangle 31">
            <a:extLst>
              <a:ext uri="{FF2B5EF4-FFF2-40B4-BE49-F238E27FC236}">
                <a16:creationId xmlns:a16="http://schemas.microsoft.com/office/drawing/2014/main" id="{00AE1CD6-C615-46B3-AC0F-9AC7F51494F9}"/>
              </a:ext>
            </a:extLst>
          </p:cNvPr>
          <p:cNvSpPr/>
          <p:nvPr/>
        </p:nvSpPr>
        <p:spPr>
          <a:xfrm>
            <a:off x="6294091" y="2365280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A</a:t>
            </a:r>
            <a:endParaRPr lang="en-US" sz="900" dirty="0"/>
          </a:p>
        </p:txBody>
      </p:sp>
      <p:sp>
        <p:nvSpPr>
          <p:cNvPr id="10" name="Rounded Rectangle 31">
            <a:extLst>
              <a:ext uri="{FF2B5EF4-FFF2-40B4-BE49-F238E27FC236}">
                <a16:creationId xmlns:a16="http://schemas.microsoft.com/office/drawing/2014/main" id="{9596DCFE-1B51-4959-BF6D-0F85FDC1EE96}"/>
              </a:ext>
            </a:extLst>
          </p:cNvPr>
          <p:cNvSpPr/>
          <p:nvPr/>
        </p:nvSpPr>
        <p:spPr>
          <a:xfrm>
            <a:off x="6294091" y="2527085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B</a:t>
            </a:r>
            <a:endParaRPr lang="en-US" sz="900" dirty="0"/>
          </a:p>
        </p:txBody>
      </p:sp>
      <p:sp>
        <p:nvSpPr>
          <p:cNvPr id="12" name="Rounded Rectangle 31">
            <a:extLst>
              <a:ext uri="{FF2B5EF4-FFF2-40B4-BE49-F238E27FC236}">
                <a16:creationId xmlns:a16="http://schemas.microsoft.com/office/drawing/2014/main" id="{59298729-433D-4FF9-9FCD-D643E3656CD4}"/>
              </a:ext>
            </a:extLst>
          </p:cNvPr>
          <p:cNvSpPr/>
          <p:nvPr/>
        </p:nvSpPr>
        <p:spPr>
          <a:xfrm>
            <a:off x="6295147" y="2693029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C</a:t>
            </a:r>
            <a:endParaRPr lang="en-US" sz="900" dirty="0"/>
          </a:p>
        </p:txBody>
      </p:sp>
      <p:sp>
        <p:nvSpPr>
          <p:cNvPr id="13" name="Rounded Rectangle 31">
            <a:extLst>
              <a:ext uri="{FF2B5EF4-FFF2-40B4-BE49-F238E27FC236}">
                <a16:creationId xmlns:a16="http://schemas.microsoft.com/office/drawing/2014/main" id="{A2EFB104-4C0F-491E-825D-8C49DCD9B44E}"/>
              </a:ext>
            </a:extLst>
          </p:cNvPr>
          <p:cNvSpPr/>
          <p:nvPr/>
        </p:nvSpPr>
        <p:spPr>
          <a:xfrm>
            <a:off x="6294091" y="2858973"/>
            <a:ext cx="3744894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Business Unit n…</a:t>
            </a:r>
            <a:endParaRPr lang="en-US" sz="900" dirty="0"/>
          </a:p>
        </p:txBody>
      </p:sp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8E00D3A5-CB45-4817-9921-5D42C26F9463}"/>
              </a:ext>
            </a:extLst>
          </p:cNvPr>
          <p:cNvSpPr/>
          <p:nvPr/>
        </p:nvSpPr>
        <p:spPr>
          <a:xfrm>
            <a:off x="6797046" y="3135959"/>
            <a:ext cx="3248532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Critical App(s)</a:t>
            </a:r>
            <a:endParaRPr lang="en-US" sz="9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7D411F1-22FC-4ADB-82BA-903FD7344BDA}"/>
              </a:ext>
            </a:extLst>
          </p:cNvPr>
          <p:cNvCxnSpPr>
            <a:cxnSpLocks/>
          </p:cNvCxnSpPr>
          <p:nvPr/>
        </p:nvCxnSpPr>
        <p:spPr bwMode="auto">
          <a:xfrm flipV="1">
            <a:off x="2959551" y="2356002"/>
            <a:ext cx="0" cy="183856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1">
            <a:extLst>
              <a:ext uri="{FF2B5EF4-FFF2-40B4-BE49-F238E27FC236}">
                <a16:creationId xmlns:a16="http://schemas.microsoft.com/office/drawing/2014/main" id="{0BA6A69A-5D01-412E-A21B-6E38F224C5D7}"/>
              </a:ext>
            </a:extLst>
          </p:cNvPr>
          <p:cNvSpPr/>
          <p:nvPr/>
        </p:nvSpPr>
        <p:spPr>
          <a:xfrm>
            <a:off x="7215744" y="3313765"/>
            <a:ext cx="2829833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EMR Migration &amp; Provisioning Team</a:t>
            </a:r>
            <a:endParaRPr lang="en-US" sz="900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12774F-5B40-4C81-ADE3-B058B96C02E8}"/>
              </a:ext>
            </a:extLst>
          </p:cNvPr>
          <p:cNvSpPr txBox="1">
            <a:spLocks/>
          </p:cNvSpPr>
          <p:nvPr/>
        </p:nvSpPr>
        <p:spPr bwMode="auto">
          <a:xfrm>
            <a:off x="2561627" y="3849575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100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035B742F-F2A2-47AD-A069-DC21AAD8FD4F}"/>
              </a:ext>
            </a:extLst>
          </p:cNvPr>
          <p:cNvSpPr/>
          <p:nvPr/>
        </p:nvSpPr>
        <p:spPr>
          <a:xfrm>
            <a:off x="10062189" y="3312375"/>
            <a:ext cx="1896305" cy="14918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EMR Migration &amp; Provisioning Team</a:t>
            </a:r>
            <a:endParaRPr lang="en-US" sz="900" dirty="0"/>
          </a:p>
        </p:txBody>
      </p:sp>
      <p:sp>
        <p:nvSpPr>
          <p:cNvPr id="38" name="Rounded Rectangle 31">
            <a:extLst>
              <a:ext uri="{FF2B5EF4-FFF2-40B4-BE49-F238E27FC236}">
                <a16:creationId xmlns:a16="http://schemas.microsoft.com/office/drawing/2014/main" id="{99C3C50A-4DDE-46D2-AE4A-28D1B4335080}"/>
              </a:ext>
            </a:extLst>
          </p:cNvPr>
          <p:cNvSpPr/>
          <p:nvPr/>
        </p:nvSpPr>
        <p:spPr>
          <a:xfrm>
            <a:off x="10062189" y="2364168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A</a:t>
            </a:r>
            <a:endParaRPr lang="en-US" sz="900" dirty="0"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8EC19079-8409-4AE8-991A-45F8C102E05D}"/>
              </a:ext>
            </a:extLst>
          </p:cNvPr>
          <p:cNvSpPr/>
          <p:nvPr/>
        </p:nvSpPr>
        <p:spPr>
          <a:xfrm>
            <a:off x="10062187" y="3004788"/>
            <a:ext cx="1891223" cy="28073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 - Critical App(s)</a:t>
            </a:r>
            <a:endParaRPr lang="en-US" sz="900" dirty="0"/>
          </a:p>
        </p:txBody>
      </p:sp>
      <p:sp>
        <p:nvSpPr>
          <p:cNvPr id="44" name="Rounded Rectangle 31">
            <a:extLst>
              <a:ext uri="{FF2B5EF4-FFF2-40B4-BE49-F238E27FC236}">
                <a16:creationId xmlns:a16="http://schemas.microsoft.com/office/drawing/2014/main" id="{4EFF61AF-F35C-4E8B-AEE0-E381EB05D84E}"/>
              </a:ext>
            </a:extLst>
          </p:cNvPr>
          <p:cNvSpPr/>
          <p:nvPr/>
        </p:nvSpPr>
        <p:spPr>
          <a:xfrm>
            <a:off x="10073262" y="2525533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B</a:t>
            </a:r>
            <a:endParaRPr lang="en-US" sz="900" dirty="0"/>
          </a:p>
        </p:txBody>
      </p:sp>
      <p:sp>
        <p:nvSpPr>
          <p:cNvPr id="45" name="Rounded Rectangle 31">
            <a:extLst>
              <a:ext uri="{FF2B5EF4-FFF2-40B4-BE49-F238E27FC236}">
                <a16:creationId xmlns:a16="http://schemas.microsoft.com/office/drawing/2014/main" id="{9B28CA1F-AAF3-49C6-8709-A6B89900487F}"/>
              </a:ext>
            </a:extLst>
          </p:cNvPr>
          <p:cNvSpPr/>
          <p:nvPr/>
        </p:nvSpPr>
        <p:spPr>
          <a:xfrm>
            <a:off x="10076245" y="2695537"/>
            <a:ext cx="1891222" cy="14918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latin typeface="Gotham Medium" pitchFamily="2" charset="0"/>
                <a:cs typeface="Gotham Medium" pitchFamily="2" charset="0"/>
              </a:rPr>
              <a:t>Migration Delivery Team n…</a:t>
            </a:r>
            <a:endParaRPr lang="en-US" sz="90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455E971-0681-4658-8828-7DBB798E9007}"/>
              </a:ext>
            </a:extLst>
          </p:cNvPr>
          <p:cNvSpPr txBox="1">
            <a:spLocks/>
          </p:cNvSpPr>
          <p:nvPr/>
        </p:nvSpPr>
        <p:spPr bwMode="auto">
          <a:xfrm>
            <a:off x="5556952" y="3856610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~2500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3AD640A9-C71A-4241-BAC3-A37930977892}"/>
              </a:ext>
            </a:extLst>
          </p:cNvPr>
          <p:cNvSpPr txBox="1">
            <a:spLocks/>
          </p:cNvSpPr>
          <p:nvPr/>
        </p:nvSpPr>
        <p:spPr bwMode="auto">
          <a:xfrm>
            <a:off x="9327970" y="3851547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~9000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FDFB2D2A-B478-4432-B46E-C0FB10461F5A}"/>
              </a:ext>
            </a:extLst>
          </p:cNvPr>
          <p:cNvSpPr txBox="1">
            <a:spLocks/>
          </p:cNvSpPr>
          <p:nvPr/>
        </p:nvSpPr>
        <p:spPr bwMode="auto">
          <a:xfrm>
            <a:off x="11241297" y="3847389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~15,000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02124F95-5C67-463B-AFC1-5D71C1971975}"/>
              </a:ext>
            </a:extLst>
          </p:cNvPr>
          <p:cNvSpPr txBox="1">
            <a:spLocks/>
          </p:cNvSpPr>
          <p:nvPr/>
        </p:nvSpPr>
        <p:spPr bwMode="auto">
          <a:xfrm>
            <a:off x="1480570" y="3762759"/>
            <a:ext cx="1074769" cy="3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900" i="1" dirty="0">
                <a:latin typeface="Gotham Book" pitchFamily="2" charset="0"/>
                <a:cs typeface="Gotham Book" pitchFamily="2" charset="0"/>
              </a:rPr>
              <a:t>Total Migrated Server estimate</a:t>
            </a:r>
            <a:endParaRPr lang="en-US" altLang="en-US" sz="400" i="1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06" name="Elbow Connector 87">
            <a:extLst>
              <a:ext uri="{FF2B5EF4-FFF2-40B4-BE49-F238E27FC236}">
                <a16:creationId xmlns:a16="http://schemas.microsoft.com/office/drawing/2014/main" id="{78551833-2A81-46D2-B9E5-8A3F06C7163F}"/>
              </a:ext>
            </a:extLst>
          </p:cNvPr>
          <p:cNvCxnSpPr>
            <a:cxnSpLocks/>
          </p:cNvCxnSpPr>
          <p:nvPr/>
        </p:nvCxnSpPr>
        <p:spPr>
          <a:xfrm>
            <a:off x="6300631" y="4628522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AD6B24AC-927C-4214-BED8-85FC77BC72DD}"/>
              </a:ext>
            </a:extLst>
          </p:cNvPr>
          <p:cNvSpPr txBox="1">
            <a:spLocks/>
          </p:cNvSpPr>
          <p:nvPr/>
        </p:nvSpPr>
        <p:spPr bwMode="auto">
          <a:xfrm>
            <a:off x="6744985" y="4592550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2 kickoff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09" name="Elbow Connector 87">
            <a:extLst>
              <a:ext uri="{FF2B5EF4-FFF2-40B4-BE49-F238E27FC236}">
                <a16:creationId xmlns:a16="http://schemas.microsoft.com/office/drawing/2014/main" id="{D1ECE79E-CAD9-44A2-951B-9E381724043E}"/>
              </a:ext>
            </a:extLst>
          </p:cNvPr>
          <p:cNvCxnSpPr>
            <a:cxnSpLocks/>
          </p:cNvCxnSpPr>
          <p:nvPr/>
        </p:nvCxnSpPr>
        <p:spPr>
          <a:xfrm>
            <a:off x="5282134" y="4628522"/>
            <a:ext cx="707270" cy="233443"/>
          </a:xfrm>
          <a:prstGeom prst="bentConnector3">
            <a:avLst>
              <a:gd name="adj1" fmla="val 24412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49459F24-A66C-4AF1-8847-76742C598ADD}"/>
              </a:ext>
            </a:extLst>
          </p:cNvPr>
          <p:cNvSpPr txBox="1">
            <a:spLocks/>
          </p:cNvSpPr>
          <p:nvPr/>
        </p:nvSpPr>
        <p:spPr bwMode="auto">
          <a:xfrm>
            <a:off x="5282134" y="4509876"/>
            <a:ext cx="893850" cy="30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2 </a:t>
            </a:r>
            <a:br>
              <a:rPr lang="en-US" altLang="en-US" sz="1000" dirty="0">
                <a:latin typeface="Gotham Book" pitchFamily="2" charset="0"/>
                <a:cs typeface="Gotham Book" pitchFamily="2" charset="0"/>
              </a:rPr>
            </a:b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planning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16" name="Elbow Connector 87">
            <a:extLst>
              <a:ext uri="{FF2B5EF4-FFF2-40B4-BE49-F238E27FC236}">
                <a16:creationId xmlns:a16="http://schemas.microsoft.com/office/drawing/2014/main" id="{5A62AEAB-25D9-4C14-90C8-66CE8D4DA354}"/>
              </a:ext>
            </a:extLst>
          </p:cNvPr>
          <p:cNvCxnSpPr>
            <a:cxnSpLocks/>
          </p:cNvCxnSpPr>
          <p:nvPr/>
        </p:nvCxnSpPr>
        <p:spPr>
          <a:xfrm>
            <a:off x="8850459" y="4656002"/>
            <a:ext cx="707270" cy="233443"/>
          </a:xfrm>
          <a:prstGeom prst="bentConnector3">
            <a:avLst>
              <a:gd name="adj1" fmla="val 24412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21D0B3C9-0FC8-4AF7-BB52-22E602685906}"/>
              </a:ext>
            </a:extLst>
          </p:cNvPr>
          <p:cNvSpPr txBox="1">
            <a:spLocks/>
          </p:cNvSpPr>
          <p:nvPr/>
        </p:nvSpPr>
        <p:spPr bwMode="auto">
          <a:xfrm>
            <a:off x="8850459" y="4537356"/>
            <a:ext cx="893850" cy="30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3 </a:t>
            </a:r>
            <a:br>
              <a:rPr lang="en-US" altLang="en-US" sz="1000" dirty="0">
                <a:latin typeface="Gotham Book" pitchFamily="2" charset="0"/>
                <a:cs typeface="Gotham Book" pitchFamily="2" charset="0"/>
              </a:rPr>
            </a:b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planning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20" name="Elbow Connector 87">
            <a:extLst>
              <a:ext uri="{FF2B5EF4-FFF2-40B4-BE49-F238E27FC236}">
                <a16:creationId xmlns:a16="http://schemas.microsoft.com/office/drawing/2014/main" id="{D2940F78-9794-449C-BB54-6A166AA5657A}"/>
              </a:ext>
            </a:extLst>
          </p:cNvPr>
          <p:cNvCxnSpPr>
            <a:cxnSpLocks/>
          </p:cNvCxnSpPr>
          <p:nvPr/>
        </p:nvCxnSpPr>
        <p:spPr>
          <a:xfrm>
            <a:off x="10052289" y="4646556"/>
            <a:ext cx="1318062" cy="233443"/>
          </a:xfrm>
          <a:prstGeom prst="bentConnector3">
            <a:avLst>
              <a:gd name="adj1" fmla="val 38706"/>
            </a:avLst>
          </a:prstGeom>
          <a:ln w="19050">
            <a:solidFill>
              <a:schemeClr val="accent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B98ED720-2023-4B04-A1A8-4F1D521858A6}"/>
              </a:ext>
            </a:extLst>
          </p:cNvPr>
          <p:cNvSpPr txBox="1">
            <a:spLocks/>
          </p:cNvSpPr>
          <p:nvPr/>
        </p:nvSpPr>
        <p:spPr bwMode="auto">
          <a:xfrm>
            <a:off x="10496643" y="4610584"/>
            <a:ext cx="1074769" cy="2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1000" dirty="0">
                <a:latin typeface="Gotham Book" pitchFamily="2" charset="0"/>
                <a:cs typeface="Gotham Book" pitchFamily="2" charset="0"/>
              </a:rPr>
              <a:t>Phase 3 kickoff</a:t>
            </a:r>
            <a:endParaRPr lang="en-US" altLang="en-US" sz="500" dirty="0">
              <a:latin typeface="Gotham Book" pitchFamily="2" charset="0"/>
              <a:cs typeface="Gotham Book" pitchFamily="2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25174A1-2813-4DE2-9FA5-FA79949AC307}"/>
              </a:ext>
            </a:extLst>
          </p:cNvPr>
          <p:cNvCxnSpPr>
            <a:cxnSpLocks/>
          </p:cNvCxnSpPr>
          <p:nvPr/>
        </p:nvCxnSpPr>
        <p:spPr bwMode="auto">
          <a:xfrm>
            <a:off x="1611086" y="4230325"/>
            <a:ext cx="10255604" cy="14739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6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1">
            <a:extLst>
              <a:ext uri="{FF2B5EF4-FFF2-40B4-BE49-F238E27FC236}">
                <a16:creationId xmlns:a16="http://schemas.microsoft.com/office/drawing/2014/main" id="{12E95D62-A08B-4CFB-B2AD-0A96C3CD3BDE}"/>
              </a:ext>
            </a:extLst>
          </p:cNvPr>
          <p:cNvSpPr/>
          <p:nvPr/>
        </p:nvSpPr>
        <p:spPr>
          <a:xfrm>
            <a:off x="849629" y="3248064"/>
            <a:ext cx="1828800" cy="1225673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Delivery Teams</a:t>
            </a:r>
            <a:br>
              <a:rPr lang="en-US" sz="1600" dirty="0">
                <a:latin typeface="Gotham Medium" pitchFamily="2" charset="0"/>
                <a:cs typeface="Gotham Medium" pitchFamily="2" charset="0"/>
              </a:rPr>
            </a:br>
            <a:r>
              <a:rPr lang="en-US" sz="1600" dirty="0">
                <a:latin typeface="Gotham Medium" pitchFamily="2" charset="0"/>
                <a:cs typeface="Gotham Medium" pitchFamily="2" charset="0"/>
              </a:rPr>
              <a:t>&amp;</a:t>
            </a:r>
            <a:br>
              <a:rPr lang="en-US" sz="1600" dirty="0">
                <a:latin typeface="Gotham Medium" pitchFamily="2" charset="0"/>
                <a:cs typeface="Gotham Medium" pitchFamily="2" charset="0"/>
              </a:rPr>
            </a:b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Support</a:t>
            </a:r>
            <a:endParaRPr lang="en-US" sz="1600" dirty="0"/>
          </a:p>
        </p:txBody>
      </p:sp>
      <p:sp>
        <p:nvSpPr>
          <p:cNvPr id="9" name="Rounded Rectangle 30">
            <a:extLst>
              <a:ext uri="{FF2B5EF4-FFF2-40B4-BE49-F238E27FC236}">
                <a16:creationId xmlns:a16="http://schemas.microsoft.com/office/drawing/2014/main" id="{61F1D856-AF89-4BFC-BCA3-BDFD87730CB4}"/>
              </a:ext>
            </a:extLst>
          </p:cNvPr>
          <p:cNvSpPr/>
          <p:nvPr/>
        </p:nvSpPr>
        <p:spPr>
          <a:xfrm>
            <a:off x="849629" y="1327434"/>
            <a:ext cx="182880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Gotham Medium" pitchFamily="2" charset="0"/>
                <a:cs typeface="Gotham Medium" pitchFamily="2" charset="0"/>
              </a:rPr>
              <a:t>Migration Program Team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F07A05-4761-4F86-9CE1-C00F73867A17}"/>
              </a:ext>
            </a:extLst>
          </p:cNvPr>
          <p:cNvSpPr txBox="1">
            <a:spLocks/>
          </p:cNvSpPr>
          <p:nvPr/>
        </p:nvSpPr>
        <p:spPr>
          <a:xfrm>
            <a:off x="481347" y="7319"/>
            <a:ext cx="7270353" cy="860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313A59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Migration Team Roles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C2EF6A-691D-446B-9E7D-4EEE4AC10EF2}"/>
              </a:ext>
            </a:extLst>
          </p:cNvPr>
          <p:cNvCxnSpPr>
            <a:cxnSpLocks/>
          </p:cNvCxnSpPr>
          <p:nvPr/>
        </p:nvCxnSpPr>
        <p:spPr bwMode="auto">
          <a:xfrm>
            <a:off x="518256" y="2596147"/>
            <a:ext cx="1132366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9284BFEA-D2B6-4CFB-87B2-81A33F675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27118"/>
              </p:ext>
            </p:extLst>
          </p:nvPr>
        </p:nvGraphicFramePr>
        <p:xfrm>
          <a:off x="2877821" y="1205514"/>
          <a:ext cx="8915400" cy="1158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9722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2217323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2544448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Role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2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Program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Overall Migration Program Leader responsible for planning, reporting, and communication to all stakeholders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655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Lead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Technical Architect and Migration Technical Leader to align process, support business and program level strategy, and decision 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49243"/>
                  </a:ext>
                </a:extLst>
              </a:tr>
            </a:tbl>
          </a:graphicData>
        </a:graphic>
      </p:graphicFrame>
      <p:graphicFrame>
        <p:nvGraphicFramePr>
          <p:cNvPr id="18" name="Table 15">
            <a:extLst>
              <a:ext uri="{FF2B5EF4-FFF2-40B4-BE49-F238E27FC236}">
                <a16:creationId xmlns:a16="http://schemas.microsoft.com/office/drawing/2014/main" id="{ACF2F16C-1E39-4641-933B-2A7DE08C7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384177"/>
              </p:ext>
            </p:extLst>
          </p:nvPr>
        </p:nvGraphicFramePr>
        <p:xfrm>
          <a:off x="2877821" y="2867065"/>
          <a:ext cx="8915400" cy="2895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71459722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2217323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97582964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Role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Resources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2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Cloud Migration Engineer(s)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Migration Center Engineering resources to support migration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655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Delivery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Workload and Team level scheduling, communication, and 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492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Technical Business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Application and Workload Discovery, dependency mapping, and migration ingestion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1836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Migration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Tactical Migration Escalation and workload architecture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FTE / 3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029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Migration Support Engineer(s)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Post-cutover support, troubleshooting, triage, follow-up, and operational support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Based on Azure Consumption;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Month to Month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33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588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10th Magnitude Font: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1926F7-9E70-49A2-8B84-0119E20DB0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1AE7F4-FA28-4347-B2DB-FFCF5810DAC6}">
  <ds:schemaRefs>
    <ds:schemaRef ds:uri="2c4e1b44-4198-4e94-9bea-673078799ec1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DB1E8DB-8B2C-47B9-B764-57545E3D6967}"/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339</Words>
  <Application>Microsoft Office PowerPoint</Application>
  <PresentationFormat>Widescreen</PresentationFormat>
  <Paragraphs>69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Gotham Book</vt:lpstr>
      <vt:lpstr>Gotham Medium</vt:lpstr>
      <vt:lpstr>Montserrat</vt:lpstr>
      <vt:lpstr>Montserrat ExtraLight</vt:lpstr>
      <vt:lpstr>Montserrat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Mark Hanson</cp:lastModifiedBy>
  <cp:revision>10</cp:revision>
  <dcterms:created xsi:type="dcterms:W3CDTF">2020-04-16T14:41:16Z</dcterms:created>
  <dcterms:modified xsi:type="dcterms:W3CDTF">2020-04-16T22:25:22Z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