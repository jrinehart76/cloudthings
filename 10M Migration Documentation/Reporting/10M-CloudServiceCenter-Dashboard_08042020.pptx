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F4305-F7AD-4CD8-A002-35CEE8D3879B}" v="6" dt="2020-08-04T15:49:59.8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282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03365606-6E43-45D5-B0DA-A15227B6E3EE}"/>
    <pc:docChg chg="undo custSel modSld">
      <pc:chgData name="Russ Henderson" userId="1a9b2c94-14ea-443c-90c9-9fd3fcb66448" providerId="ADAL" clId="{03365606-6E43-45D5-B0DA-A15227B6E3EE}" dt="2020-06-23T14:57:48.726" v="179" actId="27918"/>
      <pc:docMkLst>
        <pc:docMk/>
      </pc:docMkLst>
      <pc:sldChg chg="modSp mod">
        <pc:chgData name="Russ Henderson" userId="1a9b2c94-14ea-443c-90c9-9fd3fcb66448" providerId="ADAL" clId="{03365606-6E43-45D5-B0DA-A15227B6E3EE}" dt="2020-06-23T14:56:55.422" v="161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3365606-6E43-45D5-B0DA-A15227B6E3EE}" dt="2020-06-23T14:49:38.086" v="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3365606-6E43-45D5-B0DA-A15227B6E3EE}" dt="2020-06-23T14:56:09.899" v="100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03365606-6E43-45D5-B0DA-A15227B6E3EE}" dt="2020-06-23T14:51:50.063" v="31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47" creationId="{E6953A68-610C-4B85-946B-84D8FF9CF291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3365606-6E43-45D5-B0DA-A15227B6E3EE}" dt="2020-06-23T14:56:47.161" v="140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03365606-6E43-45D5-B0DA-A15227B6E3EE}" dt="2020-06-23T14:56:40.921" v="136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3365606-6E43-45D5-B0DA-A15227B6E3EE}" dt="2020-06-23T14:53:30.847" v="43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3365606-6E43-45D5-B0DA-A15227B6E3EE}" dt="2020-06-23T14:52:52.536" v="39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3365606-6E43-45D5-B0DA-A15227B6E3EE}" dt="2020-06-23T14:53:53.249" v="5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3365606-6E43-45D5-B0DA-A15227B6E3EE}" dt="2020-06-23T14:57:48.726" v="179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F8053696-9EBE-4B4D-AB80-004E8995C281}"/>
    <pc:docChg chg="custSel modSld">
      <pc:chgData name="Russ Henderson" userId="1a9b2c94-14ea-443c-90c9-9fd3fcb66448" providerId="ADAL" clId="{F8053696-9EBE-4B4D-AB80-004E8995C281}" dt="2020-06-30T14:55:41.043" v="659" actId="207"/>
      <pc:docMkLst>
        <pc:docMk/>
      </pc:docMkLst>
      <pc:sldChg chg="modSp mod">
        <pc:chgData name="Russ Henderson" userId="1a9b2c94-14ea-443c-90c9-9fd3fcb66448" providerId="ADAL" clId="{F8053696-9EBE-4B4D-AB80-004E8995C281}" dt="2020-06-30T14:55:41.043" v="659" actId="207"/>
        <pc:sldMkLst>
          <pc:docMk/>
          <pc:sldMk cId="1173897663" sldId="261"/>
        </pc:sldMkLst>
        <pc:spChg chg="mod">
          <ac:chgData name="Russ Henderson" userId="1a9b2c94-14ea-443c-90c9-9fd3fcb66448" providerId="ADAL" clId="{F8053696-9EBE-4B4D-AB80-004E8995C281}" dt="2020-06-30T13:57:10.189" v="9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F8053696-9EBE-4B4D-AB80-004E8995C281}" dt="2020-06-30T13:53:45.916" v="72" actId="20577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F8053696-9EBE-4B4D-AB80-004E8995C281}" dt="2020-06-30T13:55:45.847" v="86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F8053696-9EBE-4B4D-AB80-004E8995C281}" dt="2020-06-30T14:49:41.409" v="13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F8053696-9EBE-4B4D-AB80-004E8995C281}" dt="2020-06-30T14:55:41.043" v="659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F8053696-9EBE-4B4D-AB80-004E8995C281}" dt="2020-06-30T14:49:52.338" v="139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F8053696-9EBE-4B4D-AB80-004E8995C281}" dt="2020-06-30T14:49:49.698" v="137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F8053696-9EBE-4B4D-AB80-004E8995C281}" dt="2020-06-30T13:54:52.786" v="79" actId="1392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F8053696-9EBE-4B4D-AB80-004E8995C281}" dt="2020-06-30T13:55:52.111" v="93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F8053696-9EBE-4B4D-AB80-004E8995C281}" dt="2020-06-30T13:53:50.605" v="74" actId="20577"/>
          <ac:spMkLst>
            <pc:docMk/>
            <pc:sldMk cId="1173897663" sldId="261"/>
            <ac:spMk id="75" creationId="{48A30A27-9105-4BE6-A255-CBF76797618D}"/>
          </ac:spMkLst>
        </pc:spChg>
        <pc:spChg chg="mod">
          <ac:chgData name="Russ Henderson" userId="1a9b2c94-14ea-443c-90c9-9fd3fcb66448" providerId="ADAL" clId="{F8053696-9EBE-4B4D-AB80-004E8995C281}" dt="2020-06-30T14:50:01.329" v="14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F8053696-9EBE-4B4D-AB80-004E8995C281}" dt="2020-06-30T14:49:20.578" v="133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F8053696-9EBE-4B4D-AB80-004E8995C281}" dt="2020-06-30T14:48:03.910" v="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F8053696-9EBE-4B4D-AB80-004E8995C281}" dt="2020-06-30T14:51:50.917" v="163" actId="27918"/>
        <pc:sldMkLst>
          <pc:docMk/>
          <pc:sldMk cId="1956434879" sldId="262"/>
        </pc:sldMkLst>
      </pc:sldChg>
    </pc:docChg>
  </pc:docChgLst>
  <pc:docChgLst>
    <pc:chgData name="Mark Hanson" userId="f2be9522-6338-4975-883c-af9ff5125fcb" providerId="ADAL" clId="{B7F85011-2C9F-4AAA-AFA3-22A32D968A7D}"/>
    <pc:docChg chg="custSel addSld modSld">
      <pc:chgData name="Mark Hanson" userId="f2be9522-6338-4975-883c-af9ff5125fcb" providerId="ADAL" clId="{B7F85011-2C9F-4AAA-AFA3-22A32D968A7D}" dt="2020-06-30T15:04:43.768" v="30" actId="22"/>
      <pc:docMkLst>
        <pc:docMk/>
      </pc:docMkLst>
      <pc:sldChg chg="modSp mod">
        <pc:chgData name="Mark Hanson" userId="f2be9522-6338-4975-883c-af9ff5125fcb" providerId="ADAL" clId="{B7F85011-2C9F-4AAA-AFA3-22A32D968A7D}" dt="2020-06-30T15:03:52.843" v="27" actId="13926"/>
        <pc:sldMkLst>
          <pc:docMk/>
          <pc:sldMk cId="1173897663" sldId="261"/>
        </pc:sldMkLst>
        <pc:spChg chg="mod">
          <ac:chgData name="Mark Hanson" userId="f2be9522-6338-4975-883c-af9ff5125fcb" providerId="ADAL" clId="{B7F85011-2C9F-4AAA-AFA3-22A32D968A7D}" dt="2020-06-30T15:03:52.843" v="27" actId="13926"/>
          <ac:spMkLst>
            <pc:docMk/>
            <pc:sldMk cId="1173897663" sldId="261"/>
            <ac:spMk id="3" creationId="{84DAF3C3-DB05-4346-ABC5-3A5271A095BB}"/>
          </ac:spMkLst>
        </pc:spChg>
      </pc:sldChg>
      <pc:sldChg chg="addSp delSp new mod modClrScheme chgLayout">
        <pc:chgData name="Mark Hanson" userId="f2be9522-6338-4975-883c-af9ff5125fcb" providerId="ADAL" clId="{B7F85011-2C9F-4AAA-AFA3-22A32D968A7D}" dt="2020-06-30T15:04:43.768" v="30" actId="22"/>
        <pc:sldMkLst>
          <pc:docMk/>
          <pc:sldMk cId="2550420645" sldId="263"/>
        </pc:sldMkLst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2" creationId="{D43290D4-6B68-45C0-BCA5-77AAFFE1CCE1}"/>
          </ac:spMkLst>
        </pc:spChg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3" creationId="{EB2C5E5A-E0E6-4B63-B55F-5D1A51C49E16}"/>
          </ac:spMkLst>
        </pc:spChg>
        <pc:picChg chg="add">
          <ac:chgData name="Mark Hanson" userId="f2be9522-6338-4975-883c-af9ff5125fcb" providerId="ADAL" clId="{B7F85011-2C9F-4AAA-AFA3-22A32D968A7D}" dt="2020-06-30T15:04:43.768" v="30" actId="22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Mark Hanson" userId="f2be9522-6338-4975-883c-af9ff5125fcb" providerId="ADAL" clId="{943B4E9C-0D96-40D7-9EC6-95E395AA753C}"/>
    <pc:docChg chg="undo custSel mod modSld">
      <pc:chgData name="Mark Hanson" userId="f2be9522-6338-4975-883c-af9ff5125fcb" providerId="ADAL" clId="{943B4E9C-0D96-40D7-9EC6-95E395AA753C}" dt="2020-07-21T14:33:46.029" v="16" actId="962"/>
      <pc:docMkLst>
        <pc:docMk/>
      </pc:docMkLst>
      <pc:sldChg chg="addSp delSp modSp mod setBg">
        <pc:chgData name="Mark Hanson" userId="f2be9522-6338-4975-883c-af9ff5125fcb" providerId="ADAL" clId="{943B4E9C-0D96-40D7-9EC6-95E395AA753C}" dt="2020-07-21T14:33:46.029" v="16" actId="962"/>
        <pc:sldMkLst>
          <pc:docMk/>
          <pc:sldMk cId="2550420645" sldId="263"/>
        </pc:sldMkLst>
        <pc:spChg chg="add del">
          <ac:chgData name="Mark Hanson" userId="f2be9522-6338-4975-883c-af9ff5125fcb" providerId="ADAL" clId="{943B4E9C-0D96-40D7-9EC6-95E395AA753C}" dt="2020-07-21T14:33:39.804" v="9" actId="26606"/>
          <ac:spMkLst>
            <pc:docMk/>
            <pc:sldMk cId="2550420645" sldId="263"/>
            <ac:spMk id="6" creationId="{42A4FC2C-047E-45A5-965D-8E1E3BF09BC6}"/>
          </ac:spMkLst>
        </pc:spChg>
        <pc:spChg chg="add del">
          <ac:chgData name="Mark Hanson" userId="f2be9522-6338-4975-883c-af9ff5125fcb" providerId="ADAL" clId="{943B4E9C-0D96-40D7-9EC6-95E395AA753C}" dt="2020-07-21T14:33:40.465" v="11" actId="26606"/>
          <ac:spMkLst>
            <pc:docMk/>
            <pc:sldMk cId="2550420645" sldId="263"/>
            <ac:spMk id="8" creationId="{32BC26D8-82FB-445E-AA49-62A77D7C1EE0}"/>
          </ac:spMkLst>
        </pc:spChg>
        <pc:spChg chg="add del">
          <ac:chgData name="Mark Hanson" userId="f2be9522-6338-4975-883c-af9ff5125fcb" providerId="ADAL" clId="{943B4E9C-0D96-40D7-9EC6-95E395AA753C}" dt="2020-07-21T14:33:35.414" v="3" actId="26606"/>
          <ac:spMkLst>
            <pc:docMk/>
            <pc:sldMk cId="2550420645" sldId="263"/>
            <ac:spMk id="9" creationId="{42A4FC2C-047E-45A5-965D-8E1E3BF09BC6}"/>
          </ac:spMkLst>
        </pc:spChg>
        <pc:spChg chg="add del">
          <ac:chgData name="Mark Hanson" userId="f2be9522-6338-4975-883c-af9ff5125fcb" providerId="ADAL" clId="{943B4E9C-0D96-40D7-9EC6-95E395AA753C}" dt="2020-07-21T14:33:40.465" v="11" actId="26606"/>
          <ac:spMkLst>
            <pc:docMk/>
            <pc:sldMk cId="2550420645" sldId="263"/>
            <ac:spMk id="10" creationId="{CB44330D-EA18-4254-AA95-EB49948539B8}"/>
          </ac:spMkLst>
        </pc:spChg>
        <pc:spChg chg="add del">
          <ac:chgData name="Mark Hanson" userId="f2be9522-6338-4975-883c-af9ff5125fcb" providerId="ADAL" clId="{943B4E9C-0D96-40D7-9EC6-95E395AA753C}" dt="2020-07-21T14:33:38.132" v="5" actId="26606"/>
          <ac:spMkLst>
            <pc:docMk/>
            <pc:sldMk cId="2550420645" sldId="263"/>
            <ac:spMk id="11" creationId="{CB44330D-EA18-4254-AA95-EB49948539B8}"/>
          </ac:spMkLst>
        </pc:spChg>
        <pc:spChg chg="add del">
          <ac:chgData name="Mark Hanson" userId="f2be9522-6338-4975-883c-af9ff5125fcb" providerId="ADAL" clId="{943B4E9C-0D96-40D7-9EC6-95E395AA753C}" dt="2020-07-21T14:33:38.132" v="5" actId="26606"/>
          <ac:spMkLst>
            <pc:docMk/>
            <pc:sldMk cId="2550420645" sldId="263"/>
            <ac:spMk id="12" creationId="{32BC26D8-82FB-445E-AA49-62A77D7C1EE0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3" creationId="{29FDB030-9B49-4CED-8CCD-4D99382388AC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4" creationId="{F3060C83-F051-4F0E-ABAD-AA0DFC48B218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5" creationId="{3783CA14-24A1-485C-8B30-D6A5D87987AD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6" creationId="{83C98ABE-055B-441F-B07E-44F97F083C39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7" creationId="{9A97C86A-04D6-40F7-AE84-31AB43E6A846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19" creationId="{FF9F2414-84E8-453E-B1F3-389FDE8192D9}"/>
          </ac:spMkLst>
        </pc:spChg>
        <pc:spChg chg="add del">
          <ac:chgData name="Mark Hanson" userId="f2be9522-6338-4975-883c-af9ff5125fcb" providerId="ADAL" clId="{943B4E9C-0D96-40D7-9EC6-95E395AA753C}" dt="2020-07-21T14:33:41.575" v="13" actId="26606"/>
          <ac:spMkLst>
            <pc:docMk/>
            <pc:sldMk cId="2550420645" sldId="263"/>
            <ac:spMk id="21" creationId="{3ECA69A1-7536-43AC-85EF-C7106179F5ED}"/>
          </ac:spMkLst>
        </pc:spChg>
        <pc:spChg chg="add">
          <ac:chgData name="Mark Hanson" userId="f2be9522-6338-4975-883c-af9ff5125fcb" providerId="ADAL" clId="{943B4E9C-0D96-40D7-9EC6-95E395AA753C}" dt="2020-07-21T14:33:41.582" v="14" actId="26606"/>
          <ac:spMkLst>
            <pc:docMk/>
            <pc:sldMk cId="2550420645" sldId="263"/>
            <ac:spMk id="23" creationId="{01D0AF59-99C3-4251-AB9A-C966C6AD4400}"/>
          </ac:spMkLst>
        </pc:spChg>
        <pc:spChg chg="add">
          <ac:chgData name="Mark Hanson" userId="f2be9522-6338-4975-883c-af9ff5125fcb" providerId="ADAL" clId="{943B4E9C-0D96-40D7-9EC6-95E395AA753C}" dt="2020-07-21T14:33:41.582" v="14" actId="26606"/>
          <ac:spMkLst>
            <pc:docMk/>
            <pc:sldMk cId="2550420645" sldId="263"/>
            <ac:spMk id="24" creationId="{1855405F-37A2-4869-9154-F8BE3BECE6C3}"/>
          </ac:spMkLst>
        </pc:spChg>
        <pc:picChg chg="del">
          <ac:chgData name="Mark Hanson" userId="f2be9522-6338-4975-883c-af9ff5125fcb" providerId="ADAL" clId="{943B4E9C-0D96-40D7-9EC6-95E395AA753C}" dt="2020-07-21T14:33:29.286" v="0" actId="478"/>
          <ac:picMkLst>
            <pc:docMk/>
            <pc:sldMk cId="2550420645" sldId="263"/>
            <ac:picMk id="3" creationId="{6AAA37F8-42BC-4E5B-9721-8F863C06D5BF}"/>
          </ac:picMkLst>
        </pc:picChg>
        <pc:picChg chg="add mod">
          <ac:chgData name="Mark Hanson" userId="f2be9522-6338-4975-883c-af9ff5125fcb" providerId="ADAL" clId="{943B4E9C-0D96-40D7-9EC6-95E395AA753C}" dt="2020-07-21T14:33:46.029" v="16" actId="962"/>
          <ac:picMkLst>
            <pc:docMk/>
            <pc:sldMk cId="2550420645" sldId="263"/>
            <ac:picMk id="4" creationId="{04E3AF4D-1E87-4620-A75F-60BF508A36E9}"/>
          </ac:picMkLst>
        </pc:picChg>
      </pc:sldChg>
    </pc:docChg>
  </pc:docChgLst>
  <pc:docChgLst>
    <pc:chgData name="Russ Henderson" userId="1a9b2c94-14ea-443c-90c9-9fd3fcb66448" providerId="ADAL" clId="{6373405E-0A80-4DAE-8083-DBF970129A7E}"/>
    <pc:docChg chg="modSld">
      <pc:chgData name="Russ Henderson" userId="1a9b2c94-14ea-443c-90c9-9fd3fcb66448" providerId="ADAL" clId="{6373405E-0A80-4DAE-8083-DBF970129A7E}" dt="2020-07-14T14:14:41.383" v="90" actId="27918"/>
      <pc:docMkLst>
        <pc:docMk/>
      </pc:docMkLst>
      <pc:sldChg chg="modSp mod">
        <pc:chgData name="Russ Henderson" userId="1a9b2c94-14ea-443c-90c9-9fd3fcb66448" providerId="ADAL" clId="{6373405E-0A80-4DAE-8083-DBF970129A7E}" dt="2020-07-14T14:11:09.144" v="68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6373405E-0A80-4DAE-8083-DBF970129A7E}" dt="2020-07-14T13:35:45.477" v="4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6373405E-0A80-4DAE-8083-DBF970129A7E}" dt="2020-07-14T14:04:56.985" v="21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6373405E-0A80-4DAE-8083-DBF970129A7E}" dt="2020-07-14T14:11:09.144" v="6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6373405E-0A80-4DAE-8083-DBF970129A7E}" dt="2020-07-14T14:05:07.795" v="24" actId="20577"/>
          <ac:spMkLst>
            <pc:docMk/>
            <pc:sldMk cId="1173897663" sldId="261"/>
            <ac:spMk id="69" creationId="{DAEF5622-3F9C-42CF-B9CD-42D678C16880}"/>
          </ac:spMkLst>
        </pc:spChg>
        <pc:graphicFrameChg chg="modGraphic">
          <ac:chgData name="Russ Henderson" userId="1a9b2c94-14ea-443c-90c9-9fd3fcb66448" providerId="ADAL" clId="{6373405E-0A80-4DAE-8083-DBF970129A7E}" dt="2020-07-14T14:05:55.612" v="32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6373405E-0A80-4DAE-8083-DBF970129A7E}" dt="2020-07-14T14:11:01.261" v="66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6373405E-0A80-4DAE-8083-DBF970129A7E}" dt="2020-07-14T14:14:41.383" v="9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C41EEEE6-E1FC-486A-B6EB-433146283297}"/>
    <pc:docChg chg="undo custSel modSld sldOrd">
      <pc:chgData name="Russ Henderson" userId="1a9b2c94-14ea-443c-90c9-9fd3fcb66448" providerId="ADAL" clId="{C41EEEE6-E1FC-486A-B6EB-433146283297}" dt="2020-07-28T17:06:52.876" v="501" actId="27918"/>
      <pc:docMkLst>
        <pc:docMk/>
      </pc:docMkLst>
      <pc:sldChg chg="addSp delSp modSp mod">
        <pc:chgData name="Russ Henderson" userId="1a9b2c94-14ea-443c-90c9-9fd3fcb66448" providerId="ADAL" clId="{C41EEEE6-E1FC-486A-B6EB-433146283297}" dt="2020-07-28T17:05:58.325" v="48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C41EEEE6-E1FC-486A-B6EB-433146283297}" dt="2020-07-28T15:41:50.802" v="3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C41EEEE6-E1FC-486A-B6EB-433146283297}" dt="2020-07-28T15:48:48.241" v="340" actId="20577"/>
          <ac:spMkLst>
            <pc:docMk/>
            <pc:sldMk cId="1173897663" sldId="261"/>
            <ac:spMk id="7" creationId="{AB9C70F5-AB10-472A-9D6A-2B8EF001CA0E}"/>
          </ac:spMkLst>
        </pc:spChg>
        <pc:spChg chg="del">
          <ac:chgData name="Russ Henderson" userId="1a9b2c94-14ea-443c-90c9-9fd3fcb66448" providerId="ADAL" clId="{C41EEEE6-E1FC-486A-B6EB-433146283297}" dt="2020-07-28T15:42:04.809" v="4" actId="478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C41EEEE6-E1FC-486A-B6EB-433146283297}" dt="2020-07-28T16:59:20.685" v="480" actId="20577"/>
          <ac:spMkLst>
            <pc:docMk/>
            <pc:sldMk cId="1173897663" sldId="261"/>
            <ac:spMk id="42" creationId="{AE980D7D-FB37-48F5-A95F-1685B1BDDF0C}"/>
          </ac:spMkLst>
        </pc:spChg>
        <pc:spChg chg="add mod">
          <ac:chgData name="Russ Henderson" userId="1a9b2c94-14ea-443c-90c9-9fd3fcb66448" providerId="ADAL" clId="{C41EEEE6-E1FC-486A-B6EB-433146283297}" dt="2020-07-28T15:43:29.977" v="162" actId="571"/>
          <ac:spMkLst>
            <pc:docMk/>
            <pc:sldMk cId="1173897663" sldId="261"/>
            <ac:spMk id="46" creationId="{566C60CC-0F98-402F-BF2F-B2E51236E4F9}"/>
          </ac:spMkLst>
        </pc:spChg>
        <pc:spChg chg="add del">
          <ac:chgData name="Russ Henderson" userId="1a9b2c94-14ea-443c-90c9-9fd3fcb66448" providerId="ADAL" clId="{C41EEEE6-E1FC-486A-B6EB-433146283297}" dt="2020-07-28T15:42:13.622" v="11" actId="478"/>
          <ac:spMkLst>
            <pc:docMk/>
            <pc:sldMk cId="1173897663" sldId="261"/>
            <ac:spMk id="59" creationId="{56ADCD47-F425-4989-84D5-E2BA5E9294E8}"/>
          </ac:spMkLst>
        </pc:spChg>
        <pc:spChg chg="add del mod">
          <ac:chgData name="Russ Henderson" userId="1a9b2c94-14ea-443c-90c9-9fd3fcb66448" providerId="ADAL" clId="{C41EEEE6-E1FC-486A-B6EB-433146283297}" dt="2020-07-28T15:42:13.264" v="10" actId="6549"/>
          <ac:spMkLst>
            <pc:docMk/>
            <pc:sldMk cId="1173897663" sldId="261"/>
            <ac:spMk id="60" creationId="{6192CC01-E3AC-49A0-92B4-88734D6E0491}"/>
          </ac:spMkLst>
        </pc:spChg>
        <pc:graphicFrameChg chg="add del">
          <ac:chgData name="Russ Henderson" userId="1a9b2c94-14ea-443c-90c9-9fd3fcb66448" providerId="ADAL" clId="{C41EEEE6-E1FC-486A-B6EB-433146283297}" dt="2020-07-28T15:42:23.866" v="13" actId="478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C41EEEE6-E1FC-486A-B6EB-433146283297}" dt="2020-07-28T17:05:58.325" v="487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C41EEEE6-E1FC-486A-B6EB-433146283297}" dt="2020-07-28T17:06:52.876" v="501" actId="27918"/>
        <pc:sldMkLst>
          <pc:docMk/>
          <pc:sldMk cId="1956434879" sldId="262"/>
        </pc:sldMkLst>
      </pc:sldChg>
      <pc:sldChg chg="addSp delSp modSp mod ord">
        <pc:chgData name="Russ Henderson" userId="1a9b2c94-14ea-443c-90c9-9fd3fcb66448" providerId="ADAL" clId="{C41EEEE6-E1FC-486A-B6EB-433146283297}" dt="2020-07-28T16:58:32.163" v="426" actId="1038"/>
        <pc:sldMkLst>
          <pc:docMk/>
          <pc:sldMk cId="2550420645" sldId="263"/>
        </pc:sldMkLst>
        <pc:picChg chg="add del mod">
          <ac:chgData name="Russ Henderson" userId="1a9b2c94-14ea-443c-90c9-9fd3fcb66448" providerId="ADAL" clId="{C41EEEE6-E1FC-486A-B6EB-433146283297}" dt="2020-07-28T16:58:16.076" v="408" actId="478"/>
          <ac:picMkLst>
            <pc:docMk/>
            <pc:sldMk cId="2550420645" sldId="263"/>
            <ac:picMk id="3" creationId="{1276EC8F-6398-41EB-B91A-8163AAC164C7}"/>
          </ac:picMkLst>
        </pc:picChg>
        <pc:picChg chg="del">
          <ac:chgData name="Russ Henderson" userId="1a9b2c94-14ea-443c-90c9-9fd3fcb66448" providerId="ADAL" clId="{C41EEEE6-E1FC-486A-B6EB-433146283297}" dt="2020-07-28T16:00:24.910" v="396" actId="478"/>
          <ac:picMkLst>
            <pc:docMk/>
            <pc:sldMk cId="2550420645" sldId="263"/>
            <ac:picMk id="4" creationId="{04E3AF4D-1E87-4620-A75F-60BF508A36E9}"/>
          </ac:picMkLst>
        </pc:picChg>
        <pc:picChg chg="add mod">
          <ac:chgData name="Russ Henderson" userId="1a9b2c94-14ea-443c-90c9-9fd3fcb66448" providerId="ADAL" clId="{C41EEEE6-E1FC-486A-B6EB-433146283297}" dt="2020-07-28T16:58:32.163" v="426" actId="1038"/>
          <ac:picMkLst>
            <pc:docMk/>
            <pc:sldMk cId="2550420645" sldId="263"/>
            <ac:picMk id="6" creationId="{8FE50189-4DA7-45CE-9070-21EF6B28AC78}"/>
          </ac:picMkLst>
        </pc:picChg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FF8BCE0-E70F-484A-B56A-A269BF291AE6}"/>
    <pc:docChg chg="undo custSel modSld">
      <pc:chgData name="Russ Henderson" userId="1a9b2c94-14ea-443c-90c9-9fd3fcb66448" providerId="ADAL" clId="{BFF8BCE0-E70F-484A-B56A-A269BF291AE6}" dt="2020-07-07T15:08:24.994" v="402" actId="1036"/>
      <pc:docMkLst>
        <pc:docMk/>
      </pc:docMkLst>
      <pc:sldChg chg="modSp mod">
        <pc:chgData name="Russ Henderson" userId="1a9b2c94-14ea-443c-90c9-9fd3fcb66448" providerId="ADAL" clId="{BFF8BCE0-E70F-484A-B56A-A269BF291AE6}" dt="2020-07-07T15:08:24.994" v="402" actId="1036"/>
        <pc:sldMkLst>
          <pc:docMk/>
          <pc:sldMk cId="1173897663" sldId="261"/>
        </pc:sldMkLst>
        <pc:spChg chg="mod">
          <ac:chgData name="Russ Henderson" userId="1a9b2c94-14ea-443c-90c9-9fd3fcb66448" providerId="ADAL" clId="{BFF8BCE0-E70F-484A-B56A-A269BF291AE6}" dt="2020-07-07T15:01:47.647" v="390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BFF8BCE0-E70F-484A-B56A-A269BF291AE6}" dt="2020-07-07T14:48:59.947" v="28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FF8BCE0-E70F-484A-B56A-A269BF291AE6}" dt="2020-07-07T14:53:02.523" v="3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FF8BCE0-E70F-484A-B56A-A269BF291AE6}" dt="2020-07-07T14:50:55.147" v="308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BFF8BCE0-E70F-484A-B56A-A269BF291AE6}" dt="2020-07-07T14:49:11.060" v="48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BFF8BCE0-E70F-484A-B56A-A269BF291AE6}" dt="2020-07-07T14:53:47.133" v="326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FF8BCE0-E70F-484A-B56A-A269BF291AE6}" dt="2020-07-07T14:51:09.583" v="309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FF8BCE0-E70F-484A-B56A-A269BF291AE6}" dt="2020-07-07T15:08:24.994" v="402" actId="1036"/>
          <ac:spMkLst>
            <pc:docMk/>
            <pc:sldMk cId="1173897663" sldId="261"/>
            <ac:spMk id="69" creationId="{DAEF5622-3F9C-42CF-B9CD-42D678C16880}"/>
          </ac:spMkLst>
        </pc:spChg>
        <pc:graphicFrameChg chg="modGraphic">
          <ac:chgData name="Russ Henderson" userId="1a9b2c94-14ea-443c-90c9-9fd3fcb66448" providerId="ADAL" clId="{BFF8BCE0-E70F-484A-B56A-A269BF291AE6}" dt="2020-07-07T15:03:07.183" v="39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BFF8BCE0-E70F-484A-B56A-A269BF291AE6}" dt="2020-07-07T14:57:06.047" v="34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FF8BCE0-E70F-484A-B56A-A269BF291AE6}" dt="2020-07-07T15:01:22.042" v="38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DBAA79EE-575D-4443-A95C-122BB3CAE896}"/>
    <pc:docChg chg="custSel modSld">
      <pc:chgData name="Russ Henderson" userId="1a9b2c94-14ea-443c-90c9-9fd3fcb66448" providerId="ADAL" clId="{DBAA79EE-575D-4443-A95C-122BB3CAE896}" dt="2020-06-09T15:00:39.912" v="292" actId="20577"/>
      <pc:docMkLst>
        <pc:docMk/>
      </pc:docMkLst>
      <pc:sldChg chg="modSp mod">
        <pc:chgData name="Russ Henderson" userId="1a9b2c94-14ea-443c-90c9-9fd3fcb66448" providerId="ADAL" clId="{DBAA79EE-575D-4443-A95C-122BB3CAE896}" dt="2020-06-09T15:00:39.912" v="29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DBAA79EE-575D-4443-A95C-122BB3CAE896}" dt="2020-06-09T13:17:36.073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BAA79EE-575D-4443-A95C-122BB3CAE896}" dt="2020-06-09T13:45:57.141" v="119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DBAA79EE-575D-4443-A95C-122BB3CAE896}" dt="2020-06-09T15:00:39.912" v="292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DBAA79EE-575D-4443-A95C-122BB3CAE896}" dt="2020-06-09T13:29:11.045" v="9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DBAA79EE-575D-4443-A95C-122BB3CAE896}" dt="2020-06-09T13:24:50.294" v="78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DBAA79EE-575D-4443-A95C-122BB3CAE896}" dt="2020-06-09T13:35:21.171" v="11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4397575-B593-4514-A9A9-4AF4C521E8D7}"/>
    <pc:docChg chg="undo custSel modSld">
      <pc:chgData name="Russ Henderson" userId="1a9b2c94-14ea-443c-90c9-9fd3fcb66448" providerId="ADAL" clId="{84397575-B593-4514-A9A9-4AF4C521E8D7}" dt="2020-06-16T15:07:23.269" v="199" actId="20577"/>
      <pc:docMkLst>
        <pc:docMk/>
      </pc:docMkLst>
      <pc:sldChg chg="modSp mod">
        <pc:chgData name="Russ Henderson" userId="1a9b2c94-14ea-443c-90c9-9fd3fcb66448" providerId="ADAL" clId="{84397575-B593-4514-A9A9-4AF4C521E8D7}" dt="2020-06-16T15:07:23.269" v="199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4397575-B593-4514-A9A9-4AF4C521E8D7}" dt="2020-06-16T15:05:11.087" v="19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84397575-B593-4514-A9A9-4AF4C521E8D7}" dt="2020-06-16T14:22:19.629" v="14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4397575-B593-4514-A9A9-4AF4C521E8D7}" dt="2020-06-16T14:49:41.901" v="11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4397575-B593-4514-A9A9-4AF4C521E8D7}" dt="2020-06-16T14:53:21.753" v="148" actId="20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84397575-B593-4514-A9A9-4AF4C521E8D7}" dt="2020-06-16T14:49:18.820" v="11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4397575-B593-4514-A9A9-4AF4C521E8D7}" dt="2020-06-16T15:07:23.269" v="1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Sp mod">
        <pc:chgData name="Russ Henderson" userId="1a9b2c94-14ea-443c-90c9-9fd3fcb66448" providerId="ADAL" clId="{84397575-B593-4514-A9A9-4AF4C521E8D7}" dt="2020-06-16T14:55:52.067" v="195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84397575-B593-4514-A9A9-4AF4C521E8D7}" dt="2020-06-16T14:54:03.628" v="162" actId="20577"/>
          <ac:spMkLst>
            <pc:docMk/>
            <pc:sldMk cId="1956434879" sldId="262"/>
            <ac:spMk id="12" creationId="{72019D55-9B86-4BA4-AFA7-2EB659851ACC}"/>
          </ac:spMkLst>
        </pc:spChg>
      </pc:sldChg>
    </pc:docChg>
  </pc:docChgLst>
  <pc:docChgLst>
    <pc:chgData name="Mark Hanson" userId="f2be9522-6338-4975-883c-af9ff5125fcb" providerId="ADAL" clId="{BCDE4312-1B19-4A6E-9BD3-395E49CE2C65}"/>
    <pc:docChg chg="modSld">
      <pc:chgData name="Mark Hanson" userId="f2be9522-6338-4975-883c-af9ff5125fcb" providerId="ADAL" clId="{BCDE4312-1B19-4A6E-9BD3-395E49CE2C65}" dt="2020-07-28T21:49:31.789" v="0" actId="13926"/>
      <pc:docMkLst>
        <pc:docMk/>
      </pc:docMkLst>
      <pc:sldChg chg="modSp mod">
        <pc:chgData name="Mark Hanson" userId="f2be9522-6338-4975-883c-af9ff5125fcb" providerId="ADAL" clId="{BCDE4312-1B19-4A6E-9BD3-395E49CE2C65}" dt="2020-07-28T21:49:31.789" v="0" actId="13926"/>
        <pc:sldMkLst>
          <pc:docMk/>
          <pc:sldMk cId="1173897663" sldId="261"/>
        </pc:sldMkLst>
        <pc:spChg chg="mod">
          <ac:chgData name="Mark Hanson" userId="f2be9522-6338-4975-883c-af9ff5125fcb" providerId="ADAL" clId="{BCDE4312-1B19-4A6E-9BD3-395E49CE2C65}" dt="2020-07-28T21:49:31.789" v="0" actId="13926"/>
          <ac:spMkLst>
            <pc:docMk/>
            <pc:sldMk cId="1173897663" sldId="261"/>
            <ac:spMk id="3" creationId="{84DAF3C3-DB05-4346-ABC5-3A5271A095BB}"/>
          </ac:spMkLst>
        </pc:spChg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11BF4305-F7AD-4CD8-A002-35CEE8D3879B}"/>
    <pc:docChg chg="custSel modSld">
      <pc:chgData name="Russ Henderson" userId="1a9b2c94-14ea-443c-90c9-9fd3fcb66448" providerId="ADAL" clId="{11BF4305-F7AD-4CD8-A002-35CEE8D3879B}" dt="2020-08-04T15:53:50.591" v="452" actId="1037"/>
      <pc:docMkLst>
        <pc:docMk/>
      </pc:docMkLst>
      <pc:sldChg chg="modSp mod">
        <pc:chgData name="Russ Henderson" userId="1a9b2c94-14ea-443c-90c9-9fd3fcb66448" providerId="ADAL" clId="{11BF4305-F7AD-4CD8-A002-35CEE8D3879B}" dt="2020-08-04T15:53:50.591" v="452" actId="1037"/>
        <pc:sldMkLst>
          <pc:docMk/>
          <pc:sldMk cId="1173897663" sldId="261"/>
        </pc:sldMkLst>
        <pc:spChg chg="mod">
          <ac:chgData name="Russ Henderson" userId="1a9b2c94-14ea-443c-90c9-9fd3fcb66448" providerId="ADAL" clId="{11BF4305-F7AD-4CD8-A002-35CEE8D3879B}" dt="2020-08-04T14:56:10.180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11BF4305-F7AD-4CD8-A002-35CEE8D3879B}" dt="2020-08-04T15:36:51.460" v="286" actId="20577"/>
          <ac:spMkLst>
            <pc:docMk/>
            <pc:sldMk cId="1173897663" sldId="261"/>
            <ac:spMk id="7" creationId="{AB9C70F5-AB10-472A-9D6A-2B8EF001CA0E}"/>
          </ac:spMkLst>
        </pc:spChg>
        <pc:spChg chg="mod">
          <ac:chgData name="Russ Henderson" userId="1a9b2c94-14ea-443c-90c9-9fd3fcb66448" providerId="ADAL" clId="{11BF4305-F7AD-4CD8-A002-35CEE8D3879B}" dt="2020-08-04T15:36:27.327" v="225" actId="33524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11BF4305-F7AD-4CD8-A002-35CEE8D3879B}" dt="2020-08-04T15:53:50.591" v="452" actId="1037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11BF4305-F7AD-4CD8-A002-35CEE8D3879B}" dt="2020-08-04T15:53:34.099" v="438" actId="1038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11BF4305-F7AD-4CD8-A002-35CEE8D3879B}" dt="2020-08-04T15:53:23.393" v="394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11BF4305-F7AD-4CD8-A002-35CEE8D3879B}" dt="2020-08-04T15:35:22.456" v="82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11BF4305-F7AD-4CD8-A002-35CEE8D3879B}" dt="2020-08-04T15:35:32.557" v="85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11BF4305-F7AD-4CD8-A002-35CEE8D3879B}" dt="2020-08-04T15:53:10.861" v="39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addSp modSp mod">
        <pc:chgData name="Russ Henderson" userId="1a9b2c94-14ea-443c-90c9-9fd3fcb66448" providerId="ADAL" clId="{11BF4305-F7AD-4CD8-A002-35CEE8D3879B}" dt="2020-08-04T15:51:51.862" v="387" actId="27918"/>
        <pc:sldMkLst>
          <pc:docMk/>
          <pc:sldMk cId="1956434879" sldId="262"/>
        </pc:sldMkLst>
        <pc:spChg chg="add mod">
          <ac:chgData name="Russ Henderson" userId="1a9b2c94-14ea-443c-90c9-9fd3fcb66448" providerId="ADAL" clId="{11BF4305-F7AD-4CD8-A002-35CEE8D3879B}" dt="2020-08-04T15:49:07.758" v="376" actId="20577"/>
          <ac:spMkLst>
            <pc:docMk/>
            <pc:sldMk cId="1956434879" sldId="262"/>
            <ac:spMk id="6" creationId="{D5F06A8A-3544-487A-AC0E-D80BF7D64CFE}"/>
          </ac:spMkLst>
        </pc:spChg>
        <pc:cxnChg chg="add mod">
          <ac:chgData name="Russ Henderson" userId="1a9b2c94-14ea-443c-90c9-9fd3fcb66448" providerId="ADAL" clId="{11BF4305-F7AD-4CD8-A002-35CEE8D3879B}" dt="2020-08-04T15:47:53.966" v="309" actId="13822"/>
          <ac:cxnSpMkLst>
            <pc:docMk/>
            <pc:sldMk cId="1956434879" sldId="262"/>
            <ac:cxnSpMk id="5" creationId="{91CBD2FC-0473-407C-9FD0-D2B229513DC1}"/>
          </ac:cxnSpMkLst>
        </pc:cxnChg>
      </pc:sldChg>
      <pc:sldChg chg="addSp delSp modSp mod">
        <pc:chgData name="Russ Henderson" userId="1a9b2c94-14ea-443c-90c9-9fd3fcb66448" providerId="ADAL" clId="{11BF4305-F7AD-4CD8-A002-35CEE8D3879B}" dt="2020-08-04T15:34:22.506" v="62" actId="14100"/>
        <pc:sldMkLst>
          <pc:docMk/>
          <pc:sldMk cId="2550420645" sldId="263"/>
        </pc:sldMkLst>
        <pc:picChg chg="add mod">
          <ac:chgData name="Russ Henderson" userId="1a9b2c94-14ea-443c-90c9-9fd3fcb66448" providerId="ADAL" clId="{11BF4305-F7AD-4CD8-A002-35CEE8D3879B}" dt="2020-08-04T15:34:22.506" v="62" actId="14100"/>
          <ac:picMkLst>
            <pc:docMk/>
            <pc:sldMk cId="2550420645" sldId="263"/>
            <ac:picMk id="3" creationId="{2D3CC2AC-A0DA-42E1-9DC2-0DD189DA6597}"/>
          </ac:picMkLst>
        </pc:picChg>
        <pc:picChg chg="del">
          <ac:chgData name="Russ Henderson" userId="1a9b2c94-14ea-443c-90c9-9fd3fcb66448" providerId="ADAL" clId="{11BF4305-F7AD-4CD8-A002-35CEE8D3879B}" dt="2020-08-04T15:34:04.875" v="55" actId="478"/>
          <ac:picMkLst>
            <pc:docMk/>
            <pc:sldMk cId="2550420645" sldId="263"/>
            <ac:picMk id="6" creationId="{8FE50189-4DA7-45CE-9070-21EF6B28AC78}"/>
          </ac:picMkLst>
        </pc:picChg>
      </pc:sldChg>
    </pc:docChg>
  </pc:docChgLst>
  <pc:docChgLst>
    <pc:chgData name="Russ Henderson" userId="1a9b2c94-14ea-443c-90c9-9fd3fcb66448" providerId="ADAL" clId="{39DD841E-56F4-4BAC-AFFD-77AB59C376D6}"/>
    <pc:docChg chg="modSld">
      <pc:chgData name="Russ Henderson" userId="1a9b2c94-14ea-443c-90c9-9fd3fcb66448" providerId="ADAL" clId="{39DD841E-56F4-4BAC-AFFD-77AB59C376D6}" dt="2020-07-21T14:00:55.235" v="260" actId="20577"/>
      <pc:docMkLst>
        <pc:docMk/>
      </pc:docMkLst>
      <pc:sldChg chg="modSp mod">
        <pc:chgData name="Russ Henderson" userId="1a9b2c94-14ea-443c-90c9-9fd3fcb66448" providerId="ADAL" clId="{39DD841E-56F4-4BAC-AFFD-77AB59C376D6}" dt="2020-07-21T14:00:55.235" v="2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9DD841E-56F4-4BAC-AFFD-77AB59C376D6}" dt="2020-07-21T13:27:56.231" v="40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9DD841E-56F4-4BAC-AFFD-77AB59C376D6}" dt="2020-07-21T13:59:13.476" v="23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9DD841E-56F4-4BAC-AFFD-77AB59C376D6}" dt="2020-07-21T14:00:55.235" v="260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9DD841E-56F4-4BAC-AFFD-77AB59C376D6}" dt="2020-07-21T13:21:37.954" v="3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39DD841E-56F4-4BAC-AFFD-77AB59C376D6}" dt="2020-07-21T13:54:18.078" v="46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39DD841E-56F4-4BAC-AFFD-77AB59C376D6}" dt="2020-07-21T14:00:09.115" v="256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Mark Hanson" userId="f2be9522-6338-4975-883c-af9ff5125fcb" providerId="ADAL" clId="{5F4069F4-0F9D-4135-B68F-90A4F35AD134}"/>
    <pc:docChg chg="custSel modSld">
      <pc:chgData name="Mark Hanson" userId="f2be9522-6338-4975-883c-af9ff5125fcb" providerId="ADAL" clId="{5F4069F4-0F9D-4135-B68F-90A4F35AD134}" dt="2020-07-07T15:04:06.245" v="1" actId="22"/>
      <pc:docMkLst>
        <pc:docMk/>
      </pc:docMkLst>
      <pc:sldChg chg="addSp delSp mod">
        <pc:chgData name="Mark Hanson" userId="f2be9522-6338-4975-883c-af9ff5125fcb" providerId="ADAL" clId="{5F4069F4-0F9D-4135-B68F-90A4F35AD134}" dt="2020-07-07T15:04:06.245" v="1" actId="22"/>
        <pc:sldMkLst>
          <pc:docMk/>
          <pc:sldMk cId="2550420645" sldId="263"/>
        </pc:sldMkLst>
        <pc:picChg chg="add">
          <ac:chgData name="Mark Hanson" userId="f2be9522-6338-4975-883c-af9ff5125fcb" providerId="ADAL" clId="{5F4069F4-0F9D-4135-B68F-90A4F35AD134}" dt="2020-07-07T15:04:06.245" v="1" actId="22"/>
          <ac:picMkLst>
            <pc:docMk/>
            <pc:sldMk cId="2550420645" sldId="263"/>
            <ac:picMk id="3" creationId="{6AAA37F8-42BC-4E5B-9721-8F863C06D5BF}"/>
          </ac:picMkLst>
        </pc:picChg>
        <pc:picChg chg="del">
          <ac:chgData name="Mark Hanson" userId="f2be9522-6338-4975-883c-af9ff5125fcb" providerId="ADAL" clId="{5F4069F4-0F9D-4135-B68F-90A4F35AD134}" dt="2020-07-07T14:59:23.332" v="0" actId="478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BassPro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28</c:v>
                </c:pt>
                <c:pt idx="3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Providence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E5-4A15-A705-B9F781274EF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0.79032258064516125</c:v>
                </c:pt>
                <c:pt idx="1">
                  <c:v>0.75</c:v>
                </c:pt>
                <c:pt idx="2">
                  <c:v>0.95161290322580649</c:v>
                </c:pt>
                <c:pt idx="3">
                  <c:v>1.044776119402985</c:v>
                </c:pt>
                <c:pt idx="4">
                  <c:v>1.0970149253731343</c:v>
                </c:pt>
                <c:pt idx="5">
                  <c:v>1.1458333333333333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98</c:v>
                      </c:pt>
                      <c:pt idx="1">
                        <c:v>93</c:v>
                      </c:pt>
                      <c:pt idx="2">
                        <c:v>118</c:v>
                      </c:pt>
                      <c:pt idx="3">
                        <c:v>140</c:v>
                      </c:pt>
                      <c:pt idx="4">
                        <c:v>147</c:v>
                      </c:pt>
                      <c:pt idx="5">
                        <c:v>165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28</c:v>
                </c:pt>
                <c:pt idx="3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0.67338709677419351</c:v>
                </c:pt>
                <c:pt idx="1">
                  <c:v>0.8911290322580645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Billed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83.5</c:v>
                      </c:pt>
                      <c:pt idx="1">
                        <c:v>110.5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8/4/2020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Dashboard- 8/4/2020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17710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Providence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Hussmann (LZ)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Flow Intl (LZ)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Service Expansion</a:t>
            </a:r>
          </a:p>
          <a:p>
            <a:pPr lvl="1"/>
            <a:r>
              <a:rPr lang="en-US" sz="1000" dirty="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Azure VMware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WVD </a:t>
            </a:r>
            <a:r>
              <a:rPr lang="en-US" sz="1000" dirty="0" err="1"/>
              <a:t>Quickstart</a:t>
            </a:r>
            <a:r>
              <a:rPr lang="en-US" sz="1000" dirty="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1"/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Estee – Awaiting change freeze to be lifted to perform partial DR test and handover. Marshall taking lead on this one. Scheduled for end of August.</a:t>
            </a:r>
            <a:endParaRPr lang="en-US" sz="1000" dirty="0">
              <a:highlight>
                <a:srgbClr val="FF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 still moving slowly but should ramp up when they give us control of the migrations.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928482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2778157" y="2473150"/>
            <a:ext cx="1616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On Hold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4191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6" y="2782184"/>
            <a:ext cx="1903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34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47640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874245"/>
            <a:ext cx="1644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C70F5-AB10-472A-9D6A-2B8EF001CA0E}"/>
              </a:ext>
            </a:extLst>
          </p:cNvPr>
          <p:cNvSpPr txBox="1"/>
          <p:nvPr/>
        </p:nvSpPr>
        <p:spPr>
          <a:xfrm>
            <a:off x="4956330" y="964796"/>
            <a:ext cx="6063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See next slide for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BassPro</a:t>
            </a:r>
            <a:r>
              <a:rPr lang="en-US" sz="1000" dirty="0"/>
              <a:t> should be ramping up in a few weeks, they’ve added some new apps and servers to the scope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Elekta will likely have to be reduced in a week or two until migrations get started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Providence should start ramping up in the next week or two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3CC2AC-A0DA-42E1-9DC2-0DD189DA6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41" y="1110343"/>
            <a:ext cx="10719917" cy="456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1253277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907767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9452582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8830509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CBD2FC-0473-407C-9FD0-D2B229513DC1}"/>
              </a:ext>
            </a:extLst>
          </p:cNvPr>
          <p:cNvCxnSpPr/>
          <p:nvPr/>
        </p:nvCxnSpPr>
        <p:spPr>
          <a:xfrm>
            <a:off x="9511323" y="743237"/>
            <a:ext cx="0" cy="11871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F06A8A-3544-487A-AC0E-D80BF7D64CFE}"/>
              </a:ext>
            </a:extLst>
          </p:cNvPr>
          <p:cNvSpPr txBox="1"/>
          <p:nvPr/>
        </p:nvSpPr>
        <p:spPr>
          <a:xfrm>
            <a:off x="9473038" y="623419"/>
            <a:ext cx="2020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Joe/Kyle billable 5-10hrs/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wk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5B75DD-2581-4197-AC97-B92FEB480FD2}"/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308</Words>
  <Application>Microsoft Office PowerPoint</Application>
  <PresentationFormat>Widescreen</PresentationFormat>
  <Paragraphs>93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Hanson</dc:creator>
  <cp:lastModifiedBy>Russ Henderson</cp:lastModifiedBy>
  <cp:revision>1</cp:revision>
  <dcterms:created xsi:type="dcterms:W3CDTF">2020-07-21T14:33:41Z</dcterms:created>
  <dcterms:modified xsi:type="dcterms:W3CDTF">2020-08-04T15:53:53Z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