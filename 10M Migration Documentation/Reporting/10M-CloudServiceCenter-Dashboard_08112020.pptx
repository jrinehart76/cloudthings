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61" r:id="rId5"/>
    <p:sldId id="263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4769AA-34B3-4D35-96ED-0C7B2AAF2132}" v="2" dt="2020-08-11T15:46:58.1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282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DC4769AA-34B3-4D35-96ED-0C7B2AAF2132}"/>
    <pc:docChg chg="custSel modSld">
      <pc:chgData name="Russ Henderson" userId="1a9b2c94-14ea-443c-90c9-9fd3fcb66448" providerId="ADAL" clId="{DC4769AA-34B3-4D35-96ED-0C7B2AAF2132}" dt="2020-08-11T15:46:58.188" v="212" actId="27918"/>
      <pc:docMkLst>
        <pc:docMk/>
      </pc:docMkLst>
      <pc:sldChg chg="modSp mod">
        <pc:chgData name="Russ Henderson" userId="1a9b2c94-14ea-443c-90c9-9fd3fcb66448" providerId="ADAL" clId="{DC4769AA-34B3-4D35-96ED-0C7B2AAF2132}" dt="2020-08-11T15:46:06.804" v="207" actId="13926"/>
        <pc:sldMkLst>
          <pc:docMk/>
          <pc:sldMk cId="1173897663" sldId="261"/>
        </pc:sldMkLst>
        <pc:spChg chg="mod">
          <ac:chgData name="Russ Henderson" userId="1a9b2c94-14ea-443c-90c9-9fd3fcb66448" providerId="ADAL" clId="{DC4769AA-34B3-4D35-96ED-0C7B2AAF2132}" dt="2020-08-11T15:44:16.484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DC4769AA-34B3-4D35-96ED-0C7B2AAF2132}" dt="2020-08-11T15:44:36.259" v="81" actId="20577"/>
          <ac:spMkLst>
            <pc:docMk/>
            <pc:sldMk cId="1173897663" sldId="261"/>
            <ac:spMk id="7" creationId="{AB9C70F5-AB10-472A-9D6A-2B8EF001CA0E}"/>
          </ac:spMkLst>
        </pc:spChg>
        <pc:spChg chg="mod">
          <ac:chgData name="Russ Henderson" userId="1a9b2c94-14ea-443c-90c9-9fd3fcb66448" providerId="ADAL" clId="{DC4769AA-34B3-4D35-96ED-0C7B2AAF2132}" dt="2020-08-11T15:46:06.804" v="207" actId="13926"/>
          <ac:spMkLst>
            <pc:docMk/>
            <pc:sldMk cId="1173897663" sldId="261"/>
            <ac:spMk id="42" creationId="{AE980D7D-FB37-48F5-A95F-1685B1BDDF0C}"/>
          </ac:spMkLst>
        </pc:spChg>
      </pc:sldChg>
      <pc:sldChg chg="mod">
        <pc:chgData name="Russ Henderson" userId="1a9b2c94-14ea-443c-90c9-9fd3fcb66448" providerId="ADAL" clId="{DC4769AA-34B3-4D35-96ED-0C7B2AAF2132}" dt="2020-08-11T15:46:58.188" v="212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BassPro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</c:v>
                </c:pt>
                <c:pt idx="1">
                  <c:v>28</c:v>
                </c:pt>
                <c:pt idx="2">
                  <c:v>13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Providence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4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E5-4A15-A705-B9F781274EF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  <c:pt idx="5">
                  <c:v>Three Weeks Out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0.75</c:v>
                </c:pt>
                <c:pt idx="1">
                  <c:v>0.95161290322580649</c:v>
                </c:pt>
                <c:pt idx="2">
                  <c:v>1.032258064516129</c:v>
                </c:pt>
                <c:pt idx="3">
                  <c:v>1.0486111111111112</c:v>
                </c:pt>
                <c:pt idx="4">
                  <c:v>1.3263888888888888</c:v>
                </c:pt>
                <c:pt idx="5">
                  <c:v>1.3541666666666667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  <c:pt idx="5">
                        <c:v>Three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93</c:v>
                      </c:pt>
                      <c:pt idx="1">
                        <c:v>118</c:v>
                      </c:pt>
                      <c:pt idx="2">
                        <c:v>128</c:v>
                      </c:pt>
                      <c:pt idx="3">
                        <c:v>151</c:v>
                      </c:pt>
                      <c:pt idx="4">
                        <c:v>191</c:v>
                      </c:pt>
                      <c:pt idx="5">
                        <c:v>195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32</c:v>
                </c:pt>
                <c:pt idx="2">
                  <c:v>13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0.8911290322580645</c:v>
                </c:pt>
                <c:pt idx="1">
                  <c:v>0.95161290322580649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Billed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110.5</c:v>
                      </c:pt>
                      <c:pt idx="1">
                        <c:v>118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8/11/2020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Dashboard- 8/11/2020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006758" y="1067259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3177107" y="1056690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4336055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471625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079261" y="103871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85355" y="1424914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Elekta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Providence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highlight>
                <a:srgbClr val="00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4408156" y="10263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2708595" y="1389174"/>
            <a:ext cx="15752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Hussmann (LZ)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Flow Intl (LZ)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Samaritan (LZ)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Panasonic (LZ)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CDW (LZ)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Stone (LZ)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Substantial (LZ)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Service Expansion</a:t>
            </a:r>
          </a:p>
          <a:p>
            <a:pPr lvl="1"/>
            <a:r>
              <a:rPr lang="en-US" sz="1000" dirty="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Azure VMware 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WVD </a:t>
            </a:r>
            <a:r>
              <a:rPr lang="en-US" sz="1000" dirty="0" err="1"/>
              <a:t>Quickstart</a:t>
            </a:r>
            <a:r>
              <a:rPr lang="en-US" sz="1000" dirty="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lvl="1"/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Estee – Awaiting change freeze to be lifted to perform partial DR test and handover. Marshall taking lead on this one. Scheduled for end of August</a:t>
            </a:r>
            <a:r>
              <a:rPr lang="en-US" sz="1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Bass Pro – need additional migrations scheduled to keep momentum. Nothing scheduled past this week.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403206" y="3566000"/>
            <a:ext cx="433742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508784" y="356600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594216"/>
              </p:ext>
            </p:extLst>
          </p:nvPr>
        </p:nvGraphicFramePr>
        <p:xfrm>
          <a:off x="4956330" y="3047280"/>
          <a:ext cx="4900593" cy="16459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4020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Other Work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7107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2778157" y="2676348"/>
            <a:ext cx="16165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On Hold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4412159" y="262238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2697166" y="2985382"/>
            <a:ext cx="1903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Estee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WVD deployment process documentation, scripts, automation, training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13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431515" y="4135764"/>
            <a:ext cx="1359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223E31-DA75-410E-8600-E5B01FE2EA4F}"/>
              </a:ext>
            </a:extLst>
          </p:cNvPr>
          <p:cNvCxnSpPr>
            <a:cxnSpLocks/>
          </p:cNvCxnSpPr>
          <p:nvPr/>
        </p:nvCxnSpPr>
        <p:spPr>
          <a:xfrm>
            <a:off x="312551" y="3487487"/>
            <a:ext cx="4526883" cy="11136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6953A68-610C-4B85-946B-84D8FF9CF291}"/>
              </a:ext>
            </a:extLst>
          </p:cNvPr>
          <p:cNvSpPr txBox="1"/>
          <p:nvPr/>
        </p:nvSpPr>
        <p:spPr>
          <a:xfrm>
            <a:off x="866767" y="2679600"/>
            <a:ext cx="111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Landing Zone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11BA38-F671-4200-A383-1F3C38457DC0}"/>
              </a:ext>
            </a:extLst>
          </p:cNvPr>
          <p:cNvSpPr txBox="1"/>
          <p:nvPr/>
        </p:nvSpPr>
        <p:spPr>
          <a:xfrm>
            <a:off x="362156" y="2944583"/>
            <a:ext cx="1644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A30A27-9105-4BE6-A255-CBF76797618D}"/>
              </a:ext>
            </a:extLst>
          </p:cNvPr>
          <p:cNvSpPr txBox="1"/>
          <p:nvPr/>
        </p:nvSpPr>
        <p:spPr>
          <a:xfrm>
            <a:off x="4413569" y="403763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C70F5-AB10-472A-9D6A-2B8EF001CA0E}"/>
              </a:ext>
            </a:extLst>
          </p:cNvPr>
          <p:cNvSpPr txBox="1"/>
          <p:nvPr/>
        </p:nvSpPr>
        <p:spPr>
          <a:xfrm>
            <a:off x="4956330" y="964796"/>
            <a:ext cx="6063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1" dirty="0"/>
              <a:t>See next slide for details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BassPro is ramping up, and will likely get extended due to the remaining budget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Elekta will likely have to be reduced in a week or two until migrations get started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Providence should start ramping up in the next week or two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8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ADB677-9B03-46B1-8EF8-F5C1F0949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32" y="1030927"/>
            <a:ext cx="11044335" cy="479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20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Work Items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221266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5760587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7072292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1342616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CBD2FC-0473-407C-9FD0-D2B229513DC1}"/>
              </a:ext>
            </a:extLst>
          </p:cNvPr>
          <p:cNvCxnSpPr/>
          <p:nvPr/>
        </p:nvCxnSpPr>
        <p:spPr>
          <a:xfrm>
            <a:off x="8823567" y="743237"/>
            <a:ext cx="0" cy="1187163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F06A8A-3544-487A-AC0E-D80BF7D64CFE}"/>
              </a:ext>
            </a:extLst>
          </p:cNvPr>
          <p:cNvSpPr txBox="1"/>
          <p:nvPr/>
        </p:nvSpPr>
        <p:spPr>
          <a:xfrm>
            <a:off x="8785282" y="623419"/>
            <a:ext cx="2020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Joe/Kyle billable 5-10hrs/</a:t>
            </a:r>
            <a:r>
              <a:rPr lang="en-US" sz="1200" dirty="0" err="1">
                <a:solidFill>
                  <a:schemeClr val="accent1">
                    <a:lumMod val="75000"/>
                  </a:schemeClr>
                </a:solidFill>
              </a:rPr>
              <a:t>wk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7" ma:contentTypeDescription="Create a new document." ma:contentTypeScope="" ma:versionID="2b1de2b3930e9c636cd8b9c792a53b8e">
  <xsd:schema xmlns:xsd="http://www.w3.org/2001/XMLSchema" xmlns:xs="http://www.w3.org/2001/XMLSchema" xmlns:p="http://schemas.microsoft.com/office/2006/metadata/properties" xmlns:ns2="2c4e1b44-4198-4e94-9bea-673078799ec1" xmlns:ns3="bbc0f3e1-63d8-48db-92f9-b9c2323a3b10" targetNamespace="http://schemas.microsoft.com/office/2006/metadata/properties" ma:root="true" ma:fieldsID="7b73ca05e44a74a406f423556b9535e2" ns2:_="" ns3:_="">
    <xsd:import namespace="2c4e1b44-4198-4e94-9bea-673078799ec1"/>
    <xsd:import namespace="bbc0f3e1-63d8-48db-92f9-b9c2323a3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0f3e1-63d8-48db-92f9-b9c2323a3b1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83BAB9-18D5-4E47-A318-DC6976FBAD6B}"/>
</file>

<file path=customXml/itemProps2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769C7C-D2D7-4B2B-96BE-2857F7180038}">
  <ds:schemaRefs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2c4e1b44-4198-4e94-9bea-673078799ec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324</Words>
  <Application>Microsoft Office PowerPoint</Application>
  <PresentationFormat>Widescreen</PresentationFormat>
  <Paragraphs>98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Hanson</dc:creator>
  <cp:lastModifiedBy>Russ Henderson</cp:lastModifiedBy>
  <cp:revision>2</cp:revision>
  <dcterms:created xsi:type="dcterms:W3CDTF">2020-07-21T14:33:41Z</dcterms:created>
  <dcterms:modified xsi:type="dcterms:W3CDTF">2020-08-11T15:47:21Z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