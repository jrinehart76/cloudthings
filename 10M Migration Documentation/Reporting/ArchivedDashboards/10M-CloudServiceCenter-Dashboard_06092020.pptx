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7"/>
  </p:notesMasterIdLst>
  <p:sldIdLst>
    <p:sldId id="261" r:id="rId5"/>
    <p:sldId id="26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44" userDrawn="1">
          <p15:clr>
            <a:srgbClr val="A4A3A4"/>
          </p15:clr>
        </p15:guide>
        <p15:guide id="2" pos="225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2424"/>
    <a:srgbClr val="F26322"/>
    <a:srgbClr val="CFD5EA"/>
    <a:srgbClr val="E9EBF5"/>
    <a:srgbClr val="EE7226"/>
    <a:srgbClr val="872B85"/>
    <a:srgbClr val="E743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BAA79EE-575D-4443-A95C-122BB3CAE896}" v="7" dt="2020-06-09T13:34:37.6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9" d="100"/>
          <a:sy n="119" d="100"/>
        </p:scale>
        <p:origin x="234" y="120"/>
      </p:cViewPr>
      <p:guideLst>
        <p:guide orient="horz" pos="3144"/>
        <p:guide pos="225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uss Henderson" userId="1a9b2c94-14ea-443c-90c9-9fd3fcb66448" providerId="ADAL" clId="{DBAA79EE-575D-4443-A95C-122BB3CAE896}"/>
    <pc:docChg chg="custSel modSld">
      <pc:chgData name="Russ Henderson" userId="1a9b2c94-14ea-443c-90c9-9fd3fcb66448" providerId="ADAL" clId="{DBAA79EE-575D-4443-A95C-122BB3CAE896}" dt="2020-06-09T15:00:39.912" v="292" actId="20577"/>
      <pc:docMkLst>
        <pc:docMk/>
      </pc:docMkLst>
      <pc:sldChg chg="modSp mod">
        <pc:chgData name="Russ Henderson" userId="1a9b2c94-14ea-443c-90c9-9fd3fcb66448" providerId="ADAL" clId="{DBAA79EE-575D-4443-A95C-122BB3CAE896}" dt="2020-06-09T15:00:39.912" v="292" actId="20577"/>
        <pc:sldMkLst>
          <pc:docMk/>
          <pc:sldMk cId="1173897663" sldId="261"/>
        </pc:sldMkLst>
        <pc:spChg chg="mod">
          <ac:chgData name="Russ Henderson" userId="1a9b2c94-14ea-443c-90c9-9fd3fcb66448" providerId="ADAL" clId="{DBAA79EE-575D-4443-A95C-122BB3CAE896}" dt="2020-06-09T13:17:36.073" v="1" actId="20577"/>
          <ac:spMkLst>
            <pc:docMk/>
            <pc:sldMk cId="1173897663" sldId="261"/>
            <ac:spMk id="2" creationId="{E8E1AD1F-A367-4E69-850E-32CBFBBCF009}"/>
          </ac:spMkLst>
        </pc:spChg>
        <pc:spChg chg="mod">
          <ac:chgData name="Russ Henderson" userId="1a9b2c94-14ea-443c-90c9-9fd3fcb66448" providerId="ADAL" clId="{DBAA79EE-575D-4443-A95C-122BB3CAE896}" dt="2020-06-09T13:45:57.141" v="119" actId="13926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DBAA79EE-575D-4443-A95C-122BB3CAE896}" dt="2020-06-09T15:00:39.912" v="292" actId="20577"/>
          <ac:spMkLst>
            <pc:docMk/>
            <pc:sldMk cId="1173897663" sldId="261"/>
            <ac:spMk id="42" creationId="{AE980D7D-FB37-48F5-A95F-1685B1BDDF0C}"/>
          </ac:spMkLst>
        </pc:spChg>
        <pc:graphicFrameChg chg="modGraphic">
          <ac:chgData name="Russ Henderson" userId="1a9b2c94-14ea-443c-90c9-9fd3fcb66448" providerId="ADAL" clId="{DBAA79EE-575D-4443-A95C-122BB3CAE896}" dt="2020-06-09T13:29:11.045" v="98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 modGraphic">
          <ac:chgData name="Russ Henderson" userId="1a9b2c94-14ea-443c-90c9-9fd3fcb66448" providerId="ADAL" clId="{DBAA79EE-575D-4443-A95C-122BB3CAE896}" dt="2020-06-09T13:24:50.294" v="78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</pc:sldChg>
      <pc:sldChg chg="mod">
        <pc:chgData name="Russ Henderson" userId="1a9b2c94-14ea-443c-90c9-9fd3fcb66448" providerId="ADAL" clId="{DBAA79EE-575D-4443-A95C-122BB3CAE896}" dt="2020-06-09T13:35:21.171" v="117" actId="27918"/>
        <pc:sldMkLst>
          <pc:docMk/>
          <pc:sldMk cId="1956434879" sldId="262"/>
        </pc:sldMkLst>
      </pc:sldChg>
    </pc:docChg>
  </pc:docChgLst>
  <pc:docChgLst>
    <pc:chgData name="Russ Henderson" userId="1a9b2c94-14ea-443c-90c9-9fd3fcb66448" providerId="ADAL" clId="{07591BE0-5A3B-496C-8E8F-3DBDE978F790}"/>
    <pc:docChg chg="undo custSel modSld">
      <pc:chgData name="Russ Henderson" userId="1a9b2c94-14ea-443c-90c9-9fd3fcb66448" providerId="ADAL" clId="{07591BE0-5A3B-496C-8E8F-3DBDE978F790}" dt="2020-04-07T15:48:16.497" v="343" actId="1035"/>
      <pc:docMkLst>
        <pc:docMk/>
      </pc:docMkLst>
      <pc:sldChg chg="modSp mod">
        <pc:chgData name="Russ Henderson" userId="1a9b2c94-14ea-443c-90c9-9fd3fcb66448" providerId="ADAL" clId="{07591BE0-5A3B-496C-8E8F-3DBDE978F790}" dt="2020-04-07T15:48:16.497" v="343" actId="1035"/>
        <pc:sldMkLst>
          <pc:docMk/>
          <pc:sldMk cId="1173897663" sldId="261"/>
        </pc:sldMkLst>
        <pc:spChg chg="mod">
          <ac:chgData name="Russ Henderson" userId="1a9b2c94-14ea-443c-90c9-9fd3fcb66448" providerId="ADAL" clId="{07591BE0-5A3B-496C-8E8F-3DBDE978F790}" dt="2020-04-07T15:48:16.497" v="343" actId="1035"/>
          <ac:spMkLst>
            <pc:docMk/>
            <pc:sldMk cId="1173897663" sldId="261"/>
            <ac:spMk id="2" creationId="{E8E1AD1F-A367-4E69-850E-32CBFBBCF009}"/>
          </ac:spMkLst>
        </pc:spChg>
        <pc:spChg chg="mod">
          <ac:chgData name="Russ Henderson" userId="1a9b2c94-14ea-443c-90c9-9fd3fcb66448" providerId="ADAL" clId="{07591BE0-5A3B-496C-8E8F-3DBDE978F790}" dt="2020-04-07T13:48:19.926" v="62" actId="2057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07591BE0-5A3B-496C-8E8F-3DBDE978F790}" dt="2020-04-07T13:58:46.194" v="231" actId="20577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07591BE0-5A3B-496C-8E8F-3DBDE978F790}" dt="2020-04-07T14:04:25.915" v="233" actId="20577"/>
          <ac:spMkLst>
            <pc:docMk/>
            <pc:sldMk cId="1173897663" sldId="261"/>
            <ac:spMk id="52" creationId="{82383ED4-4EBF-46A7-90F4-286AB16C82C2}"/>
          </ac:spMkLst>
        </pc:spChg>
        <pc:spChg chg="mod">
          <ac:chgData name="Russ Henderson" userId="1a9b2c94-14ea-443c-90c9-9fd3fcb66448" providerId="ADAL" clId="{07591BE0-5A3B-496C-8E8F-3DBDE978F790}" dt="2020-04-07T14:04:24.649" v="232" actId="20577"/>
          <ac:spMkLst>
            <pc:docMk/>
            <pc:sldMk cId="1173897663" sldId="261"/>
            <ac:spMk id="69" creationId="{DAEF5622-3F9C-42CF-B9CD-42D678C16880}"/>
          </ac:spMkLst>
        </pc:spChg>
        <pc:spChg chg="mod">
          <ac:chgData name="Russ Henderson" userId="1a9b2c94-14ea-443c-90c9-9fd3fcb66448" providerId="ADAL" clId="{07591BE0-5A3B-496C-8E8F-3DBDE978F790}" dt="2020-04-07T15:42:37.911" v="268" actId="20577"/>
          <ac:spMkLst>
            <pc:docMk/>
            <pc:sldMk cId="1173897663" sldId="261"/>
            <ac:spMk id="76" creationId="{C8F8E51E-CCCA-48B9-B741-E38FA20A95D8}"/>
          </ac:spMkLst>
        </pc:spChg>
        <pc:graphicFrameChg chg="modGraphic">
          <ac:chgData name="Russ Henderson" userId="1a9b2c94-14ea-443c-90c9-9fd3fcb66448" providerId="ADAL" clId="{07591BE0-5A3B-496C-8E8F-3DBDE978F790}" dt="2020-04-07T13:47:20.502" v="58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07591BE0-5A3B-496C-8E8F-3DBDE978F790}" dt="2020-04-07T15:46:55.134" v="309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</pc:sldChg>
      <pc:sldChg chg="mod">
        <pc:chgData name="Russ Henderson" userId="1a9b2c94-14ea-443c-90c9-9fd3fcb66448" providerId="ADAL" clId="{07591BE0-5A3B-496C-8E8F-3DBDE978F790}" dt="2020-04-07T15:46:19.227" v="305" actId="27918"/>
        <pc:sldMkLst>
          <pc:docMk/>
          <pc:sldMk cId="1956434879" sldId="262"/>
        </pc:sldMkLst>
      </pc:sldChg>
    </pc:docChg>
  </pc:docChgLst>
  <pc:docChgLst>
    <pc:chgData name="Russ Henderson" userId="1a9b2c94-14ea-443c-90c9-9fd3fcb66448" providerId="ADAL" clId="{0AC64BC7-2F0F-4FCD-A776-05CDB210496E}"/>
    <pc:docChg chg="custSel modSld">
      <pc:chgData name="Russ Henderson" userId="1a9b2c94-14ea-443c-90c9-9fd3fcb66448" providerId="ADAL" clId="{0AC64BC7-2F0F-4FCD-A776-05CDB210496E}" dt="2020-05-12T15:04:35.380" v="147" actId="20577"/>
      <pc:docMkLst>
        <pc:docMk/>
      </pc:docMkLst>
      <pc:sldChg chg="modSp mod">
        <pc:chgData name="Russ Henderson" userId="1a9b2c94-14ea-443c-90c9-9fd3fcb66448" providerId="ADAL" clId="{0AC64BC7-2F0F-4FCD-A776-05CDB210496E}" dt="2020-05-12T15:04:35.380" v="147" actId="20577"/>
        <pc:sldMkLst>
          <pc:docMk/>
          <pc:sldMk cId="1173897663" sldId="261"/>
        </pc:sldMkLst>
        <pc:spChg chg="mod">
          <ac:chgData name="Russ Henderson" userId="1a9b2c94-14ea-443c-90c9-9fd3fcb66448" providerId="ADAL" clId="{0AC64BC7-2F0F-4FCD-A776-05CDB210496E}" dt="2020-05-12T15:04:35.380" v="147" actId="20577"/>
          <ac:spMkLst>
            <pc:docMk/>
            <pc:sldMk cId="1173897663" sldId="261"/>
            <ac:spMk id="2" creationId="{E8E1AD1F-A367-4E69-850E-32CBFBBCF009}"/>
          </ac:spMkLst>
        </pc:spChg>
        <pc:spChg chg="mod">
          <ac:chgData name="Russ Henderson" userId="1a9b2c94-14ea-443c-90c9-9fd3fcb66448" providerId="ADAL" clId="{0AC64BC7-2F0F-4FCD-A776-05CDB210496E}" dt="2020-05-12T13:43:49.075" v="23" actId="2057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0AC64BC7-2F0F-4FCD-A776-05CDB210496E}" dt="2020-05-12T13:49:22.925" v="104" actId="13926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0AC64BC7-2F0F-4FCD-A776-05CDB210496E}" dt="2020-05-12T13:44:22.963" v="49" actId="20577"/>
          <ac:spMkLst>
            <pc:docMk/>
            <pc:sldMk cId="1173897663" sldId="261"/>
            <ac:spMk id="57" creationId="{3D3F5AAB-FBBC-4B57-9CFF-BCEAC7DB7216}"/>
          </ac:spMkLst>
        </pc:spChg>
        <pc:graphicFrameChg chg="modGraphic">
          <ac:chgData name="Russ Henderson" userId="1a9b2c94-14ea-443c-90c9-9fd3fcb66448" providerId="ADAL" clId="{0AC64BC7-2F0F-4FCD-A776-05CDB210496E}" dt="2020-05-12T13:43:27.325" v="21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0AC64BC7-2F0F-4FCD-A776-05CDB210496E}" dt="2020-05-12T13:46:46.402" v="54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</pc:sldChg>
      <pc:sldChg chg="mod">
        <pc:chgData name="Russ Henderson" userId="1a9b2c94-14ea-443c-90c9-9fd3fcb66448" providerId="ADAL" clId="{0AC64BC7-2F0F-4FCD-A776-05CDB210496E}" dt="2020-05-12T15:01:52.925" v="144" actId="27918"/>
        <pc:sldMkLst>
          <pc:docMk/>
          <pc:sldMk cId="1956434879" sldId="262"/>
        </pc:sldMkLst>
      </pc:sldChg>
    </pc:docChg>
  </pc:docChgLst>
  <pc:docChgLst>
    <pc:chgData name="Russ Henderson" userId="1a9b2c94-14ea-443c-90c9-9fd3fcb66448" providerId="ADAL" clId="{EDAD0B06-4C5D-4DD4-9E2F-7118CF0F82B5}"/>
    <pc:docChg chg="custSel modSld">
      <pc:chgData name="Russ Henderson" userId="1a9b2c94-14ea-443c-90c9-9fd3fcb66448" providerId="ADAL" clId="{EDAD0B06-4C5D-4DD4-9E2F-7118CF0F82B5}" dt="2020-04-21T14:56:26.841" v="489" actId="207"/>
      <pc:docMkLst>
        <pc:docMk/>
      </pc:docMkLst>
      <pc:sldChg chg="modSp mod">
        <pc:chgData name="Russ Henderson" userId="1a9b2c94-14ea-443c-90c9-9fd3fcb66448" providerId="ADAL" clId="{EDAD0B06-4C5D-4DD4-9E2F-7118CF0F82B5}" dt="2020-04-21T14:56:26.841" v="489" actId="207"/>
        <pc:sldMkLst>
          <pc:docMk/>
          <pc:sldMk cId="1173897663" sldId="261"/>
        </pc:sldMkLst>
        <pc:spChg chg="mod">
          <ac:chgData name="Russ Henderson" userId="1a9b2c94-14ea-443c-90c9-9fd3fcb66448" providerId="ADAL" clId="{EDAD0B06-4C5D-4DD4-9E2F-7118CF0F82B5}" dt="2020-04-21T13:47:04.833" v="112" actId="20577"/>
          <ac:spMkLst>
            <pc:docMk/>
            <pc:sldMk cId="1173897663" sldId="261"/>
            <ac:spMk id="2" creationId="{E8E1AD1F-A367-4E69-850E-32CBFBBCF009}"/>
          </ac:spMkLst>
        </pc:spChg>
        <pc:spChg chg="mod">
          <ac:chgData name="Russ Henderson" userId="1a9b2c94-14ea-443c-90c9-9fd3fcb66448" providerId="ADAL" clId="{EDAD0B06-4C5D-4DD4-9E2F-7118CF0F82B5}" dt="2020-04-21T14:56:26.841" v="489" actId="207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EDAD0B06-4C5D-4DD4-9E2F-7118CF0F82B5}" dt="2020-04-21T13:49:10.293" v="469" actId="1036"/>
          <ac:spMkLst>
            <pc:docMk/>
            <pc:sldMk cId="1173897663" sldId="261"/>
            <ac:spMk id="18" creationId="{45957F6D-9C77-3244-889C-94DC772ECCF8}"/>
          </ac:spMkLst>
        </pc:spChg>
        <pc:spChg chg="mod">
          <ac:chgData name="Russ Henderson" userId="1a9b2c94-14ea-443c-90c9-9fd3fcb66448" providerId="ADAL" clId="{EDAD0B06-4C5D-4DD4-9E2F-7118CF0F82B5}" dt="2020-04-21T13:45:48.354" v="108" actId="2057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EDAD0B06-4C5D-4DD4-9E2F-7118CF0F82B5}" dt="2020-04-21T13:48:52.578" v="465" actId="20577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EDAD0B06-4C5D-4DD4-9E2F-7118CF0F82B5}" dt="2020-04-21T14:55:27.725" v="485" actId="20577"/>
          <ac:spMkLst>
            <pc:docMk/>
            <pc:sldMk cId="1173897663" sldId="261"/>
            <ac:spMk id="57" creationId="{3D3F5AAB-FBBC-4B57-9CFF-BCEAC7DB7216}"/>
          </ac:spMkLst>
        </pc:spChg>
        <pc:spChg chg="mod">
          <ac:chgData name="Russ Henderson" userId="1a9b2c94-14ea-443c-90c9-9fd3fcb66448" providerId="ADAL" clId="{EDAD0B06-4C5D-4DD4-9E2F-7118CF0F82B5}" dt="2020-04-21T13:42:54.645" v="77" actId="20577"/>
          <ac:spMkLst>
            <pc:docMk/>
            <pc:sldMk cId="1173897663" sldId="261"/>
            <ac:spMk id="76" creationId="{C8F8E51E-CCCA-48B9-B741-E38FA20A95D8}"/>
          </ac:spMkLst>
        </pc:spChg>
        <pc:graphicFrameChg chg="modGraphic">
          <ac:chgData name="Russ Henderson" userId="1a9b2c94-14ea-443c-90c9-9fd3fcb66448" providerId="ADAL" clId="{EDAD0B06-4C5D-4DD4-9E2F-7118CF0F82B5}" dt="2020-04-21T13:45:18.312" v="106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EDAD0B06-4C5D-4DD4-9E2F-7118CF0F82B5}" dt="2020-04-21T13:42:42.970" v="73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  <pc:picChg chg="mod">
          <ac:chgData name="Russ Henderson" userId="1a9b2c94-14ea-443c-90c9-9fd3fcb66448" providerId="ADAL" clId="{EDAD0B06-4C5D-4DD4-9E2F-7118CF0F82B5}" dt="2020-04-21T13:49:10.293" v="469" actId="1036"/>
          <ac:picMkLst>
            <pc:docMk/>
            <pc:sldMk cId="1173897663" sldId="261"/>
            <ac:picMk id="4" creationId="{0C0C4FB1-5862-714A-8C49-72A3B616B199}"/>
          </ac:picMkLst>
        </pc:picChg>
      </pc:sldChg>
      <pc:sldChg chg="modSp mod">
        <pc:chgData name="Russ Henderson" userId="1a9b2c94-14ea-443c-90c9-9fd3fcb66448" providerId="ADAL" clId="{EDAD0B06-4C5D-4DD4-9E2F-7118CF0F82B5}" dt="2020-04-21T14:27:16.244" v="477" actId="27918"/>
        <pc:sldMkLst>
          <pc:docMk/>
          <pc:sldMk cId="1956434879" sldId="262"/>
        </pc:sldMkLst>
        <pc:spChg chg="mod">
          <ac:chgData name="Russ Henderson" userId="1a9b2c94-14ea-443c-90c9-9fd3fcb66448" providerId="ADAL" clId="{EDAD0B06-4C5D-4DD4-9E2F-7118CF0F82B5}" dt="2020-04-21T13:49:01.990" v="467" actId="1036"/>
          <ac:spMkLst>
            <pc:docMk/>
            <pc:sldMk cId="1956434879" sldId="262"/>
            <ac:spMk id="15" creationId="{50B28D5B-36D7-46D7-989B-471B3B728B26}"/>
          </ac:spMkLst>
        </pc:spChg>
        <pc:picChg chg="mod">
          <ac:chgData name="Russ Henderson" userId="1a9b2c94-14ea-443c-90c9-9fd3fcb66448" providerId="ADAL" clId="{EDAD0B06-4C5D-4DD4-9E2F-7118CF0F82B5}" dt="2020-04-21T13:49:18.189" v="471" actId="1036"/>
          <ac:picMkLst>
            <pc:docMk/>
            <pc:sldMk cId="1956434879" sldId="262"/>
            <ac:picMk id="16" creationId="{8E8640BC-2D20-4E8F-A5EB-0A9802524804}"/>
          </ac:picMkLst>
        </pc:picChg>
      </pc:sldChg>
    </pc:docChg>
  </pc:docChgLst>
  <pc:docChgLst>
    <pc:chgData name="Russ Henderson" userId="1a9b2c94-14ea-443c-90c9-9fd3fcb66448" providerId="ADAL" clId="{5F642EC4-D275-4449-8448-A2728364F5E4}"/>
    <pc:docChg chg="undo custSel modSld">
      <pc:chgData name="Russ Henderson" userId="1a9b2c94-14ea-443c-90c9-9fd3fcb66448" providerId="ADAL" clId="{5F642EC4-D275-4449-8448-A2728364F5E4}" dt="2020-06-02T15:00:15.864" v="1307" actId="20577"/>
      <pc:docMkLst>
        <pc:docMk/>
      </pc:docMkLst>
      <pc:sldChg chg="addSp delSp modSp mod">
        <pc:chgData name="Russ Henderson" userId="1a9b2c94-14ea-443c-90c9-9fd3fcb66448" providerId="ADAL" clId="{5F642EC4-D275-4449-8448-A2728364F5E4}" dt="2020-06-02T15:00:15.864" v="1307" actId="20577"/>
        <pc:sldMkLst>
          <pc:docMk/>
          <pc:sldMk cId="1173897663" sldId="261"/>
        </pc:sldMkLst>
        <pc:spChg chg="mod">
          <ac:chgData name="Russ Henderson" userId="1a9b2c94-14ea-443c-90c9-9fd3fcb66448" providerId="ADAL" clId="{5F642EC4-D275-4449-8448-A2728364F5E4}" dt="2020-06-02T13:36:37.141" v="8" actId="20577"/>
          <ac:spMkLst>
            <pc:docMk/>
            <pc:sldMk cId="1173897663" sldId="261"/>
            <ac:spMk id="2" creationId="{E8E1AD1F-A367-4E69-850E-32CBFBBCF009}"/>
          </ac:spMkLst>
        </pc:spChg>
        <pc:spChg chg="mod">
          <ac:chgData name="Russ Henderson" userId="1a9b2c94-14ea-443c-90c9-9fd3fcb66448" providerId="ADAL" clId="{5F642EC4-D275-4449-8448-A2728364F5E4}" dt="2020-06-02T14:27:59.909" v="968" actId="1036"/>
          <ac:spMkLst>
            <pc:docMk/>
            <pc:sldMk cId="1173897663" sldId="261"/>
            <ac:spMk id="6" creationId="{407CCA7D-EC42-4008-9EE8-8B4577157858}"/>
          </ac:spMkLst>
        </pc:spChg>
        <pc:spChg chg="mod">
          <ac:chgData name="Russ Henderson" userId="1a9b2c94-14ea-443c-90c9-9fd3fcb66448" providerId="ADAL" clId="{5F642EC4-D275-4449-8448-A2728364F5E4}" dt="2020-06-02T14:52:09.781" v="1245" actId="207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5F642EC4-D275-4449-8448-A2728364F5E4}" dt="2020-06-02T14:25:28.174" v="654" actId="20577"/>
          <ac:spMkLst>
            <pc:docMk/>
            <pc:sldMk cId="1173897663" sldId="261"/>
            <ac:spMk id="32" creationId="{62AAD429-2BA2-45CA-8A38-76AC5DDF4DFF}"/>
          </ac:spMkLst>
        </pc:spChg>
        <pc:spChg chg="del mod">
          <ac:chgData name="Russ Henderson" userId="1a9b2c94-14ea-443c-90c9-9fd3fcb66448" providerId="ADAL" clId="{5F642EC4-D275-4449-8448-A2728364F5E4}" dt="2020-06-02T14:16:54.702" v="348" actId="478"/>
          <ac:spMkLst>
            <pc:docMk/>
            <pc:sldMk cId="1173897663" sldId="261"/>
            <ac:spMk id="41" creationId="{7D6CE94F-706C-4217-8F89-B97F45884475}"/>
          </ac:spMkLst>
        </pc:spChg>
        <pc:spChg chg="mod">
          <ac:chgData name="Russ Henderson" userId="1a9b2c94-14ea-443c-90c9-9fd3fcb66448" providerId="ADAL" clId="{5F642EC4-D275-4449-8448-A2728364F5E4}" dt="2020-06-02T15:00:15.864" v="1307" actId="20577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5F642EC4-D275-4449-8448-A2728364F5E4}" dt="2020-06-02T14:28:36.635" v="1162" actId="1037"/>
          <ac:spMkLst>
            <pc:docMk/>
            <pc:sldMk cId="1173897663" sldId="261"/>
            <ac:spMk id="45" creationId="{88C184A4-05E8-499D-810E-2D3F3CEBDF5E}"/>
          </ac:spMkLst>
        </pc:spChg>
        <pc:spChg chg="add mod">
          <ac:chgData name="Russ Henderson" userId="1a9b2c94-14ea-443c-90c9-9fd3fcb66448" providerId="ADAL" clId="{5F642EC4-D275-4449-8448-A2728364F5E4}" dt="2020-06-02T14:30:05.954" v="1220" actId="1037"/>
          <ac:spMkLst>
            <pc:docMk/>
            <pc:sldMk cId="1173897663" sldId="261"/>
            <ac:spMk id="47" creationId="{E6953A68-610C-4B85-946B-84D8FF9CF291}"/>
          </ac:spMkLst>
        </pc:spChg>
        <pc:spChg chg="add del mod">
          <ac:chgData name="Russ Henderson" userId="1a9b2c94-14ea-443c-90c9-9fd3fcb66448" providerId="ADAL" clId="{5F642EC4-D275-4449-8448-A2728364F5E4}" dt="2020-06-02T14:18:58.399" v="505"/>
          <ac:spMkLst>
            <pc:docMk/>
            <pc:sldMk cId="1173897663" sldId="261"/>
            <ac:spMk id="48" creationId="{5AC71659-F2A9-4BDC-B867-6E346A16F05A}"/>
          </ac:spMkLst>
        </pc:spChg>
        <pc:spChg chg="mod">
          <ac:chgData name="Russ Henderson" userId="1a9b2c94-14ea-443c-90c9-9fd3fcb66448" providerId="ADAL" clId="{5F642EC4-D275-4449-8448-A2728364F5E4}" dt="2020-06-02T14:29:59.869" v="1207" actId="1036"/>
          <ac:spMkLst>
            <pc:docMk/>
            <pc:sldMk cId="1173897663" sldId="261"/>
            <ac:spMk id="49" creationId="{082254B8-1B23-49EA-8402-27581F6A8FE8}"/>
          </ac:spMkLst>
        </pc:spChg>
        <pc:spChg chg="mod">
          <ac:chgData name="Russ Henderson" userId="1a9b2c94-14ea-443c-90c9-9fd3fcb66448" providerId="ADAL" clId="{5F642EC4-D275-4449-8448-A2728364F5E4}" dt="2020-06-02T14:29:41.936" v="1199" actId="1076"/>
          <ac:spMkLst>
            <pc:docMk/>
            <pc:sldMk cId="1173897663" sldId="261"/>
            <ac:spMk id="50" creationId="{2F4B148D-DA46-4BC2-BBEE-DD3DC3865284}"/>
          </ac:spMkLst>
        </pc:spChg>
        <pc:spChg chg="mod">
          <ac:chgData name="Russ Henderson" userId="1a9b2c94-14ea-443c-90c9-9fd3fcb66448" providerId="ADAL" clId="{5F642EC4-D275-4449-8448-A2728364F5E4}" dt="2020-06-02T14:51:55.965" v="1241" actId="1036"/>
          <ac:spMkLst>
            <pc:docMk/>
            <pc:sldMk cId="1173897663" sldId="261"/>
            <ac:spMk id="51" creationId="{2244544F-E41D-42E0-BA5F-C4A1CBF5A71D}"/>
          </ac:spMkLst>
        </pc:spChg>
        <pc:spChg chg="mod">
          <ac:chgData name="Russ Henderson" userId="1a9b2c94-14ea-443c-90c9-9fd3fcb66448" providerId="ADAL" clId="{5F642EC4-D275-4449-8448-A2728364F5E4}" dt="2020-06-02T14:27:27.082" v="813" actId="1035"/>
          <ac:spMkLst>
            <pc:docMk/>
            <pc:sldMk cId="1173897663" sldId="261"/>
            <ac:spMk id="52" creationId="{82383ED4-4EBF-46A7-90F4-286AB16C82C2}"/>
          </ac:spMkLst>
        </pc:spChg>
        <pc:spChg chg="mod">
          <ac:chgData name="Russ Henderson" userId="1a9b2c94-14ea-443c-90c9-9fd3fcb66448" providerId="ADAL" clId="{5F642EC4-D275-4449-8448-A2728364F5E4}" dt="2020-06-02T14:17:39.665" v="414" actId="14100"/>
          <ac:spMkLst>
            <pc:docMk/>
            <pc:sldMk cId="1173897663" sldId="261"/>
            <ac:spMk id="54" creationId="{B6077B14-C081-4433-BE58-A7678CC4031B}"/>
          </ac:spMkLst>
        </pc:spChg>
        <pc:spChg chg="mod">
          <ac:chgData name="Russ Henderson" userId="1a9b2c94-14ea-443c-90c9-9fd3fcb66448" providerId="ADAL" clId="{5F642EC4-D275-4449-8448-A2728364F5E4}" dt="2020-06-02T14:59:25.645" v="1300" actId="1037"/>
          <ac:spMkLst>
            <pc:docMk/>
            <pc:sldMk cId="1173897663" sldId="261"/>
            <ac:spMk id="55" creationId="{39B7711F-D7C4-41F4-917D-06A04C9D2E0E}"/>
          </ac:spMkLst>
        </pc:spChg>
        <pc:spChg chg="mod">
          <ac:chgData name="Russ Henderson" userId="1a9b2c94-14ea-443c-90c9-9fd3fcb66448" providerId="ADAL" clId="{5F642EC4-D275-4449-8448-A2728364F5E4}" dt="2020-06-02T14:29:41.936" v="1199" actId="1076"/>
          <ac:spMkLst>
            <pc:docMk/>
            <pc:sldMk cId="1173897663" sldId="261"/>
            <ac:spMk id="56" creationId="{B1003535-DD27-47C0-B59A-E47FE84DE96D}"/>
          </ac:spMkLst>
        </pc:spChg>
        <pc:spChg chg="mod">
          <ac:chgData name="Russ Henderson" userId="1a9b2c94-14ea-443c-90c9-9fd3fcb66448" providerId="ADAL" clId="{5F642EC4-D275-4449-8448-A2728364F5E4}" dt="2020-06-02T14:52:01.669" v="1244" actId="1036"/>
          <ac:spMkLst>
            <pc:docMk/>
            <pc:sldMk cId="1173897663" sldId="261"/>
            <ac:spMk id="57" creationId="{3D3F5AAB-FBBC-4B57-9CFF-BCEAC7DB7216}"/>
          </ac:spMkLst>
        </pc:spChg>
        <pc:spChg chg="add mod">
          <ac:chgData name="Russ Henderson" userId="1a9b2c94-14ea-443c-90c9-9fd3fcb66448" providerId="ADAL" clId="{5F642EC4-D275-4449-8448-A2728364F5E4}" dt="2020-06-02T14:29:24.764" v="1197" actId="1076"/>
          <ac:spMkLst>
            <pc:docMk/>
            <pc:sldMk cId="1173897663" sldId="261"/>
            <ac:spMk id="58" creationId="{7411BA38-F671-4200-A383-1F3C38457DC0}"/>
          </ac:spMkLst>
        </pc:spChg>
        <pc:spChg chg="mod">
          <ac:chgData name="Russ Henderson" userId="1a9b2c94-14ea-443c-90c9-9fd3fcb66448" providerId="ADAL" clId="{5F642EC4-D275-4449-8448-A2728364F5E4}" dt="2020-06-02T14:30:15.026" v="1230" actId="1035"/>
          <ac:spMkLst>
            <pc:docMk/>
            <pc:sldMk cId="1173897663" sldId="261"/>
            <ac:spMk id="63" creationId="{A72EBDE5-9F9B-4DAB-BC3D-F83143E75E7A}"/>
          </ac:spMkLst>
        </pc:spChg>
        <pc:spChg chg="mod">
          <ac:chgData name="Russ Henderson" userId="1a9b2c94-14ea-443c-90c9-9fd3fcb66448" providerId="ADAL" clId="{5F642EC4-D275-4449-8448-A2728364F5E4}" dt="2020-06-02T14:30:15.026" v="1230" actId="1035"/>
          <ac:spMkLst>
            <pc:docMk/>
            <pc:sldMk cId="1173897663" sldId="261"/>
            <ac:spMk id="64" creationId="{C4A32558-9252-431A-BDBB-5AB375BCCA0E}"/>
          </ac:spMkLst>
        </pc:spChg>
        <pc:spChg chg="mod">
          <ac:chgData name="Russ Henderson" userId="1a9b2c94-14ea-443c-90c9-9fd3fcb66448" providerId="ADAL" clId="{5F642EC4-D275-4449-8448-A2728364F5E4}" dt="2020-06-02T14:51:53.428" v="1238" actId="1036"/>
          <ac:spMkLst>
            <pc:docMk/>
            <pc:sldMk cId="1173897663" sldId="261"/>
            <ac:spMk id="69" creationId="{DAEF5622-3F9C-42CF-B9CD-42D678C16880}"/>
          </ac:spMkLst>
        </pc:spChg>
        <pc:spChg chg="del">
          <ac:chgData name="Russ Henderson" userId="1a9b2c94-14ea-443c-90c9-9fd3fcb66448" providerId="ADAL" clId="{5F642EC4-D275-4449-8448-A2728364F5E4}" dt="2020-06-02T14:17:00.283" v="349" actId="478"/>
          <ac:spMkLst>
            <pc:docMk/>
            <pc:sldMk cId="1173897663" sldId="261"/>
            <ac:spMk id="72" creationId="{B551B85F-9CB7-4607-B285-15CCFD37627D}"/>
          </ac:spMkLst>
        </pc:spChg>
        <pc:spChg chg="add del mod">
          <ac:chgData name="Russ Henderson" userId="1a9b2c94-14ea-443c-90c9-9fd3fcb66448" providerId="ADAL" clId="{5F642EC4-D275-4449-8448-A2728364F5E4}" dt="2020-06-02T14:24:41.060" v="648"/>
          <ac:spMkLst>
            <pc:docMk/>
            <pc:sldMk cId="1173897663" sldId="261"/>
            <ac:spMk id="73" creationId="{CDB726A6-B3F3-434B-AEB8-88457D563358}"/>
          </ac:spMkLst>
        </pc:spChg>
        <pc:spChg chg="del mod">
          <ac:chgData name="Russ Henderson" userId="1a9b2c94-14ea-443c-90c9-9fd3fcb66448" providerId="ADAL" clId="{5F642EC4-D275-4449-8448-A2728364F5E4}" dt="2020-06-02T14:21:45.717" v="626" actId="478"/>
          <ac:spMkLst>
            <pc:docMk/>
            <pc:sldMk cId="1173897663" sldId="261"/>
            <ac:spMk id="74" creationId="{5FE96C97-28F9-4E40-A9EE-6B0B397E7B09}"/>
          </ac:spMkLst>
        </pc:spChg>
        <pc:spChg chg="add mod">
          <ac:chgData name="Russ Henderson" userId="1a9b2c94-14ea-443c-90c9-9fd3fcb66448" providerId="ADAL" clId="{5F642EC4-D275-4449-8448-A2728364F5E4}" dt="2020-06-02T14:33:37.490" v="1232" actId="1076"/>
          <ac:spMkLst>
            <pc:docMk/>
            <pc:sldMk cId="1173897663" sldId="261"/>
            <ac:spMk id="75" creationId="{48A30A27-9105-4BE6-A255-CBF76797618D}"/>
          </ac:spMkLst>
        </pc:spChg>
        <pc:graphicFrameChg chg="modGraphic">
          <ac:chgData name="Russ Henderson" userId="1a9b2c94-14ea-443c-90c9-9fd3fcb66448" providerId="ADAL" clId="{5F642EC4-D275-4449-8448-A2728364F5E4}" dt="2020-06-02T13:43:22.132" v="31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5F642EC4-D275-4449-8448-A2728364F5E4}" dt="2020-06-02T14:56:29.593" v="1275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  <pc:cxnChg chg="del">
          <ac:chgData name="Russ Henderson" userId="1a9b2c94-14ea-443c-90c9-9fd3fcb66448" providerId="ADAL" clId="{5F642EC4-D275-4449-8448-A2728364F5E4}" dt="2020-06-02T14:27:15.883" v="801" actId="478"/>
          <ac:cxnSpMkLst>
            <pc:docMk/>
            <pc:sldMk cId="1173897663" sldId="261"/>
            <ac:cxnSpMk id="19" creationId="{AF88CD3C-F1E4-46EC-BCD7-C5CD70EE0FB0}"/>
          </ac:cxnSpMkLst>
        </pc:cxnChg>
        <pc:cxnChg chg="add mod">
          <ac:chgData name="Russ Henderson" userId="1a9b2c94-14ea-443c-90c9-9fd3fcb66448" providerId="ADAL" clId="{5F642EC4-D275-4449-8448-A2728364F5E4}" dt="2020-06-02T14:28:47.536" v="1195" actId="1036"/>
          <ac:cxnSpMkLst>
            <pc:docMk/>
            <pc:sldMk cId="1173897663" sldId="261"/>
            <ac:cxnSpMk id="44" creationId="{00223E31-DA75-410E-8600-E5B01FE2EA4F}"/>
          </ac:cxnSpMkLst>
        </pc:cxnChg>
        <pc:cxnChg chg="del mod">
          <ac:chgData name="Russ Henderson" userId="1a9b2c94-14ea-443c-90c9-9fd3fcb66448" providerId="ADAL" clId="{5F642EC4-D275-4449-8448-A2728364F5E4}" dt="2020-06-02T14:27:19.254" v="802" actId="478"/>
          <ac:cxnSpMkLst>
            <pc:docMk/>
            <pc:sldMk cId="1173897663" sldId="261"/>
            <ac:cxnSpMk id="53" creationId="{EB5F8EA9-7C78-4828-AA2A-C1FEB3348E14}"/>
          </ac:cxnSpMkLst>
        </pc:cxnChg>
        <pc:cxnChg chg="del">
          <ac:chgData name="Russ Henderson" userId="1a9b2c94-14ea-443c-90c9-9fd3fcb66448" providerId="ADAL" clId="{5F642EC4-D275-4449-8448-A2728364F5E4}" dt="2020-06-02T14:16:20.153" v="341" actId="478"/>
          <ac:cxnSpMkLst>
            <pc:docMk/>
            <pc:sldMk cId="1173897663" sldId="261"/>
            <ac:cxnSpMk id="70" creationId="{CC2AAC95-072D-416E-841C-4D628441959F}"/>
          </ac:cxnSpMkLst>
        </pc:cxnChg>
      </pc:sldChg>
      <pc:sldChg chg="mod">
        <pc:chgData name="Russ Henderson" userId="1a9b2c94-14ea-443c-90c9-9fd3fcb66448" providerId="ADAL" clId="{5F642EC4-D275-4449-8448-A2728364F5E4}" dt="2020-06-02T14:58:28.930" v="1292" actId="27918"/>
        <pc:sldMkLst>
          <pc:docMk/>
          <pc:sldMk cId="1956434879" sldId="262"/>
        </pc:sldMkLst>
      </pc:sldChg>
    </pc:docChg>
  </pc:docChgLst>
  <pc:docChgLst>
    <pc:chgData name="Russ Henderson" userId="1a9b2c94-14ea-443c-90c9-9fd3fcb66448" providerId="ADAL" clId="{30393ACE-9ECD-4C9C-84E6-2F9AFF6835E7}"/>
    <pc:docChg chg="modSld">
      <pc:chgData name="Russ Henderson" userId="1a9b2c94-14ea-443c-90c9-9fd3fcb66448" providerId="ADAL" clId="{30393ACE-9ECD-4C9C-84E6-2F9AFF6835E7}" dt="2020-05-29T16:02:22.519" v="42" actId="27918"/>
      <pc:docMkLst>
        <pc:docMk/>
      </pc:docMkLst>
      <pc:sldChg chg="modSp mod">
        <pc:chgData name="Russ Henderson" userId="1a9b2c94-14ea-443c-90c9-9fd3fcb66448" providerId="ADAL" clId="{30393ACE-9ECD-4C9C-84E6-2F9AFF6835E7}" dt="2020-05-29T15:56:49.907" v="26" actId="20577"/>
        <pc:sldMkLst>
          <pc:docMk/>
          <pc:sldMk cId="1173897663" sldId="261"/>
        </pc:sldMkLst>
        <pc:spChg chg="mod">
          <ac:chgData name="Russ Henderson" userId="1a9b2c94-14ea-443c-90c9-9fd3fcb66448" providerId="ADAL" clId="{30393ACE-9ECD-4C9C-84E6-2F9AFF6835E7}" dt="2020-05-29T15:54:54.973" v="2" actId="20577"/>
          <ac:spMkLst>
            <pc:docMk/>
            <pc:sldMk cId="1173897663" sldId="261"/>
            <ac:spMk id="2" creationId="{E8E1AD1F-A367-4E69-850E-32CBFBBCF009}"/>
          </ac:spMkLst>
        </pc:spChg>
        <pc:spChg chg="mod">
          <ac:chgData name="Russ Henderson" userId="1a9b2c94-14ea-443c-90c9-9fd3fcb66448" providerId="ADAL" clId="{30393ACE-9ECD-4C9C-84E6-2F9AFF6835E7}" dt="2020-05-29T15:55:22.315" v="18" actId="20577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30393ACE-9ECD-4C9C-84E6-2F9AFF6835E7}" dt="2020-05-29T15:56:21.700" v="22" actId="2057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30393ACE-9ECD-4C9C-84E6-2F9AFF6835E7}" dt="2020-05-29T15:54:59.810" v="3" actId="20577"/>
          <ac:spMkLst>
            <pc:docMk/>
            <pc:sldMk cId="1173897663" sldId="261"/>
            <ac:spMk id="42" creationId="{AE980D7D-FB37-48F5-A95F-1685B1BDDF0C}"/>
          </ac:spMkLst>
        </pc:spChg>
        <pc:graphicFrameChg chg="modGraphic">
          <ac:chgData name="Russ Henderson" userId="1a9b2c94-14ea-443c-90c9-9fd3fcb66448" providerId="ADAL" clId="{30393ACE-9ECD-4C9C-84E6-2F9AFF6835E7}" dt="2020-05-29T15:56:49.907" v="26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</pc:sldChg>
      <pc:sldChg chg="mod">
        <pc:chgData name="Russ Henderson" userId="1a9b2c94-14ea-443c-90c9-9fd3fcb66448" providerId="ADAL" clId="{30393ACE-9ECD-4C9C-84E6-2F9AFF6835E7}" dt="2020-05-29T16:02:22.519" v="42" actId="27918"/>
        <pc:sldMkLst>
          <pc:docMk/>
          <pc:sldMk cId="1956434879" sldId="262"/>
        </pc:sldMkLst>
      </pc:sldChg>
    </pc:docChg>
  </pc:docChgLst>
  <pc:docChgLst>
    <pc:chgData name="Russ Henderson" userId="1a9b2c94-14ea-443c-90c9-9fd3fcb66448" providerId="ADAL" clId="{0DFBF5A8-6E2D-4AA0-80AF-2DE09AAB3CE6}"/>
    <pc:docChg chg="custSel modSld">
      <pc:chgData name="Russ Henderson" userId="1a9b2c94-14ea-443c-90c9-9fd3fcb66448" providerId="ADAL" clId="{0DFBF5A8-6E2D-4AA0-80AF-2DE09AAB3CE6}" dt="2020-05-05T16:32:52.738" v="581" actId="20577"/>
      <pc:docMkLst>
        <pc:docMk/>
      </pc:docMkLst>
      <pc:sldChg chg="delSp modSp mod">
        <pc:chgData name="Russ Henderson" userId="1a9b2c94-14ea-443c-90c9-9fd3fcb66448" providerId="ADAL" clId="{0DFBF5A8-6E2D-4AA0-80AF-2DE09AAB3CE6}" dt="2020-05-05T16:32:52.738" v="581" actId="20577"/>
        <pc:sldMkLst>
          <pc:docMk/>
          <pc:sldMk cId="1173897663" sldId="261"/>
        </pc:sldMkLst>
        <pc:spChg chg="mod">
          <ac:chgData name="Russ Henderson" userId="1a9b2c94-14ea-443c-90c9-9fd3fcb66448" providerId="ADAL" clId="{0DFBF5A8-6E2D-4AA0-80AF-2DE09AAB3CE6}" dt="2020-05-05T13:32:16.987" v="2" actId="20577"/>
          <ac:spMkLst>
            <pc:docMk/>
            <pc:sldMk cId="1173897663" sldId="261"/>
            <ac:spMk id="2" creationId="{E8E1AD1F-A367-4E69-850E-32CBFBBCF009}"/>
          </ac:spMkLst>
        </pc:spChg>
        <pc:spChg chg="del mod">
          <ac:chgData name="Russ Henderson" userId="1a9b2c94-14ea-443c-90c9-9fd3fcb66448" providerId="ADAL" clId="{0DFBF5A8-6E2D-4AA0-80AF-2DE09AAB3CE6}" dt="2020-05-05T14:04:42.950" v="262" actId="478"/>
          <ac:spMkLst>
            <pc:docMk/>
            <pc:sldMk cId="1173897663" sldId="261"/>
            <ac:spMk id="7" creationId="{DB0ED421-A502-42F8-87D7-D66F567904A8}"/>
          </ac:spMkLst>
        </pc:spChg>
        <pc:spChg chg="mod">
          <ac:chgData name="Russ Henderson" userId="1a9b2c94-14ea-443c-90c9-9fd3fcb66448" providerId="ADAL" clId="{0DFBF5A8-6E2D-4AA0-80AF-2DE09AAB3CE6}" dt="2020-05-05T14:04:39.953" v="260" actId="20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0DFBF5A8-6E2D-4AA0-80AF-2DE09AAB3CE6}" dt="2020-05-05T16:31:59.464" v="577" actId="20577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0DFBF5A8-6E2D-4AA0-80AF-2DE09AAB3CE6}" dt="2020-05-05T14:07:49.825" v="282" actId="6549"/>
          <ac:spMkLst>
            <pc:docMk/>
            <pc:sldMk cId="1173897663" sldId="261"/>
            <ac:spMk id="71" creationId="{BBA7BC8D-E918-4A17-8FDB-6914A17BD61D}"/>
          </ac:spMkLst>
        </pc:spChg>
        <pc:spChg chg="mod">
          <ac:chgData name="Russ Henderson" userId="1a9b2c94-14ea-443c-90c9-9fd3fcb66448" providerId="ADAL" clId="{0DFBF5A8-6E2D-4AA0-80AF-2DE09AAB3CE6}" dt="2020-05-05T16:32:52.738" v="581" actId="20577"/>
          <ac:spMkLst>
            <pc:docMk/>
            <pc:sldMk cId="1173897663" sldId="261"/>
            <ac:spMk id="76" creationId="{C8F8E51E-CCCA-48B9-B741-E38FA20A95D8}"/>
          </ac:spMkLst>
        </pc:spChg>
        <pc:graphicFrameChg chg="modGraphic">
          <ac:chgData name="Russ Henderson" userId="1a9b2c94-14ea-443c-90c9-9fd3fcb66448" providerId="ADAL" clId="{0DFBF5A8-6E2D-4AA0-80AF-2DE09AAB3CE6}" dt="2020-05-05T14:04:06.012" v="257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0DFBF5A8-6E2D-4AA0-80AF-2DE09AAB3CE6}" dt="2020-05-05T16:32:50.303" v="579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</pc:sldChg>
      <pc:sldChg chg="mod">
        <pc:chgData name="Russ Henderson" userId="1a9b2c94-14ea-443c-90c9-9fd3fcb66448" providerId="ADAL" clId="{0DFBF5A8-6E2D-4AA0-80AF-2DE09AAB3CE6}" dt="2020-05-05T14:05:07.647" v="267" actId="27918"/>
        <pc:sldMkLst>
          <pc:docMk/>
          <pc:sldMk cId="1956434879" sldId="262"/>
        </pc:sldMkLst>
      </pc:sldChg>
    </pc:docChg>
  </pc:docChgLst>
  <pc:docChgLst>
    <pc:chgData name="Russ Henderson" userId="1a9b2c94-14ea-443c-90c9-9fd3fcb66448" providerId="ADAL" clId="{8D43215E-3759-4617-984B-0C43DABAF13A}"/>
    <pc:docChg chg="custSel modSld">
      <pc:chgData name="Russ Henderson" userId="1a9b2c94-14ea-443c-90c9-9fd3fcb66448" providerId="ADAL" clId="{8D43215E-3759-4617-984B-0C43DABAF13A}" dt="2020-04-28T14:05:28.547" v="542" actId="20577"/>
      <pc:docMkLst>
        <pc:docMk/>
      </pc:docMkLst>
      <pc:sldChg chg="addSp modSp mod">
        <pc:chgData name="Russ Henderson" userId="1a9b2c94-14ea-443c-90c9-9fd3fcb66448" providerId="ADAL" clId="{8D43215E-3759-4617-984B-0C43DABAF13A}" dt="2020-04-28T14:05:28.547" v="542" actId="20577"/>
        <pc:sldMkLst>
          <pc:docMk/>
          <pc:sldMk cId="1173897663" sldId="261"/>
        </pc:sldMkLst>
        <pc:spChg chg="mod">
          <ac:chgData name="Russ Henderson" userId="1a9b2c94-14ea-443c-90c9-9fd3fcb66448" providerId="ADAL" clId="{8D43215E-3759-4617-984B-0C43DABAF13A}" dt="2020-04-28T14:05:28.547" v="542" actId="20577"/>
          <ac:spMkLst>
            <pc:docMk/>
            <pc:sldMk cId="1173897663" sldId="261"/>
            <ac:spMk id="2" creationId="{E8E1AD1F-A367-4E69-850E-32CBFBBCF009}"/>
          </ac:spMkLst>
        </pc:spChg>
        <pc:spChg chg="add mod">
          <ac:chgData name="Russ Henderson" userId="1a9b2c94-14ea-443c-90c9-9fd3fcb66448" providerId="ADAL" clId="{8D43215E-3759-4617-984B-0C43DABAF13A}" dt="2020-04-28T13:48:11.033" v="85" actId="1076"/>
          <ac:spMkLst>
            <pc:docMk/>
            <pc:sldMk cId="1173897663" sldId="261"/>
            <ac:spMk id="7" creationId="{DB0ED421-A502-42F8-87D7-D66F567904A8}"/>
          </ac:spMkLst>
        </pc:spChg>
        <pc:spChg chg="mod">
          <ac:chgData name="Russ Henderson" userId="1a9b2c94-14ea-443c-90c9-9fd3fcb66448" providerId="ADAL" clId="{8D43215E-3759-4617-984B-0C43DABAF13A}" dt="2020-04-28T13:53:00.453" v="493" actId="20577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8D43215E-3759-4617-984B-0C43DABAF13A}" dt="2020-04-28T13:47:21.865" v="60" actId="20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8D43215E-3759-4617-984B-0C43DABAF13A}" dt="2020-04-28T13:49:03.263" v="253" actId="207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8D43215E-3759-4617-984B-0C43DABAF13A}" dt="2020-04-28T13:52:39.608" v="482" actId="20577"/>
          <ac:spMkLst>
            <pc:docMk/>
            <pc:sldMk cId="1173897663" sldId="261"/>
            <ac:spMk id="52" creationId="{82383ED4-4EBF-46A7-90F4-286AB16C82C2}"/>
          </ac:spMkLst>
        </pc:spChg>
        <pc:spChg chg="mod">
          <ac:chgData name="Russ Henderson" userId="1a9b2c94-14ea-443c-90c9-9fd3fcb66448" providerId="ADAL" clId="{8D43215E-3759-4617-984B-0C43DABAF13A}" dt="2020-04-28T13:53:04.510" v="495" actId="5793"/>
          <ac:spMkLst>
            <pc:docMk/>
            <pc:sldMk cId="1173897663" sldId="261"/>
            <ac:spMk id="57" creationId="{3D3F5AAB-FBBC-4B57-9CFF-BCEAC7DB7216}"/>
          </ac:spMkLst>
        </pc:spChg>
        <pc:spChg chg="mod">
          <ac:chgData name="Russ Henderson" userId="1a9b2c94-14ea-443c-90c9-9fd3fcb66448" providerId="ADAL" clId="{8D43215E-3759-4617-984B-0C43DABAF13A}" dt="2020-04-28T13:52:36.203" v="480" actId="20577"/>
          <ac:spMkLst>
            <pc:docMk/>
            <pc:sldMk cId="1173897663" sldId="261"/>
            <ac:spMk id="69" creationId="{DAEF5622-3F9C-42CF-B9CD-42D678C16880}"/>
          </ac:spMkLst>
        </pc:spChg>
        <pc:spChg chg="mod">
          <ac:chgData name="Russ Henderson" userId="1a9b2c94-14ea-443c-90c9-9fd3fcb66448" providerId="ADAL" clId="{8D43215E-3759-4617-984B-0C43DABAF13A}" dt="2020-04-28T13:50:14.442" v="458" actId="20577"/>
          <ac:spMkLst>
            <pc:docMk/>
            <pc:sldMk cId="1173897663" sldId="261"/>
            <ac:spMk id="71" creationId="{BBA7BC8D-E918-4A17-8FDB-6914A17BD61D}"/>
          </ac:spMkLst>
        </pc:spChg>
        <pc:spChg chg="mod">
          <ac:chgData name="Russ Henderson" userId="1a9b2c94-14ea-443c-90c9-9fd3fcb66448" providerId="ADAL" clId="{8D43215E-3759-4617-984B-0C43DABAF13A}" dt="2020-04-28T13:54:22.543" v="502" actId="20577"/>
          <ac:spMkLst>
            <pc:docMk/>
            <pc:sldMk cId="1173897663" sldId="261"/>
            <ac:spMk id="76" creationId="{C8F8E51E-CCCA-48B9-B741-E38FA20A95D8}"/>
          </ac:spMkLst>
        </pc:spChg>
        <pc:graphicFrameChg chg="modGraphic">
          <ac:chgData name="Russ Henderson" userId="1a9b2c94-14ea-443c-90c9-9fd3fcb66448" providerId="ADAL" clId="{8D43215E-3759-4617-984B-0C43DABAF13A}" dt="2020-04-28T14:04:31.507" v="540" actId="13926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8D43215E-3759-4617-984B-0C43DABAF13A}" dt="2020-04-28T13:56:32.616" v="532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</pc:sldChg>
      <pc:sldChg chg="mod">
        <pc:chgData name="Russ Henderson" userId="1a9b2c94-14ea-443c-90c9-9fd3fcb66448" providerId="ADAL" clId="{8D43215E-3759-4617-984B-0C43DABAF13A}" dt="2020-04-28T13:56:43.102" v="538" actId="27918"/>
        <pc:sldMkLst>
          <pc:docMk/>
          <pc:sldMk cId="1956434879" sldId="262"/>
        </pc:sldMkLst>
      </pc:sldChg>
    </pc:docChg>
  </pc:docChgLst>
  <pc:docChgLst>
    <pc:chgData name="Russ Henderson" userId="1a9b2c94-14ea-443c-90c9-9fd3fcb66448" providerId="ADAL" clId="{A4BE0124-41D6-4672-8C09-252D3B2C1C3D}"/>
    <pc:docChg chg="custSel modSld">
      <pc:chgData name="Russ Henderson" userId="1a9b2c94-14ea-443c-90c9-9fd3fcb66448" providerId="ADAL" clId="{A4BE0124-41D6-4672-8C09-252D3B2C1C3D}" dt="2020-03-31T14:42:51.303" v="895" actId="1037"/>
      <pc:docMkLst>
        <pc:docMk/>
      </pc:docMkLst>
      <pc:sldChg chg="delSp modSp mod">
        <pc:chgData name="Russ Henderson" userId="1a9b2c94-14ea-443c-90c9-9fd3fcb66448" providerId="ADAL" clId="{A4BE0124-41D6-4672-8C09-252D3B2C1C3D}" dt="2020-03-31T14:42:51.303" v="895" actId="1037"/>
        <pc:sldMkLst>
          <pc:docMk/>
          <pc:sldMk cId="1173897663" sldId="261"/>
        </pc:sldMkLst>
        <pc:spChg chg="mod">
          <ac:chgData name="Russ Henderson" userId="1a9b2c94-14ea-443c-90c9-9fd3fcb66448" providerId="ADAL" clId="{A4BE0124-41D6-4672-8C09-252D3B2C1C3D}" dt="2020-03-31T14:42:34.726" v="877" actId="1037"/>
          <ac:spMkLst>
            <pc:docMk/>
            <pc:sldMk cId="1173897663" sldId="261"/>
            <ac:spMk id="3" creationId="{84DAF3C3-DB05-4346-ABC5-3A5271A095BB}"/>
          </ac:spMkLst>
        </pc:spChg>
        <pc:spChg chg="mod">
          <ac:chgData name="Russ Henderson" userId="1a9b2c94-14ea-443c-90c9-9fd3fcb66448" providerId="ADAL" clId="{A4BE0124-41D6-4672-8C09-252D3B2C1C3D}" dt="2020-03-31T14:39:24.117" v="658" actId="14100"/>
          <ac:spMkLst>
            <pc:docMk/>
            <pc:sldMk cId="1173897663" sldId="261"/>
            <ac:spMk id="15" creationId="{387614D1-56EC-B643-A24E-9E555BCC3408}"/>
          </ac:spMkLst>
        </pc:spChg>
        <pc:spChg chg="mod">
          <ac:chgData name="Russ Henderson" userId="1a9b2c94-14ea-443c-90c9-9fd3fcb66448" providerId="ADAL" clId="{A4BE0124-41D6-4672-8C09-252D3B2C1C3D}" dt="2020-03-30T20:27:41.182" v="70" actId="14100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A4BE0124-41D6-4672-8C09-252D3B2C1C3D}" dt="2020-03-31T14:37:38.322" v="622" actId="1035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A4BE0124-41D6-4672-8C09-252D3B2C1C3D}" dt="2020-03-30T20:26:53.716" v="52" actId="20577"/>
          <ac:spMkLst>
            <pc:docMk/>
            <pc:sldMk cId="1173897663" sldId="261"/>
            <ac:spMk id="41" creationId="{7D6CE94F-706C-4217-8F89-B97F45884475}"/>
          </ac:spMkLst>
        </pc:spChg>
        <pc:spChg chg="mod">
          <ac:chgData name="Russ Henderson" userId="1a9b2c94-14ea-443c-90c9-9fd3fcb66448" providerId="ADAL" clId="{A4BE0124-41D6-4672-8C09-252D3B2C1C3D}" dt="2020-03-31T14:42:41.859" v="887" actId="14100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A4BE0124-41D6-4672-8C09-252D3B2C1C3D}" dt="2020-03-30T20:26:41.875" v="48" actId="20577"/>
          <ac:spMkLst>
            <pc:docMk/>
            <pc:sldMk cId="1173897663" sldId="261"/>
            <ac:spMk id="52" creationId="{82383ED4-4EBF-46A7-90F4-286AB16C82C2}"/>
          </ac:spMkLst>
        </pc:spChg>
        <pc:spChg chg="mod">
          <ac:chgData name="Russ Henderson" userId="1a9b2c94-14ea-443c-90c9-9fd3fcb66448" providerId="ADAL" clId="{A4BE0124-41D6-4672-8C09-252D3B2C1C3D}" dt="2020-03-30T20:26:31.722" v="36" actId="20577"/>
          <ac:spMkLst>
            <pc:docMk/>
            <pc:sldMk cId="1173897663" sldId="261"/>
            <ac:spMk id="56" creationId="{B1003535-DD27-47C0-B59A-E47FE84DE96D}"/>
          </ac:spMkLst>
        </pc:spChg>
        <pc:spChg chg="mod">
          <ac:chgData name="Russ Henderson" userId="1a9b2c94-14ea-443c-90c9-9fd3fcb66448" providerId="ADAL" clId="{A4BE0124-41D6-4672-8C09-252D3B2C1C3D}" dt="2020-03-30T20:27:43.346" v="71" actId="14100"/>
          <ac:spMkLst>
            <pc:docMk/>
            <pc:sldMk cId="1173897663" sldId="261"/>
            <ac:spMk id="57" creationId="{3D3F5AAB-FBBC-4B57-9CFF-BCEAC7DB7216}"/>
          </ac:spMkLst>
        </pc:spChg>
        <pc:spChg chg="mod">
          <ac:chgData name="Russ Henderson" userId="1a9b2c94-14ea-443c-90c9-9fd3fcb66448" providerId="ADAL" clId="{A4BE0124-41D6-4672-8C09-252D3B2C1C3D}" dt="2020-03-30T20:26:38.586" v="46" actId="20577"/>
          <ac:spMkLst>
            <pc:docMk/>
            <pc:sldMk cId="1173897663" sldId="261"/>
            <ac:spMk id="69" creationId="{DAEF5622-3F9C-42CF-B9CD-42D678C16880}"/>
          </ac:spMkLst>
        </pc:spChg>
        <pc:spChg chg="mod">
          <ac:chgData name="Russ Henderson" userId="1a9b2c94-14ea-443c-90c9-9fd3fcb66448" providerId="ADAL" clId="{A4BE0124-41D6-4672-8C09-252D3B2C1C3D}" dt="2020-03-31T14:42:51.303" v="895" actId="1037"/>
          <ac:spMkLst>
            <pc:docMk/>
            <pc:sldMk cId="1173897663" sldId="261"/>
            <ac:spMk id="71" creationId="{BBA7BC8D-E918-4A17-8FDB-6914A17BD61D}"/>
          </ac:spMkLst>
        </pc:spChg>
        <pc:spChg chg="mod">
          <ac:chgData name="Russ Henderson" userId="1a9b2c94-14ea-443c-90c9-9fd3fcb66448" providerId="ADAL" clId="{A4BE0124-41D6-4672-8C09-252D3B2C1C3D}" dt="2020-03-31T14:12:02.886" v="219" actId="1038"/>
          <ac:spMkLst>
            <pc:docMk/>
            <pc:sldMk cId="1173897663" sldId="261"/>
            <ac:spMk id="76" creationId="{C8F8E51E-CCCA-48B9-B741-E38FA20A95D8}"/>
          </ac:spMkLst>
        </pc:spChg>
        <pc:graphicFrameChg chg="modGraphic">
          <ac:chgData name="Russ Henderson" userId="1a9b2c94-14ea-443c-90c9-9fd3fcb66448" providerId="ADAL" clId="{A4BE0124-41D6-4672-8C09-252D3B2C1C3D}" dt="2020-03-31T14:10:42.102" v="184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A4BE0124-41D6-4672-8C09-252D3B2C1C3D}" dt="2020-03-30T22:14:59.113" v="103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  <pc:cxnChg chg="mod">
          <ac:chgData name="Russ Henderson" userId="1a9b2c94-14ea-443c-90c9-9fd3fcb66448" providerId="ADAL" clId="{A4BE0124-41D6-4672-8C09-252D3B2C1C3D}" dt="2020-03-30T22:20:23.101" v="148" actId="14100"/>
          <ac:cxnSpMkLst>
            <pc:docMk/>
            <pc:sldMk cId="1173897663" sldId="261"/>
            <ac:cxnSpMk id="19" creationId="{AF88CD3C-F1E4-46EC-BCD7-C5CD70EE0FB0}"/>
          </ac:cxnSpMkLst>
        </pc:cxnChg>
        <pc:cxnChg chg="mod">
          <ac:chgData name="Russ Henderson" userId="1a9b2c94-14ea-443c-90c9-9fd3fcb66448" providerId="ADAL" clId="{A4BE0124-41D6-4672-8C09-252D3B2C1C3D}" dt="2020-03-31T14:39:33.205" v="660" actId="14100"/>
          <ac:cxnSpMkLst>
            <pc:docMk/>
            <pc:sldMk cId="1173897663" sldId="261"/>
            <ac:cxnSpMk id="61" creationId="{BC56680B-1E53-40F7-B960-8B048331115F}"/>
          </ac:cxnSpMkLst>
        </pc:cxnChg>
        <pc:cxnChg chg="mod">
          <ac:chgData name="Russ Henderson" userId="1a9b2c94-14ea-443c-90c9-9fd3fcb66448" providerId="ADAL" clId="{A4BE0124-41D6-4672-8C09-252D3B2C1C3D}" dt="2020-03-31T14:39:33.205" v="660" actId="14100"/>
          <ac:cxnSpMkLst>
            <pc:docMk/>
            <pc:sldMk cId="1173897663" sldId="261"/>
            <ac:cxnSpMk id="62" creationId="{285FB27C-4608-4D4D-ACFF-1372BEC99F83}"/>
          </ac:cxnSpMkLst>
        </pc:cxnChg>
        <pc:cxnChg chg="mod">
          <ac:chgData name="Russ Henderson" userId="1a9b2c94-14ea-443c-90c9-9fd3fcb66448" providerId="ADAL" clId="{A4BE0124-41D6-4672-8C09-252D3B2C1C3D}" dt="2020-03-30T22:22:20.449" v="149" actId="1038"/>
          <ac:cxnSpMkLst>
            <pc:docMk/>
            <pc:sldMk cId="1173897663" sldId="261"/>
            <ac:cxnSpMk id="70" creationId="{CC2AAC95-072D-416E-841C-4D628441959F}"/>
          </ac:cxnSpMkLst>
        </pc:cxnChg>
        <pc:cxnChg chg="del mod">
          <ac:chgData name="Russ Henderson" userId="1a9b2c94-14ea-443c-90c9-9fd3fcb66448" providerId="ADAL" clId="{A4BE0124-41D6-4672-8C09-252D3B2C1C3D}" dt="2020-03-30T22:20:18.330" v="147" actId="478"/>
          <ac:cxnSpMkLst>
            <pc:docMk/>
            <pc:sldMk cId="1173897663" sldId="261"/>
            <ac:cxnSpMk id="73" creationId="{0C147799-9AE9-44B9-8C9F-5AD90E5EBDAD}"/>
          </ac:cxnSpMkLst>
        </pc:cxnChg>
      </pc:sldChg>
      <pc:sldChg chg="addSp modSp mod">
        <pc:chgData name="Russ Henderson" userId="1a9b2c94-14ea-443c-90c9-9fd3fcb66448" providerId="ADAL" clId="{A4BE0124-41D6-4672-8C09-252D3B2C1C3D}" dt="2020-03-31T14:39:58.564" v="669" actId="20577"/>
        <pc:sldMkLst>
          <pc:docMk/>
          <pc:sldMk cId="1956434879" sldId="262"/>
        </pc:sldMkLst>
        <pc:spChg chg="add mod">
          <ac:chgData name="Russ Henderson" userId="1a9b2c94-14ea-443c-90c9-9fd3fcb66448" providerId="ADAL" clId="{A4BE0124-41D6-4672-8C09-252D3B2C1C3D}" dt="2020-03-31T14:36:09.697" v="568" actId="1038"/>
          <ac:spMkLst>
            <pc:docMk/>
            <pc:sldMk cId="1956434879" sldId="262"/>
            <ac:spMk id="2" creationId="{610D482D-4408-4906-B7C6-A30479941EC9}"/>
          </ac:spMkLst>
        </pc:spChg>
        <pc:spChg chg="mod">
          <ac:chgData name="Russ Henderson" userId="1a9b2c94-14ea-443c-90c9-9fd3fcb66448" providerId="ADAL" clId="{A4BE0124-41D6-4672-8C09-252D3B2C1C3D}" dt="2020-03-31T14:39:58.564" v="669" actId="20577"/>
          <ac:spMkLst>
            <pc:docMk/>
            <pc:sldMk cId="1956434879" sldId="262"/>
            <ac:spMk id="7" creationId="{14BF9F32-5C9B-4C85-9B6F-79F16E9222F9}"/>
          </ac:spMkLst>
        </pc:spChg>
        <pc:spChg chg="mod">
          <ac:chgData name="Russ Henderson" userId="1a9b2c94-14ea-443c-90c9-9fd3fcb66448" providerId="ADAL" clId="{A4BE0124-41D6-4672-8C09-252D3B2C1C3D}" dt="2020-03-31T14:36:09.697" v="568" actId="1038"/>
          <ac:spMkLst>
            <pc:docMk/>
            <pc:sldMk cId="1956434879" sldId="262"/>
            <ac:spMk id="9" creationId="{CCCC980B-1714-4654-B3C9-D43BD648C8FE}"/>
          </ac:spMkLst>
        </pc:spChg>
        <pc:spChg chg="mod">
          <ac:chgData name="Russ Henderson" userId="1a9b2c94-14ea-443c-90c9-9fd3fcb66448" providerId="ADAL" clId="{A4BE0124-41D6-4672-8C09-252D3B2C1C3D}" dt="2020-03-31T14:34:04.689" v="368" actId="1038"/>
          <ac:spMkLst>
            <pc:docMk/>
            <pc:sldMk cId="1956434879" sldId="262"/>
            <ac:spMk id="12" creationId="{72019D55-9B86-4BA4-AFA7-2EB659851ACC}"/>
          </ac:spMkLst>
        </pc:spChg>
        <pc:spChg chg="mod">
          <ac:chgData name="Russ Henderson" userId="1a9b2c94-14ea-443c-90c9-9fd3fcb66448" providerId="ADAL" clId="{A4BE0124-41D6-4672-8C09-252D3B2C1C3D}" dt="2020-03-31T14:36:29.274" v="581" actId="1036"/>
          <ac:spMkLst>
            <pc:docMk/>
            <pc:sldMk cId="1956434879" sldId="262"/>
            <ac:spMk id="19" creationId="{ED08A798-DFE9-44FB-A4BB-1FEE374CC57D}"/>
          </ac:spMkLst>
        </pc:spChg>
        <pc:graphicFrameChg chg="add mod">
          <ac:chgData name="Russ Henderson" userId="1a9b2c94-14ea-443c-90c9-9fd3fcb66448" providerId="ADAL" clId="{A4BE0124-41D6-4672-8C09-252D3B2C1C3D}" dt="2020-03-31T14:36:09.697" v="568" actId="1038"/>
          <ac:graphicFrameMkLst>
            <pc:docMk/>
            <pc:sldMk cId="1956434879" sldId="262"/>
            <ac:graphicFrameMk id="3" creationId="{102DDC67-28C8-4CE3-A22A-46EB39458C58}"/>
          </ac:graphicFrameMkLst>
        </pc:graphicFrameChg>
        <pc:graphicFrameChg chg="mod">
          <ac:chgData name="Russ Henderson" userId="1a9b2c94-14ea-443c-90c9-9fd3fcb66448" providerId="ADAL" clId="{A4BE0124-41D6-4672-8C09-252D3B2C1C3D}" dt="2020-03-31T14:34:04.689" v="368" actId="1038"/>
          <ac:graphicFrameMkLst>
            <pc:docMk/>
            <pc:sldMk cId="1956434879" sldId="262"/>
            <ac:graphicFrameMk id="13" creationId="{DB2CF119-7164-4762-BD52-A17A3B1C9524}"/>
          </ac:graphicFrameMkLst>
        </pc:graphicFrameChg>
        <pc:graphicFrameChg chg="mod">
          <ac:chgData name="Russ Henderson" userId="1a9b2c94-14ea-443c-90c9-9fd3fcb66448" providerId="ADAL" clId="{A4BE0124-41D6-4672-8C09-252D3B2C1C3D}" dt="2020-03-31T14:36:09.697" v="568" actId="1038"/>
          <ac:graphicFrameMkLst>
            <pc:docMk/>
            <pc:sldMk cId="1956434879" sldId="262"/>
            <ac:graphicFrameMk id="14" creationId="{91CBD2E6-9E39-42EE-B880-A35B0C83EBBC}"/>
          </ac:graphicFrameMkLst>
        </pc:graphicFrameChg>
        <pc:graphicFrameChg chg="mod">
          <ac:chgData name="Russ Henderson" userId="1a9b2c94-14ea-443c-90c9-9fd3fcb66448" providerId="ADAL" clId="{A4BE0124-41D6-4672-8C09-252D3B2C1C3D}" dt="2020-03-31T14:34:39.160" v="516" actId="1038"/>
          <ac:graphicFrameMkLst>
            <pc:docMk/>
            <pc:sldMk cId="1956434879" sldId="262"/>
            <ac:graphicFrameMk id="20" creationId="{ECDD3E7A-B59C-4CD6-B029-8FBB04A5ACB3}"/>
          </ac:graphicFrameMkLst>
        </pc:graphicFrameChg>
        <pc:picChg chg="mod">
          <ac:chgData name="Russ Henderson" userId="1a9b2c94-14ea-443c-90c9-9fd3fcb66448" providerId="ADAL" clId="{A4BE0124-41D6-4672-8C09-252D3B2C1C3D}" dt="2020-03-31T14:33:02.237" v="279" actId="1035"/>
          <ac:picMkLst>
            <pc:docMk/>
            <pc:sldMk cId="1956434879" sldId="262"/>
            <ac:picMk id="16" creationId="{8E8640BC-2D20-4E8F-A5EB-0A9802524804}"/>
          </ac:picMkLst>
        </pc:picChg>
      </pc:sldChg>
    </pc:docChg>
  </pc:docChgLst>
  <pc:docChgLst>
    <pc:chgData name="Russ Henderson" userId="1a9b2c94-14ea-443c-90c9-9fd3fcb66448" providerId="ADAL" clId="{93A2B513-2735-46C1-A2DA-295A7259A4E2}"/>
    <pc:docChg chg="undo custSel modSld">
      <pc:chgData name="Russ Henderson" userId="1a9b2c94-14ea-443c-90c9-9fd3fcb66448" providerId="ADAL" clId="{93A2B513-2735-46C1-A2DA-295A7259A4E2}" dt="2020-05-19T14:08:57.264" v="281" actId="27918"/>
      <pc:docMkLst>
        <pc:docMk/>
      </pc:docMkLst>
      <pc:sldChg chg="modSp mod">
        <pc:chgData name="Russ Henderson" userId="1a9b2c94-14ea-443c-90c9-9fd3fcb66448" providerId="ADAL" clId="{93A2B513-2735-46C1-A2DA-295A7259A4E2}" dt="2020-05-19T14:06:33.054" v="253" actId="6549"/>
        <pc:sldMkLst>
          <pc:docMk/>
          <pc:sldMk cId="1173897663" sldId="261"/>
        </pc:sldMkLst>
        <pc:spChg chg="mod">
          <ac:chgData name="Russ Henderson" userId="1a9b2c94-14ea-443c-90c9-9fd3fcb66448" providerId="ADAL" clId="{93A2B513-2735-46C1-A2DA-295A7259A4E2}" dt="2020-05-19T13:37:09.012" v="1" actId="20577"/>
          <ac:spMkLst>
            <pc:docMk/>
            <pc:sldMk cId="1173897663" sldId="261"/>
            <ac:spMk id="2" creationId="{E8E1AD1F-A367-4E69-850E-32CBFBBCF009}"/>
          </ac:spMkLst>
        </pc:spChg>
        <pc:spChg chg="mod">
          <ac:chgData name="Russ Henderson" userId="1a9b2c94-14ea-443c-90c9-9fd3fcb66448" providerId="ADAL" clId="{93A2B513-2735-46C1-A2DA-295A7259A4E2}" dt="2020-05-19T14:06:33.054" v="253" actId="6549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93A2B513-2735-46C1-A2DA-295A7259A4E2}" dt="2020-05-19T13:44:36.807" v="25" actId="2057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93A2B513-2735-46C1-A2DA-295A7259A4E2}" dt="2020-05-19T14:04:00.586" v="233" actId="6549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93A2B513-2735-46C1-A2DA-295A7259A4E2}" dt="2020-05-19T14:03:11.762" v="209" actId="1036"/>
          <ac:spMkLst>
            <pc:docMk/>
            <pc:sldMk cId="1173897663" sldId="261"/>
            <ac:spMk id="50" creationId="{2F4B148D-DA46-4BC2-BBEE-DD3DC3865284}"/>
          </ac:spMkLst>
        </pc:spChg>
        <pc:spChg chg="mod">
          <ac:chgData name="Russ Henderson" userId="1a9b2c94-14ea-443c-90c9-9fd3fcb66448" providerId="ADAL" clId="{93A2B513-2735-46C1-A2DA-295A7259A4E2}" dt="2020-05-19T14:06:19.189" v="251" actId="20577"/>
          <ac:spMkLst>
            <pc:docMk/>
            <pc:sldMk cId="1173897663" sldId="261"/>
            <ac:spMk id="52" creationId="{82383ED4-4EBF-46A7-90F4-286AB16C82C2}"/>
          </ac:spMkLst>
        </pc:spChg>
        <pc:spChg chg="mod">
          <ac:chgData name="Russ Henderson" userId="1a9b2c94-14ea-443c-90c9-9fd3fcb66448" providerId="ADAL" clId="{93A2B513-2735-46C1-A2DA-295A7259A4E2}" dt="2020-05-19T14:03:34.473" v="232" actId="20577"/>
          <ac:spMkLst>
            <pc:docMk/>
            <pc:sldMk cId="1173897663" sldId="261"/>
            <ac:spMk id="55" creationId="{39B7711F-D7C4-41F4-917D-06A04C9D2E0E}"/>
          </ac:spMkLst>
        </pc:spChg>
        <pc:spChg chg="mod">
          <ac:chgData name="Russ Henderson" userId="1a9b2c94-14ea-443c-90c9-9fd3fcb66448" providerId="ADAL" clId="{93A2B513-2735-46C1-A2DA-295A7259A4E2}" dt="2020-05-19T14:03:29.794" v="230" actId="1036"/>
          <ac:spMkLst>
            <pc:docMk/>
            <pc:sldMk cId="1173897663" sldId="261"/>
            <ac:spMk id="57" creationId="{3D3F5AAB-FBBC-4B57-9CFF-BCEAC7DB7216}"/>
          </ac:spMkLst>
        </pc:spChg>
        <pc:spChg chg="mod">
          <ac:chgData name="Russ Henderson" userId="1a9b2c94-14ea-443c-90c9-9fd3fcb66448" providerId="ADAL" clId="{93A2B513-2735-46C1-A2DA-295A7259A4E2}" dt="2020-05-19T14:06:21.788" v="252" actId="20577"/>
          <ac:spMkLst>
            <pc:docMk/>
            <pc:sldMk cId="1173897663" sldId="261"/>
            <ac:spMk id="69" creationId="{DAEF5622-3F9C-42CF-B9CD-42D678C16880}"/>
          </ac:spMkLst>
        </pc:spChg>
        <pc:spChg chg="mod">
          <ac:chgData name="Russ Henderson" userId="1a9b2c94-14ea-443c-90c9-9fd3fcb66448" providerId="ADAL" clId="{93A2B513-2735-46C1-A2DA-295A7259A4E2}" dt="2020-05-19T13:44:54.150" v="30" actId="20577"/>
          <ac:spMkLst>
            <pc:docMk/>
            <pc:sldMk cId="1173897663" sldId="261"/>
            <ac:spMk id="76" creationId="{C8F8E51E-CCCA-48B9-B741-E38FA20A95D8}"/>
          </ac:spMkLst>
        </pc:spChg>
        <pc:graphicFrameChg chg="modGraphic">
          <ac:chgData name="Russ Henderson" userId="1a9b2c94-14ea-443c-90c9-9fd3fcb66448" providerId="ADAL" clId="{93A2B513-2735-46C1-A2DA-295A7259A4E2}" dt="2020-05-19T14:04:50.295" v="247" actId="13926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93A2B513-2735-46C1-A2DA-295A7259A4E2}" dt="2020-05-19T14:04:47.502" v="246" actId="13926"/>
          <ac:graphicFrameMkLst>
            <pc:docMk/>
            <pc:sldMk cId="1173897663" sldId="261"/>
            <ac:graphicFrameMk id="68" creationId="{7C45FA3A-7BBC-4710-93EB-92843145D4D2}"/>
          </ac:graphicFrameMkLst>
        </pc:graphicFrameChg>
        <pc:cxnChg chg="mod">
          <ac:chgData name="Russ Henderson" userId="1a9b2c94-14ea-443c-90c9-9fd3fcb66448" providerId="ADAL" clId="{93A2B513-2735-46C1-A2DA-295A7259A4E2}" dt="2020-05-19T14:03:02.410" v="203" actId="1036"/>
          <ac:cxnSpMkLst>
            <pc:docMk/>
            <pc:sldMk cId="1173897663" sldId="261"/>
            <ac:cxnSpMk id="19" creationId="{AF88CD3C-F1E4-46EC-BCD7-C5CD70EE0FB0}"/>
          </ac:cxnSpMkLst>
        </pc:cxnChg>
      </pc:sldChg>
      <pc:sldChg chg="mod">
        <pc:chgData name="Russ Henderson" userId="1a9b2c94-14ea-443c-90c9-9fd3fcb66448" providerId="ADAL" clId="{93A2B513-2735-46C1-A2DA-295A7259A4E2}" dt="2020-05-19T14:08:57.264" v="281" actId="27918"/>
        <pc:sldMkLst>
          <pc:docMk/>
          <pc:sldMk cId="1956434879" sldId="262"/>
        </pc:sldMkLst>
      </pc:sldChg>
    </pc:docChg>
  </pc:docChgLst>
  <pc:docChgLst>
    <pc:chgData name="Russ Henderson" userId="1a9b2c94-14ea-443c-90c9-9fd3fcb66448" providerId="ADAL" clId="{BB0E7F0C-1123-4BD1-A8FF-B55B3E24491E}"/>
    <pc:docChg chg="undo custSel addSld modSld">
      <pc:chgData name="Russ Henderson" userId="1a9b2c94-14ea-443c-90c9-9fd3fcb66448" providerId="ADAL" clId="{BB0E7F0C-1123-4BD1-A8FF-B55B3E24491E}" dt="2020-03-17T15:39:58.088" v="1925" actId="1037"/>
      <pc:docMkLst>
        <pc:docMk/>
      </pc:docMkLst>
      <pc:sldChg chg="addSp delSp modSp mod">
        <pc:chgData name="Russ Henderson" userId="1a9b2c94-14ea-443c-90c9-9fd3fcb66448" providerId="ADAL" clId="{BB0E7F0C-1123-4BD1-A8FF-B55B3E24491E}" dt="2020-03-17T15:22:03.589" v="1874" actId="20577"/>
        <pc:sldMkLst>
          <pc:docMk/>
          <pc:sldMk cId="1173897663" sldId="261"/>
        </pc:sldMkLst>
        <pc:spChg chg="mod">
          <ac:chgData name="Russ Henderson" userId="1a9b2c94-14ea-443c-90c9-9fd3fcb66448" providerId="ADAL" clId="{BB0E7F0C-1123-4BD1-A8FF-B55B3E24491E}" dt="2020-03-17T14:18:29.563" v="770" actId="20577"/>
          <ac:spMkLst>
            <pc:docMk/>
            <pc:sldMk cId="1173897663" sldId="261"/>
            <ac:spMk id="3" creationId="{84DAF3C3-DB05-4346-ABC5-3A5271A095BB}"/>
          </ac:spMkLst>
        </pc:spChg>
        <pc:spChg chg="del">
          <ac:chgData name="Russ Henderson" userId="1a9b2c94-14ea-443c-90c9-9fd3fcb66448" providerId="ADAL" clId="{BB0E7F0C-1123-4BD1-A8FF-B55B3E24491E}" dt="2020-03-17T13:55:37.840" v="59" actId="478"/>
          <ac:spMkLst>
            <pc:docMk/>
            <pc:sldMk cId="1173897663" sldId="261"/>
            <ac:spMk id="6" creationId="{B6195C6E-A4AF-B347-9364-347448D3B8F4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7" creationId="{C40FE849-3D12-984B-85A9-2F55813B6C13}"/>
          </ac:spMkLst>
        </pc:spChg>
        <pc:spChg chg="mod">
          <ac:chgData name="Russ Henderson" userId="1a9b2c94-14ea-443c-90c9-9fd3fcb66448" providerId="ADAL" clId="{BB0E7F0C-1123-4BD1-A8FF-B55B3E24491E}" dt="2020-03-17T14:05:24.348" v="515" actId="115"/>
          <ac:spMkLst>
            <pc:docMk/>
            <pc:sldMk cId="1173897663" sldId="261"/>
            <ac:spMk id="11" creationId="{9A440319-7414-DF47-BEEA-0DA2911084F3}"/>
          </ac:spMkLst>
        </pc:spChg>
        <pc:spChg chg="mod">
          <ac:chgData name="Russ Henderson" userId="1a9b2c94-14ea-443c-90c9-9fd3fcb66448" providerId="ADAL" clId="{BB0E7F0C-1123-4BD1-A8FF-B55B3E24491E}" dt="2020-03-17T13:56:03.505" v="105" actId="1037"/>
          <ac:spMkLst>
            <pc:docMk/>
            <pc:sldMk cId="1173897663" sldId="261"/>
            <ac:spMk id="15" creationId="{387614D1-56EC-B643-A24E-9E555BCC3408}"/>
          </ac:spMkLst>
        </pc:spChg>
        <pc:spChg chg="mod">
          <ac:chgData name="Russ Henderson" userId="1a9b2c94-14ea-443c-90c9-9fd3fcb66448" providerId="ADAL" clId="{BB0E7F0C-1123-4BD1-A8FF-B55B3E24491E}" dt="2020-03-17T13:58:45.948" v="296" actId="1036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BB0E7F0C-1123-4BD1-A8FF-B55B3E24491E}" dt="2020-03-17T13:56:03.505" v="105" actId="1037"/>
          <ac:spMkLst>
            <pc:docMk/>
            <pc:sldMk cId="1173897663" sldId="261"/>
            <ac:spMk id="26" creationId="{A71ADB98-F327-427B-9563-80E426EB7636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27" creationId="{49EF5E20-7961-CA47-8E11-D3CDD6BDD7FB}"/>
          </ac:spMkLst>
        </pc:spChg>
        <pc:spChg chg="mod">
          <ac:chgData name="Russ Henderson" userId="1a9b2c94-14ea-443c-90c9-9fd3fcb66448" providerId="ADAL" clId="{BB0E7F0C-1123-4BD1-A8FF-B55B3E24491E}" dt="2020-03-17T14:05:24.348" v="515" actId="115"/>
          <ac:spMkLst>
            <pc:docMk/>
            <pc:sldMk cId="1173897663" sldId="261"/>
            <ac:spMk id="28" creationId="{6B1CF89B-8DF9-4814-AF26-3727E2066C09}"/>
          </ac:spMkLst>
        </pc:spChg>
        <pc:spChg chg="mod">
          <ac:chgData name="Russ Henderson" userId="1a9b2c94-14ea-443c-90c9-9fd3fcb66448" providerId="ADAL" clId="{BB0E7F0C-1123-4BD1-A8FF-B55B3E24491E}" dt="2020-03-17T14:05:24.348" v="515" actId="115"/>
          <ac:spMkLst>
            <pc:docMk/>
            <pc:sldMk cId="1173897663" sldId="261"/>
            <ac:spMk id="29" creationId="{FBC6C770-F6C5-47D7-965E-FC95D188712A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30" creationId="{5ABEC722-539C-6542-BEDD-5E16D97A8EAF}"/>
          </ac:spMkLst>
        </pc:spChg>
        <pc:spChg chg="add mod">
          <ac:chgData name="Russ Henderson" userId="1a9b2c94-14ea-443c-90c9-9fd3fcb66448" providerId="ADAL" clId="{BB0E7F0C-1123-4BD1-A8FF-B55B3E24491E}" dt="2020-03-17T14:45:52.514" v="1274" actId="1038"/>
          <ac:spMkLst>
            <pc:docMk/>
            <pc:sldMk cId="1173897663" sldId="261"/>
            <ac:spMk id="32" creationId="{62AAD429-2BA2-45CA-8A38-76AC5DDF4DFF}"/>
          </ac:spMkLst>
        </pc:spChg>
        <pc:spChg chg="add del mod">
          <ac:chgData name="Russ Henderson" userId="1a9b2c94-14ea-443c-90c9-9fd3fcb66448" providerId="ADAL" clId="{BB0E7F0C-1123-4BD1-A8FF-B55B3E24491E}" dt="2020-03-17T14:15:05.832" v="635" actId="478"/>
          <ac:spMkLst>
            <pc:docMk/>
            <pc:sldMk cId="1173897663" sldId="261"/>
            <ac:spMk id="33" creationId="{4D6B3886-E858-49B2-B981-03E6B9C0F57F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34" creationId="{BD879ECA-B16C-E94C-92AC-9241CC480FBB}"/>
          </ac:spMkLst>
        </pc:spChg>
        <pc:spChg chg="mod">
          <ac:chgData name="Russ Henderson" userId="1a9b2c94-14ea-443c-90c9-9fd3fcb66448" providerId="ADAL" clId="{BB0E7F0C-1123-4BD1-A8FF-B55B3E24491E}" dt="2020-03-17T14:25:37.332" v="1132" actId="1076"/>
          <ac:spMkLst>
            <pc:docMk/>
            <pc:sldMk cId="1173897663" sldId="261"/>
            <ac:spMk id="41" creationId="{7D6CE94F-706C-4217-8F89-B97F45884475}"/>
          </ac:spMkLst>
        </pc:spChg>
        <pc:spChg chg="mod">
          <ac:chgData name="Russ Henderson" userId="1a9b2c94-14ea-443c-90c9-9fd3fcb66448" providerId="ADAL" clId="{BB0E7F0C-1123-4BD1-A8FF-B55B3E24491E}" dt="2020-03-17T15:06:58.752" v="1854" actId="20577"/>
          <ac:spMkLst>
            <pc:docMk/>
            <pc:sldMk cId="1173897663" sldId="261"/>
            <ac:spMk id="42" creationId="{AE980D7D-FB37-48F5-A95F-1685B1BDDF0C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43" creationId="{D09BEBC0-B4A5-4A41-8E17-7D5F2645B4F5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44" creationId="{7BC6B842-08CF-4837-8042-3464DB820831}"/>
          </ac:spMkLst>
        </pc:spChg>
        <pc:spChg chg="mod">
          <ac:chgData name="Russ Henderson" userId="1a9b2c94-14ea-443c-90c9-9fd3fcb66448" providerId="ADAL" clId="{BB0E7F0C-1123-4BD1-A8FF-B55B3E24491E}" dt="2020-03-17T13:56:03.505" v="105" actId="1037"/>
          <ac:spMkLst>
            <pc:docMk/>
            <pc:sldMk cId="1173897663" sldId="261"/>
            <ac:spMk id="45" creationId="{88C184A4-05E8-499D-810E-2D3F3CEBDF5E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47" creationId="{64D04206-AA31-4734-B478-FD67D071D06E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48" creationId="{7EDC1201-774E-4172-8E85-E3DD7EFBBC60}"/>
          </ac:spMkLst>
        </pc:spChg>
        <pc:spChg chg="mod">
          <ac:chgData name="Russ Henderson" userId="1a9b2c94-14ea-443c-90c9-9fd3fcb66448" providerId="ADAL" clId="{BB0E7F0C-1123-4BD1-A8FF-B55B3E24491E}" dt="2020-03-17T14:25:27.883" v="1129"/>
          <ac:spMkLst>
            <pc:docMk/>
            <pc:sldMk cId="1173897663" sldId="261"/>
            <ac:spMk id="49" creationId="{082254B8-1B23-49EA-8402-27581F6A8FE8}"/>
          </ac:spMkLst>
        </pc:spChg>
        <pc:spChg chg="mod">
          <ac:chgData name="Russ Henderson" userId="1a9b2c94-14ea-443c-90c9-9fd3fcb66448" providerId="ADAL" clId="{BB0E7F0C-1123-4BD1-A8FF-B55B3E24491E}" dt="2020-03-17T14:02:03.803" v="425" actId="1035"/>
          <ac:spMkLst>
            <pc:docMk/>
            <pc:sldMk cId="1173897663" sldId="261"/>
            <ac:spMk id="50" creationId="{2F4B148D-DA46-4BC2-BBEE-DD3DC3865284}"/>
          </ac:spMkLst>
        </pc:spChg>
        <pc:spChg chg="add mod">
          <ac:chgData name="Russ Henderson" userId="1a9b2c94-14ea-443c-90c9-9fd3fcb66448" providerId="ADAL" clId="{BB0E7F0C-1123-4BD1-A8FF-B55B3E24491E}" dt="2020-03-17T14:00:01.432" v="361" actId="20577"/>
          <ac:spMkLst>
            <pc:docMk/>
            <pc:sldMk cId="1173897663" sldId="261"/>
            <ac:spMk id="51" creationId="{2244544F-E41D-42E0-BA5F-C4A1CBF5A71D}"/>
          </ac:spMkLst>
        </pc:spChg>
        <pc:spChg chg="add mod">
          <ac:chgData name="Russ Henderson" userId="1a9b2c94-14ea-443c-90c9-9fd3fcb66448" providerId="ADAL" clId="{BB0E7F0C-1123-4BD1-A8FF-B55B3E24491E}" dt="2020-03-17T14:01:38.182" v="416" actId="1076"/>
          <ac:spMkLst>
            <pc:docMk/>
            <pc:sldMk cId="1173897663" sldId="261"/>
            <ac:spMk id="52" creationId="{82383ED4-4EBF-46A7-90F4-286AB16C82C2}"/>
          </ac:spMkLst>
        </pc:spChg>
        <pc:spChg chg="mod">
          <ac:chgData name="Russ Henderson" userId="1a9b2c94-14ea-443c-90c9-9fd3fcb66448" providerId="ADAL" clId="{BB0E7F0C-1123-4BD1-A8FF-B55B3E24491E}" dt="2020-03-17T13:56:03.505" v="105" actId="1037"/>
          <ac:spMkLst>
            <pc:docMk/>
            <pc:sldMk cId="1173897663" sldId="261"/>
            <ac:spMk id="54" creationId="{B6077B14-C081-4433-BE58-A7678CC4031B}"/>
          </ac:spMkLst>
        </pc:spChg>
        <pc:spChg chg="mod">
          <ac:chgData name="Russ Henderson" userId="1a9b2c94-14ea-443c-90c9-9fd3fcb66448" providerId="ADAL" clId="{BB0E7F0C-1123-4BD1-A8FF-B55B3E24491E}" dt="2020-03-17T14:01:00.582" v="396" actId="20577"/>
          <ac:spMkLst>
            <pc:docMk/>
            <pc:sldMk cId="1173897663" sldId="261"/>
            <ac:spMk id="55" creationId="{39B7711F-D7C4-41F4-917D-06A04C9D2E0E}"/>
          </ac:spMkLst>
        </pc:spChg>
        <pc:spChg chg="mod">
          <ac:chgData name="Russ Henderson" userId="1a9b2c94-14ea-443c-90c9-9fd3fcb66448" providerId="ADAL" clId="{BB0E7F0C-1123-4BD1-A8FF-B55B3E24491E}" dt="2020-03-17T14:02:03.803" v="425" actId="1035"/>
          <ac:spMkLst>
            <pc:docMk/>
            <pc:sldMk cId="1173897663" sldId="261"/>
            <ac:spMk id="56" creationId="{B1003535-DD27-47C0-B59A-E47FE84DE96D}"/>
          </ac:spMkLst>
        </pc:spChg>
        <pc:spChg chg="mod">
          <ac:chgData name="Russ Henderson" userId="1a9b2c94-14ea-443c-90c9-9fd3fcb66448" providerId="ADAL" clId="{BB0E7F0C-1123-4BD1-A8FF-B55B3E24491E}" dt="2020-03-17T14:19:52.931" v="782" actId="113"/>
          <ac:spMkLst>
            <pc:docMk/>
            <pc:sldMk cId="1173897663" sldId="261"/>
            <ac:spMk id="57" creationId="{3D3F5AAB-FBBC-4B57-9CFF-BCEAC7DB7216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58" creationId="{587D9D40-5872-4D88-B859-D4CB1855D380}"/>
          </ac:spMkLst>
        </pc:spChg>
        <pc:spChg chg="mod">
          <ac:chgData name="Russ Henderson" userId="1a9b2c94-14ea-443c-90c9-9fd3fcb66448" providerId="ADAL" clId="{BB0E7F0C-1123-4BD1-A8FF-B55B3E24491E}" dt="2020-03-17T14:11:01.638" v="525" actId="14100"/>
          <ac:spMkLst>
            <pc:docMk/>
            <pc:sldMk cId="1173897663" sldId="261"/>
            <ac:spMk id="59" creationId="{56ADCD47-F425-4989-84D5-E2BA5E9294E8}"/>
          </ac:spMkLst>
        </pc:spChg>
        <pc:spChg chg="mod">
          <ac:chgData name="Russ Henderson" userId="1a9b2c94-14ea-443c-90c9-9fd3fcb66448" providerId="ADAL" clId="{BB0E7F0C-1123-4BD1-A8FF-B55B3E24491E}" dt="2020-03-17T14:03:41.748" v="489" actId="1037"/>
          <ac:spMkLst>
            <pc:docMk/>
            <pc:sldMk cId="1173897663" sldId="261"/>
            <ac:spMk id="60" creationId="{6192CC01-E3AC-49A0-92B4-88734D6E0491}"/>
          </ac:spMkLst>
        </pc:spChg>
        <pc:spChg chg="mod">
          <ac:chgData name="Russ Henderson" userId="1a9b2c94-14ea-443c-90c9-9fd3fcb66448" providerId="ADAL" clId="{BB0E7F0C-1123-4BD1-A8FF-B55B3E24491E}" dt="2020-03-17T14:03:31.339" v="478" actId="1037"/>
          <ac:spMkLst>
            <pc:docMk/>
            <pc:sldMk cId="1173897663" sldId="261"/>
            <ac:spMk id="63" creationId="{A72EBDE5-9F9B-4DAB-BC3D-F83143E75E7A}"/>
          </ac:spMkLst>
        </pc:spChg>
        <pc:spChg chg="mod">
          <ac:chgData name="Russ Henderson" userId="1a9b2c94-14ea-443c-90c9-9fd3fcb66448" providerId="ADAL" clId="{BB0E7F0C-1123-4BD1-A8FF-B55B3E24491E}" dt="2020-03-17T14:25:23.533" v="1127" actId="20577"/>
          <ac:spMkLst>
            <pc:docMk/>
            <pc:sldMk cId="1173897663" sldId="261"/>
            <ac:spMk id="64" creationId="{C4A32558-9252-431A-BDBB-5AB375BCCA0E}"/>
          </ac:spMkLst>
        </pc:spChg>
        <pc:spChg chg="mod">
          <ac:chgData name="Russ Henderson" userId="1a9b2c94-14ea-443c-90c9-9fd3fcb66448" providerId="ADAL" clId="{BB0E7F0C-1123-4BD1-A8FF-B55B3E24491E}" dt="2020-03-17T14:11:04.062" v="526" actId="14100"/>
          <ac:spMkLst>
            <pc:docMk/>
            <pc:sldMk cId="1173897663" sldId="261"/>
            <ac:spMk id="65" creationId="{28E73970-0F7A-4F2C-BC0C-DEF739267540}"/>
          </ac:spMkLst>
        </pc:spChg>
        <pc:spChg chg="mod">
          <ac:chgData name="Russ Henderson" userId="1a9b2c94-14ea-443c-90c9-9fd3fcb66448" providerId="ADAL" clId="{BB0E7F0C-1123-4BD1-A8FF-B55B3E24491E}" dt="2020-03-17T14:03:41.748" v="489" actId="1037"/>
          <ac:spMkLst>
            <pc:docMk/>
            <pc:sldMk cId="1173897663" sldId="261"/>
            <ac:spMk id="66" creationId="{E6EB16CC-22E2-44A4-9AE2-E899777FD52E}"/>
          </ac:spMkLst>
        </pc:spChg>
        <pc:spChg chg="add mod">
          <ac:chgData name="Russ Henderson" userId="1a9b2c94-14ea-443c-90c9-9fd3fcb66448" providerId="ADAL" clId="{BB0E7F0C-1123-4BD1-A8FF-B55B3E24491E}" dt="2020-03-17T13:59:51.649" v="349" actId="20577"/>
          <ac:spMkLst>
            <pc:docMk/>
            <pc:sldMk cId="1173897663" sldId="261"/>
            <ac:spMk id="69" creationId="{DAEF5622-3F9C-42CF-B9CD-42D678C16880}"/>
          </ac:spMkLst>
        </pc:spChg>
        <pc:spChg chg="add mod">
          <ac:chgData name="Russ Henderson" userId="1a9b2c94-14ea-443c-90c9-9fd3fcb66448" providerId="ADAL" clId="{BB0E7F0C-1123-4BD1-A8FF-B55B3E24491E}" dt="2020-03-17T14:22:16.532" v="1096" actId="20577"/>
          <ac:spMkLst>
            <pc:docMk/>
            <pc:sldMk cId="1173897663" sldId="261"/>
            <ac:spMk id="71" creationId="{BBA7BC8D-E918-4A17-8FDB-6914A17BD61D}"/>
          </ac:spMkLst>
        </pc:spChg>
        <pc:spChg chg="add mod">
          <ac:chgData name="Russ Henderson" userId="1a9b2c94-14ea-443c-90c9-9fd3fcb66448" providerId="ADAL" clId="{BB0E7F0C-1123-4BD1-A8FF-B55B3E24491E}" dt="2020-03-17T14:25:47.328" v="1146" actId="1076"/>
          <ac:spMkLst>
            <pc:docMk/>
            <pc:sldMk cId="1173897663" sldId="261"/>
            <ac:spMk id="72" creationId="{B551B85F-9CB7-4607-B285-15CCFD37627D}"/>
          </ac:spMkLst>
        </pc:spChg>
        <pc:spChg chg="add mod">
          <ac:chgData name="Russ Henderson" userId="1a9b2c94-14ea-443c-90c9-9fd3fcb66448" providerId="ADAL" clId="{BB0E7F0C-1123-4BD1-A8FF-B55B3E24491E}" dt="2020-03-17T14:26:03.349" v="1154" actId="20577"/>
          <ac:spMkLst>
            <pc:docMk/>
            <pc:sldMk cId="1173897663" sldId="261"/>
            <ac:spMk id="74" creationId="{5FE96C97-28F9-4E40-A9EE-6B0B397E7B09}"/>
          </ac:spMkLst>
        </pc:spChg>
        <pc:spChg chg="add del">
          <ac:chgData name="Russ Henderson" userId="1a9b2c94-14ea-443c-90c9-9fd3fcb66448" providerId="ADAL" clId="{BB0E7F0C-1123-4BD1-A8FF-B55B3E24491E}" dt="2020-03-17T14:26:41.762" v="1156"/>
          <ac:spMkLst>
            <pc:docMk/>
            <pc:sldMk cId="1173897663" sldId="261"/>
            <ac:spMk id="75" creationId="{C80F5782-B277-40B0-BDF5-3C34A01AA529}"/>
          </ac:spMkLst>
        </pc:spChg>
        <pc:spChg chg="add mod">
          <ac:chgData name="Russ Henderson" userId="1a9b2c94-14ea-443c-90c9-9fd3fcb66448" providerId="ADAL" clId="{BB0E7F0C-1123-4BD1-A8FF-B55B3E24491E}" dt="2020-03-17T15:07:55.943" v="1870" actId="255"/>
          <ac:spMkLst>
            <pc:docMk/>
            <pc:sldMk cId="1173897663" sldId="261"/>
            <ac:spMk id="76" creationId="{C8F8E51E-CCCA-48B9-B741-E38FA20A95D8}"/>
          </ac:spMkLst>
        </pc:spChg>
        <pc:graphicFrameChg chg="del">
          <ac:chgData name="Russ Henderson" userId="1a9b2c94-14ea-443c-90c9-9fd3fcb66448" providerId="ADAL" clId="{BB0E7F0C-1123-4BD1-A8FF-B55B3E24491E}" dt="2020-03-17T13:55:35.566" v="58" actId="478"/>
          <ac:graphicFrameMkLst>
            <pc:docMk/>
            <pc:sldMk cId="1173897663" sldId="261"/>
            <ac:graphicFrameMk id="14" creationId="{DEA86BBD-78A9-49A0-A8D7-48163E36EC8E}"/>
          </ac:graphicFrameMkLst>
        </pc:graphicFrameChg>
        <pc:graphicFrameChg chg="mod modGraphic">
          <ac:chgData name="Russ Henderson" userId="1a9b2c94-14ea-443c-90c9-9fd3fcb66448" providerId="ADAL" clId="{BB0E7F0C-1123-4BD1-A8FF-B55B3E24491E}" dt="2020-03-17T14:03:41.748" v="489" actId="103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 modGraphic">
          <ac:chgData name="Russ Henderson" userId="1a9b2c94-14ea-443c-90c9-9fd3fcb66448" providerId="ADAL" clId="{BB0E7F0C-1123-4BD1-A8FF-B55B3E24491E}" dt="2020-03-17T15:22:03.589" v="1874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  <pc:cxnChg chg="mod">
          <ac:chgData name="Russ Henderson" userId="1a9b2c94-14ea-443c-90c9-9fd3fcb66448" providerId="ADAL" clId="{BB0E7F0C-1123-4BD1-A8FF-B55B3E24491E}" dt="2020-03-17T14:03:34.132" v="480" actId="1037"/>
          <ac:cxnSpMkLst>
            <pc:docMk/>
            <pc:sldMk cId="1173897663" sldId="261"/>
            <ac:cxnSpMk id="5" creationId="{27C4F85F-06CF-4879-92C2-DF25B6D2AAB8}"/>
          </ac:cxnSpMkLst>
        </pc:cxnChg>
        <pc:cxnChg chg="add del mod">
          <ac:chgData name="Russ Henderson" userId="1a9b2c94-14ea-443c-90c9-9fd3fcb66448" providerId="ADAL" clId="{BB0E7F0C-1123-4BD1-A8FF-B55B3E24491E}" dt="2020-03-17T14:03:22.798" v="475" actId="14100"/>
          <ac:cxnSpMkLst>
            <pc:docMk/>
            <pc:sldMk cId="1173897663" sldId="261"/>
            <ac:cxnSpMk id="19" creationId="{AF88CD3C-F1E4-46EC-BCD7-C5CD70EE0FB0}"/>
          </ac:cxnSpMkLst>
        </pc:cxnChg>
        <pc:cxnChg chg="mod">
          <ac:chgData name="Russ Henderson" userId="1a9b2c94-14ea-443c-90c9-9fd3fcb66448" providerId="ADAL" clId="{BB0E7F0C-1123-4BD1-A8FF-B55B3E24491E}" dt="2020-03-17T15:11:11.193" v="1871" actId="14100"/>
          <ac:cxnSpMkLst>
            <pc:docMk/>
            <pc:sldMk cId="1173897663" sldId="261"/>
            <ac:cxnSpMk id="53" creationId="{EB5F8EA9-7C78-4828-AA2A-C1FEB3348E14}"/>
          </ac:cxnSpMkLst>
        </pc:cxnChg>
        <pc:cxnChg chg="mod">
          <ac:chgData name="Russ Henderson" userId="1a9b2c94-14ea-443c-90c9-9fd3fcb66448" providerId="ADAL" clId="{BB0E7F0C-1123-4BD1-A8FF-B55B3E24491E}" dt="2020-03-17T13:56:03.505" v="105" actId="1037"/>
          <ac:cxnSpMkLst>
            <pc:docMk/>
            <pc:sldMk cId="1173897663" sldId="261"/>
            <ac:cxnSpMk id="61" creationId="{BC56680B-1E53-40F7-B960-8B048331115F}"/>
          </ac:cxnSpMkLst>
        </pc:cxnChg>
        <pc:cxnChg chg="mod">
          <ac:chgData name="Russ Henderson" userId="1a9b2c94-14ea-443c-90c9-9fd3fcb66448" providerId="ADAL" clId="{BB0E7F0C-1123-4BD1-A8FF-B55B3E24491E}" dt="2020-03-17T13:56:03.505" v="105" actId="1037"/>
          <ac:cxnSpMkLst>
            <pc:docMk/>
            <pc:sldMk cId="1173897663" sldId="261"/>
            <ac:cxnSpMk id="62" creationId="{285FB27C-4608-4D4D-ACFF-1372BEC99F83}"/>
          </ac:cxnSpMkLst>
        </pc:cxnChg>
        <pc:cxnChg chg="add mod">
          <ac:chgData name="Russ Henderson" userId="1a9b2c94-14ea-443c-90c9-9fd3fcb66448" providerId="ADAL" clId="{BB0E7F0C-1123-4BD1-A8FF-B55B3E24491E}" dt="2020-03-17T14:03:27.015" v="476" actId="14100"/>
          <ac:cxnSpMkLst>
            <pc:docMk/>
            <pc:sldMk cId="1173897663" sldId="261"/>
            <ac:cxnSpMk id="70" creationId="{CC2AAC95-072D-416E-841C-4D628441959F}"/>
          </ac:cxnSpMkLst>
        </pc:cxnChg>
        <pc:cxnChg chg="add mod">
          <ac:chgData name="Russ Henderson" userId="1a9b2c94-14ea-443c-90c9-9fd3fcb66448" providerId="ADAL" clId="{BB0E7F0C-1123-4BD1-A8FF-B55B3E24491E}" dt="2020-03-17T14:25:54.243" v="1148" actId="1076"/>
          <ac:cxnSpMkLst>
            <pc:docMk/>
            <pc:sldMk cId="1173897663" sldId="261"/>
            <ac:cxnSpMk id="73" creationId="{0C147799-9AE9-44B9-8C9F-5AD90E5EBDAD}"/>
          </ac:cxnSpMkLst>
        </pc:cxnChg>
      </pc:sldChg>
      <pc:sldChg chg="addSp delSp modSp add mod">
        <pc:chgData name="Russ Henderson" userId="1a9b2c94-14ea-443c-90c9-9fd3fcb66448" providerId="ADAL" clId="{BB0E7F0C-1123-4BD1-A8FF-B55B3E24491E}" dt="2020-03-17T15:39:58.088" v="1925" actId="1037"/>
        <pc:sldMkLst>
          <pc:docMk/>
          <pc:sldMk cId="1956434879" sldId="262"/>
        </pc:sldMkLst>
        <pc:spChg chg="del">
          <ac:chgData name="Russ Henderson" userId="1a9b2c94-14ea-443c-90c9-9fd3fcb66448" providerId="ADAL" clId="{BB0E7F0C-1123-4BD1-A8FF-B55B3E24491E}" dt="2020-03-17T14:46:22.482" v="1280" actId="478"/>
          <ac:spMkLst>
            <pc:docMk/>
            <pc:sldMk cId="1956434879" sldId="262"/>
            <ac:spMk id="2" creationId="{177C145F-0DFF-4EA5-A39F-962D6DAA5122}"/>
          </ac:spMkLst>
        </pc:spChg>
        <pc:spChg chg="del">
          <ac:chgData name="Russ Henderson" userId="1a9b2c94-14ea-443c-90c9-9fd3fcb66448" providerId="ADAL" clId="{BB0E7F0C-1123-4BD1-A8FF-B55B3E24491E}" dt="2020-03-17T14:46:23.949" v="1281" actId="478"/>
          <ac:spMkLst>
            <pc:docMk/>
            <pc:sldMk cId="1956434879" sldId="262"/>
            <ac:spMk id="3" creationId="{1EE01E20-3B94-4F28-A5B6-7F4743FB09BC}"/>
          </ac:spMkLst>
        </pc:spChg>
        <pc:spChg chg="add del mod">
          <ac:chgData name="Russ Henderson" userId="1a9b2c94-14ea-443c-90c9-9fd3fcb66448" providerId="ADAL" clId="{BB0E7F0C-1123-4BD1-A8FF-B55B3E24491E}" dt="2020-03-17T14:47:25.882" v="1294" actId="478"/>
          <ac:spMkLst>
            <pc:docMk/>
            <pc:sldMk cId="1956434879" sldId="262"/>
            <ac:spMk id="4" creationId="{F9BF44C0-0AF0-4AD1-A4BA-5C0410375927}"/>
          </ac:spMkLst>
        </pc:spChg>
        <pc:spChg chg="add del">
          <ac:chgData name="Russ Henderson" userId="1a9b2c94-14ea-443c-90c9-9fd3fcb66448" providerId="ADAL" clId="{BB0E7F0C-1123-4BD1-A8FF-B55B3E24491E}" dt="2020-03-17T14:46:55.582" v="1290" actId="478"/>
          <ac:spMkLst>
            <pc:docMk/>
            <pc:sldMk cId="1956434879" sldId="262"/>
            <ac:spMk id="5" creationId="{B6007FA0-93CA-483E-93D8-4A6ABE5822F5}"/>
          </ac:spMkLst>
        </pc:spChg>
        <pc:spChg chg="add del">
          <ac:chgData name="Russ Henderson" userId="1a9b2c94-14ea-443c-90c9-9fd3fcb66448" providerId="ADAL" clId="{BB0E7F0C-1123-4BD1-A8FF-B55B3E24491E}" dt="2020-03-17T14:46:55.582" v="1290" actId="478"/>
          <ac:spMkLst>
            <pc:docMk/>
            <pc:sldMk cId="1956434879" sldId="262"/>
            <ac:spMk id="6" creationId="{D334B690-B516-4A8A-820A-08331A0963A5}"/>
          </ac:spMkLst>
        </pc:spChg>
        <pc:spChg chg="add mod">
          <ac:chgData name="Russ Henderson" userId="1a9b2c94-14ea-443c-90c9-9fd3fcb66448" providerId="ADAL" clId="{BB0E7F0C-1123-4BD1-A8FF-B55B3E24491E}" dt="2020-03-17T14:47:45.698" v="1298" actId="113"/>
          <ac:spMkLst>
            <pc:docMk/>
            <pc:sldMk cId="1956434879" sldId="262"/>
            <ac:spMk id="7" creationId="{14BF9F32-5C9B-4C85-9B6F-79F16E9222F9}"/>
          </ac:spMkLst>
        </pc:spChg>
        <pc:spChg chg="add del">
          <ac:chgData name="Russ Henderson" userId="1a9b2c94-14ea-443c-90c9-9fd3fcb66448" providerId="ADAL" clId="{BB0E7F0C-1123-4BD1-A8FF-B55B3E24491E}" dt="2020-03-17T14:46:51.034" v="1288" actId="478"/>
          <ac:spMkLst>
            <pc:docMk/>
            <pc:sldMk cId="1956434879" sldId="262"/>
            <ac:spMk id="8" creationId="{98F2018B-6173-45EB-BA2B-30BDE85CA554}"/>
          </ac:spMkLst>
        </pc:spChg>
        <pc:spChg chg="add mod">
          <ac:chgData name="Russ Henderson" userId="1a9b2c94-14ea-443c-90c9-9fd3fcb66448" providerId="ADAL" clId="{BB0E7F0C-1123-4BD1-A8FF-B55B3E24491E}" dt="2020-03-17T15:39:51.088" v="1890" actId="1076"/>
          <ac:spMkLst>
            <pc:docMk/>
            <pc:sldMk cId="1956434879" sldId="262"/>
            <ac:spMk id="9" creationId="{CCCC980B-1714-4654-B3C9-D43BD648C8FE}"/>
          </ac:spMkLst>
        </pc:spChg>
        <pc:spChg chg="add del mod">
          <ac:chgData name="Russ Henderson" userId="1a9b2c94-14ea-443c-90c9-9fd3fcb66448" providerId="ADAL" clId="{BB0E7F0C-1123-4BD1-A8FF-B55B3E24491E}" dt="2020-03-17T14:46:52.832" v="1289" actId="478"/>
          <ac:spMkLst>
            <pc:docMk/>
            <pc:sldMk cId="1956434879" sldId="262"/>
            <ac:spMk id="10" creationId="{1A2A9E1A-124A-491C-A16B-4707ED273B4D}"/>
          </ac:spMkLst>
        </pc:spChg>
        <pc:spChg chg="add del">
          <ac:chgData name="Russ Henderson" userId="1a9b2c94-14ea-443c-90c9-9fd3fcb66448" providerId="ADAL" clId="{BB0E7F0C-1123-4BD1-A8FF-B55B3E24491E}" dt="2020-03-17T14:46:39.898" v="1285" actId="478"/>
          <ac:spMkLst>
            <pc:docMk/>
            <pc:sldMk cId="1956434879" sldId="262"/>
            <ac:spMk id="11" creationId="{4CBC9589-1B15-44BD-97AC-3E78FE5E8070}"/>
          </ac:spMkLst>
        </pc:spChg>
        <pc:spChg chg="add mod">
          <ac:chgData name="Russ Henderson" userId="1a9b2c94-14ea-443c-90c9-9fd3fcb66448" providerId="ADAL" clId="{BB0E7F0C-1123-4BD1-A8FF-B55B3E24491E}" dt="2020-03-17T15:01:48.579" v="1767" actId="1035"/>
          <ac:spMkLst>
            <pc:docMk/>
            <pc:sldMk cId="1956434879" sldId="262"/>
            <ac:spMk id="12" creationId="{72019D55-9B86-4BA4-AFA7-2EB659851ACC}"/>
          </ac:spMkLst>
        </pc:spChg>
        <pc:spChg chg="add">
          <ac:chgData name="Russ Henderson" userId="1a9b2c94-14ea-443c-90c9-9fd3fcb66448" providerId="ADAL" clId="{BB0E7F0C-1123-4BD1-A8FF-B55B3E24491E}" dt="2020-03-17T14:47:10.414" v="1292"/>
          <ac:spMkLst>
            <pc:docMk/>
            <pc:sldMk cId="1956434879" sldId="262"/>
            <ac:spMk id="15" creationId="{50B28D5B-36D7-46D7-989B-471B3B728B26}"/>
          </ac:spMkLst>
        </pc:spChg>
        <pc:spChg chg="add del mod">
          <ac:chgData name="Russ Henderson" userId="1a9b2c94-14ea-443c-90c9-9fd3fcb66448" providerId="ADAL" clId="{BB0E7F0C-1123-4BD1-A8FF-B55B3E24491E}" dt="2020-03-17T14:53:24.931" v="1480" actId="478"/>
          <ac:spMkLst>
            <pc:docMk/>
            <pc:sldMk cId="1956434879" sldId="262"/>
            <ac:spMk id="17" creationId="{347119B5-073B-47EA-98AC-8704978BE551}"/>
          </ac:spMkLst>
        </pc:spChg>
        <pc:spChg chg="add mod">
          <ac:chgData name="Russ Henderson" userId="1a9b2c94-14ea-443c-90c9-9fd3fcb66448" providerId="ADAL" clId="{BB0E7F0C-1123-4BD1-A8FF-B55B3E24491E}" dt="2020-03-17T15:39:58.088" v="1925" actId="1037"/>
          <ac:spMkLst>
            <pc:docMk/>
            <pc:sldMk cId="1956434879" sldId="262"/>
            <ac:spMk id="19" creationId="{ED08A798-DFE9-44FB-A4BB-1FEE374CC57D}"/>
          </ac:spMkLst>
        </pc:spChg>
        <pc:graphicFrameChg chg="add mod">
          <ac:chgData name="Russ Henderson" userId="1a9b2c94-14ea-443c-90c9-9fd3fcb66448" providerId="ADAL" clId="{BB0E7F0C-1123-4BD1-A8FF-B55B3E24491E}" dt="2020-03-17T15:01:42.334" v="1762" actId="1037"/>
          <ac:graphicFrameMkLst>
            <pc:docMk/>
            <pc:sldMk cId="1956434879" sldId="262"/>
            <ac:graphicFrameMk id="13" creationId="{DB2CF119-7164-4762-BD52-A17A3B1C9524}"/>
          </ac:graphicFrameMkLst>
        </pc:graphicFrameChg>
        <pc:graphicFrameChg chg="add mod">
          <ac:chgData name="Russ Henderson" userId="1a9b2c94-14ea-443c-90c9-9fd3fcb66448" providerId="ADAL" clId="{BB0E7F0C-1123-4BD1-A8FF-B55B3E24491E}" dt="2020-03-17T15:39:32.497" v="1889" actId="14100"/>
          <ac:graphicFrameMkLst>
            <pc:docMk/>
            <pc:sldMk cId="1956434879" sldId="262"/>
            <ac:graphicFrameMk id="14" creationId="{91CBD2E6-9E39-42EE-B880-A35B0C83EBBC}"/>
          </ac:graphicFrameMkLst>
        </pc:graphicFrameChg>
        <pc:graphicFrameChg chg="add del mod">
          <ac:chgData name="Russ Henderson" userId="1a9b2c94-14ea-443c-90c9-9fd3fcb66448" providerId="ADAL" clId="{BB0E7F0C-1123-4BD1-A8FF-B55B3E24491E}" dt="2020-03-17T14:53:23.249" v="1479" actId="478"/>
          <ac:graphicFrameMkLst>
            <pc:docMk/>
            <pc:sldMk cId="1956434879" sldId="262"/>
            <ac:graphicFrameMk id="18" creationId="{BC2E7F56-779A-4D93-90C1-592E4D6CE544}"/>
          </ac:graphicFrameMkLst>
        </pc:graphicFrameChg>
        <pc:graphicFrameChg chg="add mod">
          <ac:chgData name="Russ Henderson" userId="1a9b2c94-14ea-443c-90c9-9fd3fcb66448" providerId="ADAL" clId="{BB0E7F0C-1123-4BD1-A8FF-B55B3E24491E}" dt="2020-03-17T15:39:58.088" v="1925" actId="1037"/>
          <ac:graphicFrameMkLst>
            <pc:docMk/>
            <pc:sldMk cId="1956434879" sldId="262"/>
            <ac:graphicFrameMk id="20" creationId="{ECDD3E7A-B59C-4CD6-B029-8FBB04A5ACB3}"/>
          </ac:graphicFrameMkLst>
        </pc:graphicFrameChg>
        <pc:picChg chg="add">
          <ac:chgData name="Russ Henderson" userId="1a9b2c94-14ea-443c-90c9-9fd3fcb66448" providerId="ADAL" clId="{BB0E7F0C-1123-4BD1-A8FF-B55B3E24491E}" dt="2020-03-17T14:47:15.615" v="1293"/>
          <ac:picMkLst>
            <pc:docMk/>
            <pc:sldMk cId="1956434879" sldId="262"/>
            <ac:picMk id="16" creationId="{8E8640BC-2D20-4E8F-A5EB-0A9802524804}"/>
          </ac:picMkLst>
        </pc:picChg>
      </pc:sldChg>
    </pc:docChg>
  </pc:docChgLst>
  <pc:docChgLst>
    <pc:chgData name="Russ Henderson" userId="S::russh@10thmagnitude.com::1a9b2c94-14ea-443c-90c9-9fd3fcb66448" providerId="AD" clId="Web-{44B3C996-78AD-F3B4-EF37-2F74540614B7}"/>
    <pc:docChg chg="modSld">
      <pc:chgData name="Russ Henderson" userId="S::russh@10thmagnitude.com::1a9b2c94-14ea-443c-90c9-9fd3fcb66448" providerId="AD" clId="Web-{44B3C996-78AD-F3B4-EF37-2F74540614B7}" dt="2020-04-07T15:53:08.480" v="32" actId="1076"/>
      <pc:docMkLst>
        <pc:docMk/>
      </pc:docMkLst>
      <pc:sldChg chg="modSp">
        <pc:chgData name="Russ Henderson" userId="S::russh@10thmagnitude.com::1a9b2c94-14ea-443c-90c9-9fd3fcb66448" providerId="AD" clId="Web-{44B3C996-78AD-F3B4-EF37-2F74540614B7}" dt="2020-04-07T15:53:08.480" v="32" actId="1076"/>
        <pc:sldMkLst>
          <pc:docMk/>
          <pc:sldMk cId="1173897663" sldId="261"/>
        </pc:sldMkLst>
        <pc:spChg chg="mod">
          <ac:chgData name="Russ Henderson" userId="S::russh@10thmagnitude.com::1a9b2c94-14ea-443c-90c9-9fd3fcb66448" providerId="AD" clId="Web-{44B3C996-78AD-F3B4-EF37-2F74540614B7}" dt="2020-04-07T15:53:08.480" v="32" actId="1076"/>
          <ac:spMkLst>
            <pc:docMk/>
            <pc:sldMk cId="1173897663" sldId="261"/>
            <ac:spMk id="2" creationId="{E8E1AD1F-A367-4E69-850E-32CBFBBCF009}"/>
          </ac:spMkLst>
        </pc:spChg>
      </pc:sldChg>
    </pc:docChg>
  </pc:docChgLst>
  <pc:docChgLst>
    <pc:chgData name="Russ Henderson" userId="1a9b2c94-14ea-443c-90c9-9fd3fcb66448" providerId="ADAL" clId="{9B2B0F60-ECE6-4965-B02C-EA2D2DBFCCCA}"/>
    <pc:docChg chg="undo custSel modSld">
      <pc:chgData name="Russ Henderson" userId="1a9b2c94-14ea-443c-90c9-9fd3fcb66448" providerId="ADAL" clId="{9B2B0F60-ECE6-4965-B02C-EA2D2DBFCCCA}" dt="2020-04-14T15:05:43.042" v="160" actId="20577"/>
      <pc:docMkLst>
        <pc:docMk/>
      </pc:docMkLst>
      <pc:sldChg chg="addSp modSp mod">
        <pc:chgData name="Russ Henderson" userId="1a9b2c94-14ea-443c-90c9-9fd3fcb66448" providerId="ADAL" clId="{9B2B0F60-ECE6-4965-B02C-EA2D2DBFCCCA}" dt="2020-04-14T15:05:43.042" v="160" actId="20577"/>
        <pc:sldMkLst>
          <pc:docMk/>
          <pc:sldMk cId="1173897663" sldId="261"/>
        </pc:sldMkLst>
        <pc:spChg chg="mod">
          <ac:chgData name="Russ Henderson" userId="1a9b2c94-14ea-443c-90c9-9fd3fcb66448" providerId="ADAL" clId="{9B2B0F60-ECE6-4965-B02C-EA2D2DBFCCCA}" dt="2020-04-14T14:47:25.795" v="72" actId="20577"/>
          <ac:spMkLst>
            <pc:docMk/>
            <pc:sldMk cId="1173897663" sldId="261"/>
            <ac:spMk id="2" creationId="{E8E1AD1F-A367-4E69-850E-32CBFBBCF009}"/>
          </ac:spMkLst>
        </pc:spChg>
        <pc:spChg chg="add mod">
          <ac:chgData name="Russ Henderson" userId="1a9b2c94-14ea-443c-90c9-9fd3fcb66448" providerId="ADAL" clId="{9B2B0F60-ECE6-4965-B02C-EA2D2DBFCCCA}" dt="2020-04-14T14:54:33.330" v="143" actId="6549"/>
          <ac:spMkLst>
            <pc:docMk/>
            <pc:sldMk cId="1173897663" sldId="261"/>
            <ac:spMk id="6" creationId="{407CCA7D-EC42-4008-9EE8-8B4577157858}"/>
          </ac:spMkLst>
        </pc:spChg>
        <pc:spChg chg="mod">
          <ac:chgData name="Russ Henderson" userId="1a9b2c94-14ea-443c-90c9-9fd3fcb66448" providerId="ADAL" clId="{9B2B0F60-ECE6-4965-B02C-EA2D2DBFCCCA}" dt="2020-04-14T15:03:57.671" v="155" actId="20577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9B2B0F60-ECE6-4965-B02C-EA2D2DBFCCCA}" dt="2020-04-14T13:47:57.625" v="60" actId="2057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9B2B0F60-ECE6-4965-B02C-EA2D2DBFCCCA}" dt="2020-04-14T13:47:30.357" v="58" actId="20577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9B2B0F60-ECE6-4965-B02C-EA2D2DBFCCCA}" dt="2020-04-14T15:05:35.637" v="156" actId="20577"/>
          <ac:spMkLst>
            <pc:docMk/>
            <pc:sldMk cId="1173897663" sldId="261"/>
            <ac:spMk id="55" creationId="{39B7711F-D7C4-41F4-917D-06A04C9D2E0E}"/>
          </ac:spMkLst>
        </pc:spChg>
        <pc:graphicFrameChg chg="modGraphic">
          <ac:chgData name="Russ Henderson" userId="1a9b2c94-14ea-443c-90c9-9fd3fcb66448" providerId="ADAL" clId="{9B2B0F60-ECE6-4965-B02C-EA2D2DBFCCCA}" dt="2020-04-14T13:45:06.418" v="29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9B2B0F60-ECE6-4965-B02C-EA2D2DBFCCCA}" dt="2020-04-14T15:05:43.042" v="160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</pc:sldChg>
      <pc:sldChg chg="mod">
        <pc:chgData name="Russ Henderson" userId="1a9b2c94-14ea-443c-90c9-9fd3fcb66448" providerId="ADAL" clId="{9B2B0F60-ECE6-4965-B02C-EA2D2DBFCCCA}" dt="2020-04-14T14:53:28.074" v="140" actId="27918"/>
        <pc:sldMkLst>
          <pc:docMk/>
          <pc:sldMk cId="1956434879" sldId="262"/>
        </pc:sldMkLst>
      </pc:sldChg>
    </pc:docChg>
  </pc:docChgLst>
  <pc:docChgLst>
    <pc:chgData name="Russ Henderson" userId="1a9b2c94-14ea-443c-90c9-9fd3fcb66448" providerId="ADAL" clId="{B3449C8E-7626-409C-B6A2-B7F2C9E17CC8}"/>
    <pc:docChg chg="undo custSel modSld">
      <pc:chgData name="Russ Henderson" userId="1a9b2c94-14ea-443c-90c9-9fd3fcb66448" providerId="ADAL" clId="{B3449C8E-7626-409C-B6A2-B7F2C9E17CC8}" dt="2020-03-25T21:01:47.284" v="417" actId="1037"/>
      <pc:docMkLst>
        <pc:docMk/>
      </pc:docMkLst>
      <pc:sldChg chg="addSp delSp modSp mod">
        <pc:chgData name="Russ Henderson" userId="1a9b2c94-14ea-443c-90c9-9fd3fcb66448" providerId="ADAL" clId="{B3449C8E-7626-409C-B6A2-B7F2C9E17CC8}" dt="2020-03-25T21:01:47.284" v="417" actId="1037"/>
        <pc:sldMkLst>
          <pc:docMk/>
          <pc:sldMk cId="1173897663" sldId="261"/>
        </pc:sldMkLst>
        <pc:spChg chg="mod">
          <ac:chgData name="Russ Henderson" userId="1a9b2c94-14ea-443c-90c9-9fd3fcb66448" providerId="ADAL" clId="{B3449C8E-7626-409C-B6A2-B7F2C9E17CC8}" dt="2020-03-24T14:50:04.668" v="100" actId="113"/>
          <ac:spMkLst>
            <pc:docMk/>
            <pc:sldMk cId="1173897663" sldId="261"/>
            <ac:spMk id="3" creationId="{84DAF3C3-DB05-4346-ABC5-3A5271A095BB}"/>
          </ac:spMkLst>
        </pc:spChg>
        <pc:spChg chg="mod">
          <ac:chgData name="Russ Henderson" userId="1a9b2c94-14ea-443c-90c9-9fd3fcb66448" providerId="ADAL" clId="{B3449C8E-7626-409C-B6A2-B7F2C9E17CC8}" dt="2020-03-25T20:58:31.762" v="393" actId="103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B3449C8E-7626-409C-B6A2-B7F2C9E17CC8}" dt="2020-03-24T14:49:50.263" v="99" actId="20577"/>
          <ac:spMkLst>
            <pc:docMk/>
            <pc:sldMk cId="1173897663" sldId="261"/>
            <ac:spMk id="42" creationId="{AE980D7D-FB37-48F5-A95F-1685B1BDDF0C}"/>
          </ac:spMkLst>
        </pc:spChg>
        <pc:spChg chg="add del mod">
          <ac:chgData name="Russ Henderson" userId="1a9b2c94-14ea-443c-90c9-9fd3fcb66448" providerId="ADAL" clId="{B3449C8E-7626-409C-B6A2-B7F2C9E17CC8}" dt="2020-03-24T14:54:27.008" v="190" actId="20577"/>
          <ac:spMkLst>
            <pc:docMk/>
            <pc:sldMk cId="1173897663" sldId="261"/>
            <ac:spMk id="52" creationId="{82383ED4-4EBF-46A7-90F4-286AB16C82C2}"/>
          </ac:spMkLst>
        </pc:spChg>
        <pc:spChg chg="add del mod">
          <ac:chgData name="Russ Henderson" userId="1a9b2c94-14ea-443c-90c9-9fd3fcb66448" providerId="ADAL" clId="{B3449C8E-7626-409C-B6A2-B7F2C9E17CC8}" dt="2020-03-24T14:54:31.587" v="193" actId="20577"/>
          <ac:spMkLst>
            <pc:docMk/>
            <pc:sldMk cId="1173897663" sldId="261"/>
            <ac:spMk id="69" creationId="{DAEF5622-3F9C-42CF-B9CD-42D678C16880}"/>
          </ac:spMkLst>
        </pc:spChg>
        <pc:spChg chg="mod">
          <ac:chgData name="Russ Henderson" userId="1a9b2c94-14ea-443c-90c9-9fd3fcb66448" providerId="ADAL" clId="{B3449C8E-7626-409C-B6A2-B7F2C9E17CC8}" dt="2020-03-24T14:50:33.057" v="161" actId="20577"/>
          <ac:spMkLst>
            <pc:docMk/>
            <pc:sldMk cId="1173897663" sldId="261"/>
            <ac:spMk id="71" creationId="{BBA7BC8D-E918-4A17-8FDB-6914A17BD61D}"/>
          </ac:spMkLst>
        </pc:spChg>
        <pc:spChg chg="mod">
          <ac:chgData name="Russ Henderson" userId="1a9b2c94-14ea-443c-90c9-9fd3fcb66448" providerId="ADAL" clId="{B3449C8E-7626-409C-B6A2-B7F2C9E17CC8}" dt="2020-03-25T21:01:47.284" v="417" actId="1037"/>
          <ac:spMkLst>
            <pc:docMk/>
            <pc:sldMk cId="1173897663" sldId="261"/>
            <ac:spMk id="76" creationId="{C8F8E51E-CCCA-48B9-B741-E38FA20A95D8}"/>
          </ac:spMkLst>
        </pc:spChg>
        <pc:graphicFrameChg chg="mod modGraphic">
          <ac:chgData name="Russ Henderson" userId="1a9b2c94-14ea-443c-90c9-9fd3fcb66448" providerId="ADAL" clId="{B3449C8E-7626-409C-B6A2-B7F2C9E17CC8}" dt="2020-03-25T20:58:47.838" v="403" actId="103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 modGraphic">
          <ac:chgData name="Russ Henderson" userId="1a9b2c94-14ea-443c-90c9-9fd3fcb66448" providerId="ADAL" clId="{B3449C8E-7626-409C-B6A2-B7F2C9E17CC8}" dt="2020-03-25T21:01:02.570" v="410" actId="14100"/>
          <ac:graphicFrameMkLst>
            <pc:docMk/>
            <pc:sldMk cId="1173897663" sldId="261"/>
            <ac:graphicFrameMk id="68" creationId="{7C45FA3A-7BBC-4710-93EB-92843145D4D2}"/>
          </ac:graphicFrameMkLst>
        </pc:graphicFrameChg>
      </pc:sldChg>
      <pc:sldChg chg="mod">
        <pc:chgData name="Russ Henderson" userId="1a9b2c94-14ea-443c-90c9-9fd3fcb66448" providerId="ADAL" clId="{B3449C8E-7626-409C-B6A2-B7F2C9E17CC8}" dt="2020-03-24T15:10:34.933" v="254" actId="27918"/>
        <pc:sldMkLst>
          <pc:docMk/>
          <pc:sldMk cId="1956434879" sldId="262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Estee</c:v>
                </c:pt>
              </c:strCache>
            </c:strRef>
          </c:tx>
          <c:spPr>
            <a:ln w="22225" cap="rnd" cmpd="sng" algn="ctr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823-4657-AEB2-445E5E9E0F1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CNB</c:v>
                </c:pt>
              </c:strCache>
            </c:strRef>
          </c:tx>
          <c:spPr>
            <a:ln w="22225" cap="rnd" cmpd="sng" algn="ctr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823-4657-AEB2-445E5E9E0F1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Noble</c:v>
                </c:pt>
              </c:strCache>
            </c:strRef>
          </c:tx>
          <c:spPr>
            <a:ln w="22225" cap="rnd" cmpd="sng" algn="ctr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823-4657-AEB2-445E5E9E0F13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STTAS</c:v>
                </c:pt>
              </c:strCache>
            </c:strRef>
          </c:tx>
          <c:spPr>
            <a:ln w="22225" cap="rnd" cmpd="sng" algn="ctr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0</c:v>
                </c:pt>
                <c:pt idx="1">
                  <c:v>1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FE8-43AA-B861-7E7B41BCF08A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Bacardi</c:v>
                </c:pt>
              </c:strCache>
            </c:strRef>
          </c:tx>
          <c:spPr>
            <a:ln w="22225" cap="rnd" cmpd="sng" algn="ctr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</c:strCache>
            </c: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191-4C0A-B5E4-6A8F00083A6C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dk1">
                  <a:lumMod val="35000"/>
                  <a:lumOff val="65000"/>
                  <a:alpha val="33000"/>
                </a:schemeClr>
              </a:solidFill>
              <a:round/>
            </a:ln>
            <a:effectLst/>
          </c:spPr>
        </c:dropLines>
        <c:smooth val="0"/>
        <c:axId val="1121903423"/>
        <c:axId val="1228736415"/>
      </c:lineChart>
      <c:catAx>
        <c:axId val="11219034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8736415"/>
        <c:crosses val="autoZero"/>
        <c:auto val="1"/>
        <c:lblAlgn val="ctr"/>
        <c:lblOffset val="100"/>
        <c:noMultiLvlLbl val="0"/>
      </c:catAx>
      <c:valAx>
        <c:axId val="122873641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1903423"/>
        <c:crosses val="autoZero"/>
        <c:crossBetween val="between"/>
      </c:valAx>
      <c:spPr>
        <a:gradFill>
          <a:gsLst>
            <a:gs pos="100000">
              <a:schemeClr val="lt1">
                <a:lumMod val="95000"/>
              </a:schemeClr>
            </a:gs>
            <a:gs pos="0">
              <a:schemeClr val="lt1"/>
            </a:gs>
          </a:gsLst>
          <a:lin ang="5400000" scaled="0"/>
        </a:gra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lt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Percent Utilized</c:v>
                </c:pt>
              </c:strCache>
            </c:strRef>
          </c:tx>
          <c:spPr>
            <a:ln w="22225" cap="rnd" cmpd="sng" algn="ctr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  <c:pt idx="4">
                  <c:v>Two Weeks Out</c:v>
                </c:pt>
                <c:pt idx="5">
                  <c:v>Three Weeks Out</c:v>
                </c:pt>
              </c:strCache>
            </c:strRef>
          </c:cat>
          <c:val>
            <c:numRef>
              <c:f>Sheet1!$C$2:$C$7</c:f>
              <c:numCache>
                <c:formatCode>0%</c:formatCode>
                <c:ptCount val="6"/>
                <c:pt idx="0">
                  <c:v>0.43478260869565216</c:v>
                </c:pt>
                <c:pt idx="1">
                  <c:v>0.41304347826086957</c:v>
                </c:pt>
                <c:pt idx="2">
                  <c:v>0.4891304347826087</c:v>
                </c:pt>
                <c:pt idx="3">
                  <c:v>1.25</c:v>
                </c:pt>
                <c:pt idx="4">
                  <c:v>1.4130434782608696</c:v>
                </c:pt>
                <c:pt idx="5">
                  <c:v>0.91304347826086951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0B9-408D-B487-ACBAFA538500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dk1">
                  <a:lumMod val="35000"/>
                  <a:lumOff val="65000"/>
                  <a:alpha val="33000"/>
                </a:schemeClr>
              </a:solidFill>
              <a:round/>
            </a:ln>
            <a:effectLst/>
          </c:spPr>
        </c:dropLines>
        <c:smooth val="0"/>
        <c:axId val="1121903423"/>
        <c:axId val="1228736415"/>
        <c:extLst>
          <c:ext xmlns:c15="http://schemas.microsoft.com/office/drawing/2012/chart" uri="{02D57815-91ED-43cb-92C2-25804820EDAC}">
            <c15:filteredLin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Hours Forecast</c:v>
                      </c:pt>
                    </c:strCache>
                  </c:strRef>
                </c:tx>
                <c:spPr>
                  <a:ln w="22225" cap="rnd" cmpd="sng" algn="ctr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none"/>
                </c:marker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1197" b="0" i="0" u="none" strike="noStrike" kern="1200" baseline="0">
                          <a:solidFill>
                            <a:schemeClr val="dk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ctr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>
                            <a:solidFill>
                              <a:schemeClr val="dk1">
                                <a:lumMod val="35000"/>
                                <a:lumOff val="65000"/>
                              </a:schemeClr>
                            </a:solidFill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Sheet1!$A$2:$A$7</c15:sqref>
                        </c15:formulaRef>
                      </c:ext>
                    </c:extLst>
                    <c:strCache>
                      <c:ptCount val="6"/>
                      <c:pt idx="0">
                        <c:v>2 Weeks Ago</c:v>
                      </c:pt>
                      <c:pt idx="1">
                        <c:v>Last Week</c:v>
                      </c:pt>
                      <c:pt idx="2">
                        <c:v>This Week (Planned)</c:v>
                      </c:pt>
                      <c:pt idx="3">
                        <c:v>Next Week (Planned)</c:v>
                      </c:pt>
                      <c:pt idx="4">
                        <c:v>Two Weeks Out</c:v>
                      </c:pt>
                      <c:pt idx="5">
                        <c:v>Three Weeks Out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Sheet1!$B$2:$B$7</c15:sqref>
                        </c15:formulaRef>
                      </c:ext>
                    </c:extLst>
                    <c:numCache>
                      <c:formatCode>General</c:formatCode>
                      <c:ptCount val="6"/>
                      <c:pt idx="0">
                        <c:v>40</c:v>
                      </c:pt>
                      <c:pt idx="1">
                        <c:v>38</c:v>
                      </c:pt>
                      <c:pt idx="2">
                        <c:v>45</c:v>
                      </c:pt>
                      <c:pt idx="3">
                        <c:v>115</c:v>
                      </c:pt>
                      <c:pt idx="4">
                        <c:v>130</c:v>
                      </c:pt>
                      <c:pt idx="5">
                        <c:v>84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0-60B9-408D-B487-ACBAFA538500}"/>
                  </c:ext>
                </c:extLst>
              </c15:ser>
            </c15:filteredLineSeries>
          </c:ext>
        </c:extLst>
      </c:lineChart>
      <c:catAx>
        <c:axId val="11219034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8736415"/>
        <c:crosses val="autoZero"/>
        <c:auto val="1"/>
        <c:lblAlgn val="ctr"/>
        <c:lblOffset val="100"/>
        <c:noMultiLvlLbl val="0"/>
      </c:catAx>
      <c:valAx>
        <c:axId val="1228736415"/>
        <c:scaling>
          <c:orientation val="minMax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1903423"/>
        <c:crosses val="autoZero"/>
        <c:crossBetween val="between"/>
      </c:valAx>
      <c:spPr>
        <a:gradFill>
          <a:gsLst>
            <a:gs pos="100000">
              <a:schemeClr val="lt1">
                <a:lumMod val="95000"/>
              </a:schemeClr>
            </a:gs>
            <a:gs pos="0">
              <a:schemeClr val="lt1"/>
            </a:gs>
          </a:gsLst>
          <a:lin ang="5400000" scaled="0"/>
        </a:gra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lt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VMs</c:v>
                </c:pt>
              </c:strCache>
            </c:strRef>
          </c:tx>
          <c:spPr>
            <a:ln w="22225" cap="rnd" cmpd="sng" algn="ctr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47D-4DDF-B383-0FAB0913E9C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DB</c:v>
                </c:pt>
              </c:strCache>
            </c:strRef>
          </c:tx>
          <c:spPr>
            <a:ln w="22225" cap="rnd" cmpd="sng" algn="ctr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47D-4DDF-B383-0FAB0913E9C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dk1">
                  <a:lumMod val="35000"/>
                  <a:lumOff val="65000"/>
                  <a:alpha val="33000"/>
                </a:schemeClr>
              </a:solidFill>
              <a:round/>
            </a:ln>
            <a:effectLst/>
          </c:spPr>
        </c:dropLines>
        <c:smooth val="0"/>
        <c:axId val="1121903423"/>
        <c:axId val="1228736415"/>
      </c:lineChart>
      <c:catAx>
        <c:axId val="11219034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8736415"/>
        <c:crosses val="autoZero"/>
        <c:auto val="1"/>
        <c:lblAlgn val="ctr"/>
        <c:lblOffset val="100"/>
        <c:noMultiLvlLbl val="0"/>
      </c:catAx>
      <c:valAx>
        <c:axId val="122873641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1903423"/>
        <c:crosses val="autoZero"/>
        <c:crossBetween val="between"/>
      </c:valAx>
      <c:spPr>
        <a:gradFill>
          <a:gsLst>
            <a:gs pos="100000">
              <a:schemeClr val="lt1">
                <a:lumMod val="95000"/>
              </a:schemeClr>
            </a:gs>
            <a:gs pos="0">
              <a:schemeClr val="lt1"/>
            </a:gs>
          </a:gsLst>
          <a:lin ang="5400000" scaled="0"/>
        </a:gra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lt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Percent Utilized</c:v>
                </c:pt>
              </c:strCache>
            </c:strRef>
          </c:tx>
          <c:spPr>
            <a:ln w="22225" cap="rnd" cmpd="sng" algn="ctr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2 Weeks Ago</c:v>
                </c:pt>
                <c:pt idx="1">
                  <c:v>Last Week</c:v>
                </c:pt>
              </c:strCache>
            </c:strRef>
          </c:cat>
          <c:val>
            <c:numRef>
              <c:f>Sheet1!$C$2:$C$3</c:f>
              <c:numCache>
                <c:formatCode>0%</c:formatCode>
                <c:ptCount val="2"/>
                <c:pt idx="0">
                  <c:v>0.2608695652173913</c:v>
                </c:pt>
                <c:pt idx="1">
                  <c:v>0.46739130434782611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460-4CE7-AE3A-9BA2A76775D2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dk1">
                  <a:lumMod val="35000"/>
                  <a:lumOff val="65000"/>
                  <a:alpha val="33000"/>
                </a:schemeClr>
              </a:solidFill>
              <a:round/>
            </a:ln>
            <a:effectLst/>
          </c:spPr>
        </c:dropLines>
        <c:smooth val="0"/>
        <c:axId val="1121903423"/>
        <c:axId val="1228736415"/>
        <c:extLst>
          <c:ext xmlns:c15="http://schemas.microsoft.com/office/drawing/2012/chart" uri="{02D57815-91ED-43cb-92C2-25804820EDAC}">
            <c15:filteredLin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Hours Forecast</c:v>
                      </c:pt>
                    </c:strCache>
                  </c:strRef>
                </c:tx>
                <c:spPr>
                  <a:ln w="22225" cap="rnd" cmpd="sng" algn="ctr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none"/>
                </c:marker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1197" b="0" i="0" u="none" strike="noStrike" kern="1200" baseline="0">
                          <a:solidFill>
                            <a:schemeClr val="dk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ctr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>
                            <a:solidFill>
                              <a:schemeClr val="dk1">
                                <a:lumMod val="35000"/>
                                <a:lumOff val="65000"/>
                              </a:schemeClr>
                            </a:solidFill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Sheet1!$A$2:$A$3</c15:sqref>
                        </c15:formulaRef>
                      </c:ext>
                    </c:extLst>
                    <c:strCache>
                      <c:ptCount val="2"/>
                      <c:pt idx="0">
                        <c:v>2 Weeks Ago</c:v>
                      </c:pt>
                      <c:pt idx="1">
                        <c:v>Last Week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Sheet1!$B$2:$B$3</c15:sqref>
                        </c15:formulaRef>
                      </c:ext>
                    </c:extLst>
                    <c:numCache>
                      <c:formatCode>General</c:formatCode>
                      <c:ptCount val="2"/>
                      <c:pt idx="0">
                        <c:v>24</c:v>
                      </c:pt>
                      <c:pt idx="1">
                        <c:v>43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1-8460-4CE7-AE3A-9BA2A76775D2}"/>
                  </c:ext>
                </c:extLst>
              </c15:ser>
            </c15:filteredLineSeries>
          </c:ext>
        </c:extLst>
      </c:lineChart>
      <c:catAx>
        <c:axId val="11219034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8736415"/>
        <c:crosses val="autoZero"/>
        <c:auto val="1"/>
        <c:lblAlgn val="ctr"/>
        <c:lblOffset val="100"/>
        <c:noMultiLvlLbl val="0"/>
      </c:catAx>
      <c:valAx>
        <c:axId val="1228736415"/>
        <c:scaling>
          <c:orientation val="minMax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1903423"/>
        <c:crosses val="autoZero"/>
        <c:crossBetween val="between"/>
      </c:valAx>
      <c:spPr>
        <a:gradFill>
          <a:gsLst>
            <a:gs pos="100000">
              <a:schemeClr val="lt1">
                <a:lumMod val="95000"/>
              </a:schemeClr>
            </a:gs>
            <a:gs pos="0">
              <a:schemeClr val="lt1"/>
            </a:gs>
          </a:gsLst>
          <a:lin ang="5400000" scaled="0"/>
        </a:gra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lt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30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b="0" kern="1200" spc="20" baseline="0"/>
  </cs:categoryAxis>
  <cs:chartArea mods="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 cmpd="sng" algn="ctr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  <a:alpha val="33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dk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gradFill>
        <a:gsLst>
          <a:gs pos="100000">
            <a:schemeClr val="lt1">
              <a:lumMod val="95000"/>
            </a:schemeClr>
          </a:gs>
          <a:gs pos="0">
            <a:schemeClr val="lt1"/>
          </a:gs>
        </a:gsLst>
        <a:lin ang="5400000" scaled="0"/>
      </a:gradFill>
    </cs:spPr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dk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30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b="0" kern="1200" spc="20" baseline="0"/>
  </cs:categoryAxis>
  <cs:chartArea mods="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 cmpd="sng" algn="ctr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  <a:alpha val="33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dk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gradFill>
        <a:gsLst>
          <a:gs pos="100000">
            <a:schemeClr val="lt1">
              <a:lumMod val="95000"/>
            </a:schemeClr>
          </a:gs>
          <a:gs pos="0">
            <a:schemeClr val="lt1"/>
          </a:gs>
        </a:gsLst>
        <a:lin ang="5400000" scaled="0"/>
      </a:gradFill>
    </cs:spPr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dk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30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b="0" kern="1200" spc="20" baseline="0"/>
  </cs:categoryAxis>
  <cs:chartArea mods="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 cmpd="sng" algn="ctr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  <a:alpha val="33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dk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gradFill>
        <a:gsLst>
          <a:gs pos="100000">
            <a:schemeClr val="lt1">
              <a:lumMod val="95000"/>
            </a:schemeClr>
          </a:gs>
          <a:gs pos="0">
            <a:schemeClr val="lt1"/>
          </a:gs>
        </a:gsLst>
        <a:lin ang="5400000" scaled="0"/>
      </a:gradFill>
    </cs:spPr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dk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30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b="0" kern="1200" spc="20" baseline="0"/>
  </cs:categoryAxis>
  <cs:chartArea mods="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 cmpd="sng" algn="ctr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  <a:alpha val="33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dk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gradFill>
        <a:gsLst>
          <a:gs pos="100000">
            <a:schemeClr val="lt1">
              <a:lumMod val="95000"/>
            </a:schemeClr>
          </a:gs>
          <a:gs pos="0">
            <a:schemeClr val="lt1"/>
          </a:gs>
        </a:gsLst>
        <a:lin ang="5400000" scaled="0"/>
      </a:gradFill>
    </cs:spPr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dk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351CBD-B1BD-4344-BD8A-9128AF888FD9}" type="datetimeFigureOut">
              <a:rPr lang="en-US" smtClean="0"/>
              <a:t>6/9/2020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1A1312-2925-4EF5-AD68-7287C9913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658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1A1312-2925-4EF5-AD68-7287C9913B0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8910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1A1312-2925-4EF5-AD68-7287C9913B0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3948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FBC6F-2234-5C4A-8070-C3EE54A06F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797FBE-FBE9-444C-9568-7D2C330E4B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D773D0-36AB-D643-BD33-C0D1F63BC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6/9/2020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9D928-3D04-8546-BCCE-0EB491133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B32838-05FE-274A-88BD-3ABC39C35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503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E8348-7ACB-F14F-BD1F-1A6059FBB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84E784-26C3-A249-92FB-67F41106B4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E0CC58-3B4A-8045-8B8D-46F39A8C7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6/9/2020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B2FBCF-D3BA-C746-AD76-918922DF1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ABA2B3-2F9F-E047-8401-A3DE33FAD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162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6641A-7F1E-D049-B0A2-D1DC861CE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66EBF4-4B4E-9D4B-91A9-07BE3B8A44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F07738-CA2E-3645-853F-E34EE4A03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6/9/2020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65EAA0-A142-2E45-930A-851D4ECF7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AE3EB5-3F00-E245-B988-CF90202A3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198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6835A-932D-F84A-B59C-EF74CCF6D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C0D52F-AF16-674C-872A-5899507678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2E46F1-139E-8043-B643-E670A6B4DE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8C1B49-BBAE-F049-95AF-B5007F946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6/9/2020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ED9229-32C3-7E40-B862-0152FB81D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F3F92E-91C1-4643-B258-E96F44197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3816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03392-11C0-D347-86C0-76C88FFDC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89DD56-8425-AB4D-936D-FEBF135D9C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9D48AC-4421-0A46-855B-7211557ABA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1C1920-BA13-EF42-BAD4-B0D03EB9C6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5E3DAD-1184-0F41-8CC2-F1725F9936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2D6357-CC1E-1E42-BC8E-C5D821B50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6/9/2020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24D001-EC99-C24B-8791-3087797D5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88E3BC-4DD9-D045-BA18-573D10A8E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2019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52838-9497-244E-B42B-31191DEA0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03F5A9-11C7-FC4B-AFBA-2B9AF187E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6/9/2020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2FB742-85C4-C344-A833-90923916C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08531C-B623-DA46-8D94-45FEA7D55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472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FAE94B-5408-764C-A766-B287C4244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6/9/2020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5E2A72-4D7D-1C49-827D-6C0991622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5C53CC-A329-4145-A14F-826D7F589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6124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C6843-4479-2341-9D33-0D7F32F64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5E644B-7FC3-C14F-9787-D1BD22EDEE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F16E8D-490D-9B49-8DA2-F75DEAD6D9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D973E3-90F6-9846-8A0D-B6CB155DB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6/9/2020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00891A-FFF8-5C4E-90AE-BB18D6043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51DDD9-6150-8445-A83A-388A11A28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1465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49B23-00FF-4344-AFE7-4C461A098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14776F-2437-AF4D-A889-3D57F51FBC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08751D-AB97-434E-BF6A-D996A82681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0194A0-F99D-3A40-8D20-8798FC3BD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6/9/2020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52D43D-2D9B-2644-963E-BB4508726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08CB42-1AAE-3048-90C8-B29E63C7F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826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8412C-C22E-794D-A410-00EB34FD8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2DC9AB-B60E-814F-BD57-E2F15EF691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D841C4-A4D8-3942-B968-A99AA5E24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6/9/2020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BF2AF4-D6B1-D146-960C-656EBCA01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A2CD6C-104B-1844-B115-2676FAB3F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985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2DBC24-3638-3F4C-B953-59D73FB9EE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AD18E5-4EE8-FB43-9356-2399D88E7E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AA7A3A-E6DF-DF49-A6D7-C8C7A2CA6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6/9/2020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54C44A-EBD9-DF4D-A7AE-92E2F0CE6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36CC81-D451-B043-8983-AE4332E7B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3448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A91790-3BB1-C44A-8178-65E151127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B99685-660B-8A46-B2F5-F879AA755E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59F82-5388-EC42-98C7-377B495FB3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D2A57E-ABFB-CD4D-9F15-FE6E8E5EDCF4}" type="datetimeFigureOut">
              <a:rPr lang="en-US" smtClean="0"/>
              <a:t>6/9/2020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E72478-454C-F148-96F9-5DF4073300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FCBB89-D3A9-8B42-852C-5C6ED904DA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452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7" Type="http://schemas.openxmlformats.org/officeDocument/2006/relationships/chart" Target="../charts/chart4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3.xml"/><Relationship Id="rId5" Type="http://schemas.openxmlformats.org/officeDocument/2006/relationships/image" Target="../media/image1.png"/><Relationship Id="rId4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9A440319-7414-DF47-BEEA-0DA2911084F3}"/>
              </a:ext>
            </a:extLst>
          </p:cNvPr>
          <p:cNvSpPr txBox="1"/>
          <p:nvPr/>
        </p:nvSpPr>
        <p:spPr>
          <a:xfrm>
            <a:off x="850820" y="4897827"/>
            <a:ext cx="20826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latin typeface="Segoe UI" panose="020B0502040204020203" pitchFamily="34" charset="0"/>
                <a:cs typeface="Segoe UI" panose="020B0502040204020203" pitchFamily="34" charset="0"/>
              </a:rPr>
              <a:t>Updates / New Items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8E1AD1F-A367-4E69-850E-32CBFBBCF009}"/>
              </a:ext>
            </a:extLst>
          </p:cNvPr>
          <p:cNvSpPr txBox="1"/>
          <p:nvPr/>
        </p:nvSpPr>
        <p:spPr>
          <a:xfrm>
            <a:off x="254081" y="-32262"/>
            <a:ext cx="7474428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2400" b="1" dirty="0">
                <a:solidFill>
                  <a:srgbClr val="F26322"/>
                </a:solidFill>
                <a:latin typeface="Segoe UI"/>
                <a:cs typeface="Segoe UI"/>
              </a:rPr>
              <a:t>Cloud Service Center Dashboard- 6/9/2020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5957F6D-9C77-3244-889C-94DC772ECCF8}"/>
              </a:ext>
            </a:extLst>
          </p:cNvPr>
          <p:cNvSpPr/>
          <p:nvPr/>
        </p:nvSpPr>
        <p:spPr>
          <a:xfrm flipV="1">
            <a:off x="0" y="6636565"/>
            <a:ext cx="12192000" cy="237064"/>
          </a:xfrm>
          <a:prstGeom prst="rect">
            <a:avLst/>
          </a:prstGeom>
          <a:solidFill>
            <a:srgbClr val="F263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picture containing plate&#10;&#10;Description automatically generated">
            <a:extLst>
              <a:ext uri="{FF2B5EF4-FFF2-40B4-BE49-F238E27FC236}">
                <a16:creationId xmlns:a16="http://schemas.microsoft.com/office/drawing/2014/main" id="{0C0C4FB1-5862-714A-8C49-72A3B616B1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91398" y="6634497"/>
            <a:ext cx="263823" cy="237302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387614D1-56EC-B643-A24E-9E555BCC3408}"/>
              </a:ext>
            </a:extLst>
          </p:cNvPr>
          <p:cNvSpPr/>
          <p:nvPr/>
        </p:nvSpPr>
        <p:spPr>
          <a:xfrm>
            <a:off x="319314" y="4877590"/>
            <a:ext cx="11560127" cy="1629077"/>
          </a:xfrm>
          <a:prstGeom prst="rect">
            <a:avLst/>
          </a:prstGeom>
          <a:noFill/>
          <a:ln w="28575">
            <a:solidFill>
              <a:srgbClr val="F263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B1CF89B-8DF9-4814-AF26-3727E2066C09}"/>
              </a:ext>
            </a:extLst>
          </p:cNvPr>
          <p:cNvSpPr txBox="1"/>
          <p:nvPr/>
        </p:nvSpPr>
        <p:spPr>
          <a:xfrm>
            <a:off x="4065232" y="4889315"/>
            <a:ext cx="21071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latin typeface="Segoe UI" panose="020B0502040204020203" pitchFamily="34" charset="0"/>
                <a:cs typeface="Segoe UI" panose="020B0502040204020203" pitchFamily="34" charset="0"/>
              </a:rPr>
              <a:t>Blockers / Challenges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BC6C770-F6C5-47D7-965E-FC95D188712A}"/>
              </a:ext>
            </a:extLst>
          </p:cNvPr>
          <p:cNvSpPr txBox="1"/>
          <p:nvPr/>
        </p:nvSpPr>
        <p:spPr>
          <a:xfrm>
            <a:off x="7445235" y="4880234"/>
            <a:ext cx="1945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Improvement Items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71ADB98-F327-427B-9563-80E426EB7636}"/>
              </a:ext>
            </a:extLst>
          </p:cNvPr>
          <p:cNvSpPr/>
          <p:nvPr/>
        </p:nvSpPr>
        <p:spPr>
          <a:xfrm>
            <a:off x="319314" y="476202"/>
            <a:ext cx="11560135" cy="4282780"/>
          </a:xfrm>
          <a:prstGeom prst="rect">
            <a:avLst/>
          </a:prstGeom>
          <a:noFill/>
          <a:ln w="28575">
            <a:solidFill>
              <a:srgbClr val="F263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7C4F85F-06CF-4879-92C2-DF25B6D2AAB8}"/>
              </a:ext>
            </a:extLst>
          </p:cNvPr>
          <p:cNvCxnSpPr>
            <a:cxnSpLocks/>
          </p:cNvCxnSpPr>
          <p:nvPr/>
        </p:nvCxnSpPr>
        <p:spPr>
          <a:xfrm flipH="1">
            <a:off x="4832670" y="481675"/>
            <a:ext cx="1" cy="4277307"/>
          </a:xfrm>
          <a:prstGeom prst="line">
            <a:avLst/>
          </a:prstGeom>
          <a:noFill/>
          <a:ln w="28575">
            <a:solidFill>
              <a:srgbClr val="F263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082254B8-1B23-49EA-8402-27581F6A8FE8}"/>
              </a:ext>
            </a:extLst>
          </p:cNvPr>
          <p:cNvSpPr txBox="1"/>
          <p:nvPr/>
        </p:nvSpPr>
        <p:spPr>
          <a:xfrm>
            <a:off x="1006758" y="1067259"/>
            <a:ext cx="8483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Migration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F4B148D-DA46-4BC2-BBEE-DD3DC3865284}"/>
              </a:ext>
            </a:extLst>
          </p:cNvPr>
          <p:cNvSpPr txBox="1"/>
          <p:nvPr/>
        </p:nvSpPr>
        <p:spPr>
          <a:xfrm>
            <a:off x="3286517" y="1056690"/>
            <a:ext cx="8883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Upcoming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6077B14-C081-4433-BE58-A7678CC4031B}"/>
              </a:ext>
            </a:extLst>
          </p:cNvPr>
          <p:cNvSpPr/>
          <p:nvPr/>
        </p:nvSpPr>
        <p:spPr>
          <a:xfrm>
            <a:off x="404579" y="538999"/>
            <a:ext cx="4336055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26322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8C184A4-05E8-499D-810E-2D3F3CEBDF5E}"/>
              </a:ext>
            </a:extLst>
          </p:cNvPr>
          <p:cNvSpPr txBox="1"/>
          <p:nvPr/>
        </p:nvSpPr>
        <p:spPr>
          <a:xfrm>
            <a:off x="471625" y="528790"/>
            <a:ext cx="9528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Projects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9B7711F-D7C4-41F4-917D-06A04C9D2E0E}"/>
              </a:ext>
            </a:extLst>
          </p:cNvPr>
          <p:cNvSpPr txBox="1"/>
          <p:nvPr/>
        </p:nvSpPr>
        <p:spPr>
          <a:xfrm>
            <a:off x="2079261" y="1038719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FE65CFC-730E-4137-B9F3-A6952972510F}"/>
              </a:ext>
            </a:extLst>
          </p:cNvPr>
          <p:cNvSpPr txBox="1"/>
          <p:nvPr/>
        </p:nvSpPr>
        <p:spPr>
          <a:xfrm>
            <a:off x="385355" y="1424914"/>
            <a:ext cx="164463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highlight>
                  <a:srgbClr val="FFFF00"/>
                </a:highlight>
              </a:rPr>
              <a:t>Estee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highlight>
                  <a:srgbClr val="FFFF00"/>
                </a:highlight>
              </a:rPr>
              <a:t>CNB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highlight>
                  <a:srgbClr val="00FF00"/>
                </a:highlight>
              </a:rPr>
              <a:t>Sandler Travis  (STTAS)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highlight>
                  <a:srgbClr val="FFFF00"/>
                </a:highlight>
              </a:rPr>
              <a:t>Bass Pro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>
              <a:highlight>
                <a:srgbClr val="00FF00"/>
              </a:highlight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1003535-DD27-47C0-B59A-E47FE84DE96D}"/>
              </a:ext>
            </a:extLst>
          </p:cNvPr>
          <p:cNvSpPr txBox="1"/>
          <p:nvPr/>
        </p:nvSpPr>
        <p:spPr>
          <a:xfrm>
            <a:off x="4408156" y="1026351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D3F5AAB-FBBC-4B57-9CFF-BCEAC7DB7216}"/>
              </a:ext>
            </a:extLst>
          </p:cNvPr>
          <p:cNvSpPr txBox="1"/>
          <p:nvPr/>
        </p:nvSpPr>
        <p:spPr>
          <a:xfrm>
            <a:off x="2708595" y="1428249"/>
            <a:ext cx="15752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Elekta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Providence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56ADCD47-F425-4989-84D5-E2BA5E9294E8}"/>
              </a:ext>
            </a:extLst>
          </p:cNvPr>
          <p:cNvSpPr/>
          <p:nvPr/>
        </p:nvSpPr>
        <p:spPr>
          <a:xfrm>
            <a:off x="4944533" y="526958"/>
            <a:ext cx="6842884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26322"/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192CC01-E3AC-49A0-92B4-88734D6E0491}"/>
              </a:ext>
            </a:extLst>
          </p:cNvPr>
          <p:cNvSpPr txBox="1"/>
          <p:nvPr/>
        </p:nvSpPr>
        <p:spPr>
          <a:xfrm>
            <a:off x="5064578" y="526958"/>
            <a:ext cx="18521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>
                <a:latin typeface="Segoe UI" panose="020B0502040204020203" pitchFamily="34" charset="0"/>
                <a:cs typeface="Segoe UI" panose="020B0502040204020203" pitchFamily="34" charset="0"/>
              </a:rPr>
              <a:t>Hours &amp; Forecast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BC56680B-1E53-40F7-B960-8B048331115F}"/>
              </a:ext>
            </a:extLst>
          </p:cNvPr>
          <p:cNvCxnSpPr>
            <a:cxnSpLocks/>
          </p:cNvCxnSpPr>
          <p:nvPr/>
        </p:nvCxnSpPr>
        <p:spPr>
          <a:xfrm>
            <a:off x="3453725" y="4864321"/>
            <a:ext cx="0" cy="1642346"/>
          </a:xfrm>
          <a:prstGeom prst="line">
            <a:avLst/>
          </a:prstGeom>
          <a:noFill/>
          <a:ln w="28575">
            <a:solidFill>
              <a:srgbClr val="F263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285FB27C-4608-4D4D-ACFF-1372BEC99F83}"/>
              </a:ext>
            </a:extLst>
          </p:cNvPr>
          <p:cNvCxnSpPr>
            <a:cxnSpLocks/>
          </p:cNvCxnSpPr>
          <p:nvPr/>
        </p:nvCxnSpPr>
        <p:spPr>
          <a:xfrm>
            <a:off x="6857915" y="4877589"/>
            <a:ext cx="0" cy="1629078"/>
          </a:xfrm>
          <a:prstGeom prst="line">
            <a:avLst/>
          </a:prstGeom>
          <a:noFill/>
          <a:ln w="28575">
            <a:solidFill>
              <a:srgbClr val="F263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4DAF3C3-DB05-4346-ABC5-3A5271A095BB}"/>
              </a:ext>
            </a:extLst>
          </p:cNvPr>
          <p:cNvSpPr txBox="1"/>
          <p:nvPr/>
        </p:nvSpPr>
        <p:spPr>
          <a:xfrm>
            <a:off x="449457" y="5218788"/>
            <a:ext cx="295096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Service Expansion</a:t>
            </a:r>
          </a:p>
          <a:p>
            <a:pPr lvl="1"/>
            <a:r>
              <a:rPr lang="en-US" sz="1000"/>
              <a:t>In-Progress: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/>
              <a:t>SQL Server/DB Migration Enhancements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/>
              <a:t>Managed Services Transition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/>
              <a:t>ALZ Engineering/Deployment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/>
              <a:t>WVD </a:t>
            </a:r>
            <a:r>
              <a:rPr lang="en-US" sz="1000" err="1"/>
              <a:t>Quickstart</a:t>
            </a:r>
            <a:r>
              <a:rPr lang="en-US" sz="1000"/>
              <a:t> Deployments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/>
          </a:p>
          <a:p>
            <a:pPr lvl="1"/>
            <a:endParaRPr lang="en-US" sz="100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E980D7D-FB37-48F5-A95F-1685B1BDDF0C}"/>
              </a:ext>
            </a:extLst>
          </p:cNvPr>
          <p:cNvSpPr txBox="1"/>
          <p:nvPr/>
        </p:nvSpPr>
        <p:spPr>
          <a:xfrm>
            <a:off x="3626244" y="5231969"/>
            <a:ext cx="296188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Resources – Marshall transition and forecasted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CNB E3 migration issues appear to be resolved. Awaiting scheduling to perform migration.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Estee – No forecast but still performing work. Working through remaining issues and </a:t>
            </a:r>
            <a:r>
              <a:rPr lang="en-US" sz="1000" dirty="0" err="1"/>
              <a:t>prereqs</a:t>
            </a:r>
            <a:r>
              <a:rPr lang="en-US" sz="1000" dirty="0"/>
              <a:t> to complete DR setup for CPM and CMAT.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A72EBDE5-9F9B-4DAB-BC3D-F83143E75E7A}"/>
              </a:ext>
            </a:extLst>
          </p:cNvPr>
          <p:cNvSpPr/>
          <p:nvPr/>
        </p:nvSpPr>
        <p:spPr>
          <a:xfrm>
            <a:off x="403206" y="3566000"/>
            <a:ext cx="4337427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26322"/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4A32558-9252-431A-BDBB-5AB375BCCA0E}"/>
              </a:ext>
            </a:extLst>
          </p:cNvPr>
          <p:cNvSpPr txBox="1"/>
          <p:nvPr/>
        </p:nvSpPr>
        <p:spPr>
          <a:xfrm>
            <a:off x="508784" y="3566000"/>
            <a:ext cx="96962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Support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8E73970-0F7A-4F2C-BC0C-DEF739267540}"/>
              </a:ext>
            </a:extLst>
          </p:cNvPr>
          <p:cNvSpPr/>
          <p:nvPr/>
        </p:nvSpPr>
        <p:spPr>
          <a:xfrm>
            <a:off x="4941547" y="2656892"/>
            <a:ext cx="6845869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26322"/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6EB16CC-22E2-44A4-9AE2-E899777FD52E}"/>
              </a:ext>
            </a:extLst>
          </p:cNvPr>
          <p:cNvSpPr txBox="1"/>
          <p:nvPr/>
        </p:nvSpPr>
        <p:spPr>
          <a:xfrm>
            <a:off x="5064578" y="2656892"/>
            <a:ext cx="6556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>
                <a:latin typeface="Segoe UI" panose="020B0502040204020203" pitchFamily="34" charset="0"/>
                <a:cs typeface="Segoe UI" panose="020B0502040204020203" pitchFamily="34" charset="0"/>
              </a:rPr>
              <a:t>Stats</a:t>
            </a:r>
          </a:p>
        </p:txBody>
      </p:sp>
      <p:graphicFrame>
        <p:nvGraphicFramePr>
          <p:cNvPr id="67" name="Table 22">
            <a:extLst>
              <a:ext uri="{FF2B5EF4-FFF2-40B4-BE49-F238E27FC236}">
                <a16:creationId xmlns:a16="http://schemas.microsoft.com/office/drawing/2014/main" id="{4C438131-7BE3-4647-AB3D-2320888B35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3678338"/>
              </p:ext>
            </p:extLst>
          </p:nvPr>
        </p:nvGraphicFramePr>
        <p:xfrm>
          <a:off x="4959459" y="939841"/>
          <a:ext cx="4897464" cy="1630680"/>
        </p:xfrm>
        <a:graphic>
          <a:graphicData uri="http://schemas.openxmlformats.org/drawingml/2006/table">
            <a:tbl>
              <a:tblPr firstRow="1" bandRow="1">
                <a:tableStyleId>{0660B408-B3CF-4A94-85FC-2B1E0A45F4A2}</a:tableStyleId>
              </a:tblPr>
              <a:tblGrid>
                <a:gridCol w="1185620">
                  <a:extLst>
                    <a:ext uri="{9D8B030D-6E8A-4147-A177-3AD203B41FA5}">
                      <a16:colId xmlns:a16="http://schemas.microsoft.com/office/drawing/2014/main" val="917126394"/>
                    </a:ext>
                  </a:extLst>
                </a:gridCol>
                <a:gridCol w="596685">
                  <a:extLst>
                    <a:ext uri="{9D8B030D-6E8A-4147-A177-3AD203B41FA5}">
                      <a16:colId xmlns:a16="http://schemas.microsoft.com/office/drawing/2014/main" val="3426075790"/>
                    </a:ext>
                  </a:extLst>
                </a:gridCol>
                <a:gridCol w="619932">
                  <a:extLst>
                    <a:ext uri="{9D8B030D-6E8A-4147-A177-3AD203B41FA5}">
                      <a16:colId xmlns:a16="http://schemas.microsoft.com/office/drawing/2014/main" val="1396574536"/>
                    </a:ext>
                  </a:extLst>
                </a:gridCol>
                <a:gridCol w="550190">
                  <a:extLst>
                    <a:ext uri="{9D8B030D-6E8A-4147-A177-3AD203B41FA5}">
                      <a16:colId xmlns:a16="http://schemas.microsoft.com/office/drawing/2014/main" val="445997504"/>
                    </a:ext>
                  </a:extLst>
                </a:gridCol>
                <a:gridCol w="581186">
                  <a:extLst>
                    <a:ext uri="{9D8B030D-6E8A-4147-A177-3AD203B41FA5}">
                      <a16:colId xmlns:a16="http://schemas.microsoft.com/office/drawing/2014/main" val="1838912068"/>
                    </a:ext>
                  </a:extLst>
                </a:gridCol>
                <a:gridCol w="697424">
                  <a:extLst>
                    <a:ext uri="{9D8B030D-6E8A-4147-A177-3AD203B41FA5}">
                      <a16:colId xmlns:a16="http://schemas.microsoft.com/office/drawing/2014/main" val="2693148902"/>
                    </a:ext>
                  </a:extLst>
                </a:gridCol>
                <a:gridCol w="666427">
                  <a:extLst>
                    <a:ext uri="{9D8B030D-6E8A-4147-A177-3AD203B41FA5}">
                      <a16:colId xmlns:a16="http://schemas.microsoft.com/office/drawing/2014/main" val="12736857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1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 weeks ago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Last Week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This Week</a:t>
                      </a:r>
                    </a:p>
                    <a:p>
                      <a:pPr marL="0" algn="ctr" defTabSz="914400" rtl="0" eaLnBrk="1" latinLnBrk="0" hangingPunct="1"/>
                      <a:endParaRPr lang="en-US" sz="11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Next Week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 weeks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out</a:t>
                      </a:r>
                    </a:p>
                    <a:p>
                      <a:pPr marL="0" algn="ctr" defTabSz="914400" rtl="0" eaLnBrk="1" latinLnBrk="0" hangingPunct="1"/>
                      <a:endParaRPr lang="en-US" sz="11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 weeks out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7257263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Forecast Hours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</a:rPr>
                        <a:t>45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1" kern="1200" dirty="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  <a:latin typeface="+mn-lt"/>
                          <a:ea typeface="+mn-ea"/>
                          <a:cs typeface="+mn-cs"/>
                        </a:rPr>
                        <a:t>115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1" kern="1200" dirty="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  <a:latin typeface="+mn-lt"/>
                          <a:ea typeface="+mn-ea"/>
                          <a:cs typeface="+mn-cs"/>
                        </a:rPr>
                        <a:t>130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1" kern="1200" dirty="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  <a:latin typeface="+mn-lt"/>
                          <a:ea typeface="+mn-ea"/>
                          <a:cs typeface="+mn-cs"/>
                        </a:rPr>
                        <a:t>84</a:t>
                      </a:r>
                      <a:endParaRPr lang="en-US" sz="1200" b="1" kern="1200" dirty="0">
                        <a:solidFill>
                          <a:schemeClr val="bg1"/>
                        </a:solidFill>
                        <a:highlight>
                          <a:srgbClr val="80008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1892418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Actual Hours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40834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Actual % Utilized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26%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47%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611823"/>
                  </a:ext>
                </a:extLst>
              </a:tr>
            </a:tbl>
          </a:graphicData>
        </a:graphic>
      </p:graphicFrame>
      <p:graphicFrame>
        <p:nvGraphicFramePr>
          <p:cNvPr id="68" name="Table 22">
            <a:extLst>
              <a:ext uri="{FF2B5EF4-FFF2-40B4-BE49-F238E27FC236}">
                <a16:creationId xmlns:a16="http://schemas.microsoft.com/office/drawing/2014/main" id="{7C45FA3A-7BBC-4710-93EB-92843145D4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987776"/>
              </p:ext>
            </p:extLst>
          </p:nvPr>
        </p:nvGraphicFramePr>
        <p:xfrm>
          <a:off x="4956330" y="3047280"/>
          <a:ext cx="4900593" cy="1645920"/>
        </p:xfrm>
        <a:graphic>
          <a:graphicData uri="http://schemas.openxmlformats.org/drawingml/2006/table">
            <a:tbl>
              <a:tblPr firstRow="1" bandRow="1">
                <a:tableStyleId>{0660B408-B3CF-4A94-85FC-2B1E0A45F4A2}</a:tableStyleId>
              </a:tblPr>
              <a:tblGrid>
                <a:gridCol w="920909">
                  <a:extLst>
                    <a:ext uri="{9D8B030D-6E8A-4147-A177-3AD203B41FA5}">
                      <a16:colId xmlns:a16="http://schemas.microsoft.com/office/drawing/2014/main" val="917126394"/>
                    </a:ext>
                  </a:extLst>
                </a:gridCol>
                <a:gridCol w="748119">
                  <a:extLst>
                    <a:ext uri="{9D8B030D-6E8A-4147-A177-3AD203B41FA5}">
                      <a16:colId xmlns:a16="http://schemas.microsoft.com/office/drawing/2014/main" val="3426075790"/>
                    </a:ext>
                  </a:extLst>
                </a:gridCol>
                <a:gridCol w="578442">
                  <a:extLst>
                    <a:ext uri="{9D8B030D-6E8A-4147-A177-3AD203B41FA5}">
                      <a16:colId xmlns:a16="http://schemas.microsoft.com/office/drawing/2014/main" val="1396574536"/>
                    </a:ext>
                  </a:extLst>
                </a:gridCol>
                <a:gridCol w="678706">
                  <a:extLst>
                    <a:ext uri="{9D8B030D-6E8A-4147-A177-3AD203B41FA5}">
                      <a16:colId xmlns:a16="http://schemas.microsoft.com/office/drawing/2014/main" val="445997504"/>
                    </a:ext>
                  </a:extLst>
                </a:gridCol>
                <a:gridCol w="624718">
                  <a:extLst>
                    <a:ext uri="{9D8B030D-6E8A-4147-A177-3AD203B41FA5}">
                      <a16:colId xmlns:a16="http://schemas.microsoft.com/office/drawing/2014/main" val="1838912068"/>
                    </a:ext>
                  </a:extLst>
                </a:gridCol>
                <a:gridCol w="655568">
                  <a:extLst>
                    <a:ext uri="{9D8B030D-6E8A-4147-A177-3AD203B41FA5}">
                      <a16:colId xmlns:a16="http://schemas.microsoft.com/office/drawing/2014/main" val="2693148902"/>
                    </a:ext>
                  </a:extLst>
                </a:gridCol>
                <a:gridCol w="694131">
                  <a:extLst>
                    <a:ext uri="{9D8B030D-6E8A-4147-A177-3AD203B41FA5}">
                      <a16:colId xmlns:a16="http://schemas.microsoft.com/office/drawing/2014/main" val="1273685734"/>
                    </a:ext>
                  </a:extLst>
                </a:gridCol>
              </a:tblGrid>
              <a:tr h="40208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1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 weeks ago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Last Week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This Week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Next Week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 weeks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out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 weeks out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72572639"/>
                  </a:ext>
                </a:extLst>
              </a:tr>
              <a:tr h="287207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Projects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6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6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</a:rPr>
                        <a:t>6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 dirty="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1" kern="1200" dirty="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1" kern="1200" dirty="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18924183"/>
                  </a:ext>
                </a:extLst>
              </a:tr>
              <a:tr h="287207">
                <a:tc>
                  <a:txBody>
                    <a:bodyPr/>
                    <a:lstStyle/>
                    <a:p>
                      <a:pPr algn="ctr"/>
                      <a:r>
                        <a:rPr lang="en-US" sz="1000" err="1"/>
                        <a:t>Mig</a:t>
                      </a:r>
                      <a:r>
                        <a:rPr lang="en-US" sz="1000"/>
                        <a:t> VMs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4083400"/>
                  </a:ext>
                </a:extLst>
              </a:tr>
              <a:tr h="287207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err="1"/>
                        <a:t>Mig</a:t>
                      </a:r>
                      <a:r>
                        <a:rPr lang="en-US" sz="1000" dirty="0"/>
                        <a:t> DBs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611823"/>
                  </a:ext>
                </a:extLst>
              </a:tr>
              <a:tr h="287207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Other Tasks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3471078"/>
                  </a:ext>
                </a:extLst>
              </a:tr>
            </a:tbl>
          </a:graphicData>
        </a:graphic>
      </p:graphicFrame>
      <p:sp>
        <p:nvSpPr>
          <p:cNvPr id="51" name="TextBox 50">
            <a:extLst>
              <a:ext uri="{FF2B5EF4-FFF2-40B4-BE49-F238E27FC236}">
                <a16:creationId xmlns:a16="http://schemas.microsoft.com/office/drawing/2014/main" id="{2244544F-E41D-42E0-BA5F-C4A1CBF5A71D}"/>
              </a:ext>
            </a:extLst>
          </p:cNvPr>
          <p:cNvSpPr txBox="1"/>
          <p:nvPr/>
        </p:nvSpPr>
        <p:spPr>
          <a:xfrm>
            <a:off x="3283317" y="2332468"/>
            <a:ext cx="9031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Rolling Off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2383ED4-4EBF-46A7-90F4-286AB16C82C2}"/>
              </a:ext>
            </a:extLst>
          </p:cNvPr>
          <p:cNvSpPr txBox="1"/>
          <p:nvPr/>
        </p:nvSpPr>
        <p:spPr>
          <a:xfrm>
            <a:off x="4412159" y="2278509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AEF5622-3F9C-42CF-B9CD-42D678C16880}"/>
              </a:ext>
            </a:extLst>
          </p:cNvPr>
          <p:cNvSpPr txBox="1"/>
          <p:nvPr/>
        </p:nvSpPr>
        <p:spPr>
          <a:xfrm>
            <a:off x="2697167" y="2719657"/>
            <a:ext cx="111805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err="1"/>
              <a:t>KraftHeinz</a:t>
            </a:r>
            <a:endParaRPr lang="en-US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Bacardi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2AAD429-2BA2-45CA-8A38-76AC5DDF4DFF}"/>
              </a:ext>
            </a:extLst>
          </p:cNvPr>
          <p:cNvSpPr txBox="1"/>
          <p:nvPr/>
        </p:nvSpPr>
        <p:spPr>
          <a:xfrm>
            <a:off x="10238879" y="1124471"/>
            <a:ext cx="1293687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/>
              <a:t>49%</a:t>
            </a:r>
          </a:p>
          <a:p>
            <a:pPr algn="ctr"/>
            <a:r>
              <a:rPr lang="en-US" dirty="0"/>
              <a:t>Utilized </a:t>
            </a:r>
          </a:p>
          <a:p>
            <a:pPr algn="ctr"/>
            <a:r>
              <a:rPr lang="en-US" sz="1200" dirty="0"/>
              <a:t>This week</a:t>
            </a:r>
          </a:p>
          <a:p>
            <a:pPr algn="ctr"/>
            <a:r>
              <a:rPr lang="en-US" sz="1200" dirty="0"/>
              <a:t>Based on forecast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BA7BC8D-E918-4A17-8FDB-6914A17BD61D}"/>
              </a:ext>
            </a:extLst>
          </p:cNvPr>
          <p:cNvSpPr txBox="1"/>
          <p:nvPr/>
        </p:nvSpPr>
        <p:spPr>
          <a:xfrm>
            <a:off x="7133340" y="5224898"/>
            <a:ext cx="422925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Migration automation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 dirty="0"/>
              <a:t>Full end to end automation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 dirty="0"/>
              <a:t>Additional post-migration operations setup automation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 dirty="0"/>
              <a:t>Getting the team to actually use the automation!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WVD deployment process documentation, scripts, automation, training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8F8E51E-CCCA-48B9-B741-E38FA20A95D8}"/>
              </a:ext>
            </a:extLst>
          </p:cNvPr>
          <p:cNvSpPr txBox="1"/>
          <p:nvPr/>
        </p:nvSpPr>
        <p:spPr>
          <a:xfrm>
            <a:off x="10014756" y="3225743"/>
            <a:ext cx="1745606" cy="1261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/>
              <a:t>1</a:t>
            </a:r>
          </a:p>
          <a:p>
            <a:pPr algn="ctr"/>
            <a:r>
              <a:rPr lang="en-US" sz="1400" b="1" dirty="0"/>
              <a:t>Resources Scheduled</a:t>
            </a:r>
          </a:p>
          <a:p>
            <a:pPr algn="ctr"/>
            <a:r>
              <a:rPr lang="en-US" sz="1400" b="1" dirty="0"/>
              <a:t>To Migrate </a:t>
            </a:r>
          </a:p>
          <a:p>
            <a:pPr algn="ctr"/>
            <a:r>
              <a:rPr lang="en-US" sz="1200" dirty="0"/>
              <a:t>This week so far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7CCA7D-EC42-4008-9EE8-8B4577157858}"/>
              </a:ext>
            </a:extLst>
          </p:cNvPr>
          <p:cNvSpPr txBox="1"/>
          <p:nvPr/>
        </p:nvSpPr>
        <p:spPr>
          <a:xfrm>
            <a:off x="431515" y="4135764"/>
            <a:ext cx="13594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Deloitte (AME-AI)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00223E31-DA75-410E-8600-E5B01FE2EA4F}"/>
              </a:ext>
            </a:extLst>
          </p:cNvPr>
          <p:cNvCxnSpPr>
            <a:cxnSpLocks/>
          </p:cNvCxnSpPr>
          <p:nvPr/>
        </p:nvCxnSpPr>
        <p:spPr>
          <a:xfrm>
            <a:off x="312551" y="3487487"/>
            <a:ext cx="4526883" cy="11136"/>
          </a:xfrm>
          <a:prstGeom prst="line">
            <a:avLst/>
          </a:prstGeom>
          <a:ln w="12700">
            <a:solidFill>
              <a:srgbClr val="F2632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E6953A68-610C-4B85-946B-84D8FF9CF291}"/>
              </a:ext>
            </a:extLst>
          </p:cNvPr>
          <p:cNvSpPr txBox="1"/>
          <p:nvPr/>
        </p:nvSpPr>
        <p:spPr>
          <a:xfrm>
            <a:off x="866767" y="2327912"/>
            <a:ext cx="11110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Landing Zone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411BA38-F671-4200-A383-1F3C38457DC0}"/>
              </a:ext>
            </a:extLst>
          </p:cNvPr>
          <p:cNvSpPr txBox="1"/>
          <p:nvPr/>
        </p:nvSpPr>
        <p:spPr>
          <a:xfrm>
            <a:off x="362156" y="2725755"/>
            <a:ext cx="16446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highlight>
                  <a:srgbClr val="00FF00"/>
                </a:highlight>
              </a:rPr>
              <a:t>Children’s Health Center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highlight>
                  <a:srgbClr val="00FF00"/>
                </a:highlight>
              </a:rPr>
              <a:t>Santa Clara County OE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8A30A27-9105-4BE6-A255-CBF76797618D}"/>
              </a:ext>
            </a:extLst>
          </p:cNvPr>
          <p:cNvSpPr txBox="1"/>
          <p:nvPr/>
        </p:nvSpPr>
        <p:spPr>
          <a:xfrm>
            <a:off x="4413569" y="4037636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1738976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4BF9F32-5C9B-4C85-9B6F-79F16E9222F9}"/>
              </a:ext>
            </a:extLst>
          </p:cNvPr>
          <p:cNvSpPr txBox="1"/>
          <p:nvPr/>
        </p:nvSpPr>
        <p:spPr>
          <a:xfrm>
            <a:off x="459147" y="220017"/>
            <a:ext cx="50529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>
                <a:solidFill>
                  <a:srgbClr val="F2632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Cloud Service Center Metrics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CC980B-1714-4654-B3C9-D43BD648C8FE}"/>
              </a:ext>
            </a:extLst>
          </p:cNvPr>
          <p:cNvSpPr txBox="1"/>
          <p:nvPr/>
        </p:nvSpPr>
        <p:spPr>
          <a:xfrm>
            <a:off x="8271578" y="243836"/>
            <a:ext cx="166368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latin typeface="Segoe UI" panose="020B0502040204020203" pitchFamily="34" charset="0"/>
                <a:cs typeface="Segoe UI" panose="020B0502040204020203" pitchFamily="34" charset="0"/>
              </a:rPr>
              <a:t>CMC Utilization %</a:t>
            </a:r>
          </a:p>
          <a:p>
            <a:pPr algn="ctr"/>
            <a:r>
              <a:rPr lang="en-US" sz="900" b="1">
                <a:latin typeface="Segoe UI" panose="020B0502040204020203" pitchFamily="34" charset="0"/>
                <a:cs typeface="Segoe UI" panose="020B0502040204020203" pitchFamily="34" charset="0"/>
              </a:rPr>
              <a:t>Forecast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019D55-9B86-4BA4-AFA7-2EB659851ACC}"/>
              </a:ext>
            </a:extLst>
          </p:cNvPr>
          <p:cNvSpPr txBox="1"/>
          <p:nvPr/>
        </p:nvSpPr>
        <p:spPr>
          <a:xfrm>
            <a:off x="2088246" y="3856639"/>
            <a:ext cx="23477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latin typeface="Segoe UI" panose="020B0502040204020203" pitchFamily="34" charset="0"/>
                <a:cs typeface="Segoe UI" panose="020B0502040204020203" pitchFamily="34" charset="0"/>
              </a:rPr>
              <a:t>Migrated Resources by Client</a:t>
            </a:r>
          </a:p>
        </p:txBody>
      </p: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DB2CF119-7164-4762-BD52-A17A3B1C952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09514208"/>
              </p:ext>
            </p:extLst>
          </p:nvPr>
        </p:nvGraphicFramePr>
        <p:xfrm>
          <a:off x="820147" y="4119464"/>
          <a:ext cx="4883958" cy="23325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91CBD2E6-9E39-42EE-B880-A35B0C83EBB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49900256"/>
              </p:ext>
            </p:extLst>
          </p:nvPr>
        </p:nvGraphicFramePr>
        <p:xfrm>
          <a:off x="6521597" y="651216"/>
          <a:ext cx="4883958" cy="25387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50B28D5B-36D7-46D7-989B-471B3B728B26}"/>
              </a:ext>
            </a:extLst>
          </p:cNvPr>
          <p:cNvSpPr/>
          <p:nvPr/>
        </p:nvSpPr>
        <p:spPr>
          <a:xfrm flipV="1">
            <a:off x="0" y="6636565"/>
            <a:ext cx="12192000" cy="237064"/>
          </a:xfrm>
          <a:prstGeom prst="rect">
            <a:avLst/>
          </a:prstGeom>
          <a:solidFill>
            <a:srgbClr val="F263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 descr="A picture containing plate&#10;&#10;Description automatically generated">
            <a:extLst>
              <a:ext uri="{FF2B5EF4-FFF2-40B4-BE49-F238E27FC236}">
                <a16:creationId xmlns:a16="http://schemas.microsoft.com/office/drawing/2014/main" id="{8E8640BC-2D20-4E8F-A5EB-0A98025248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91398" y="6634497"/>
            <a:ext cx="263823" cy="23730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D08A798-DFE9-44FB-A4BB-1FEE374CC57D}"/>
              </a:ext>
            </a:extLst>
          </p:cNvPr>
          <p:cNvSpPr txBox="1"/>
          <p:nvPr/>
        </p:nvSpPr>
        <p:spPr>
          <a:xfrm>
            <a:off x="2234606" y="1108784"/>
            <a:ext cx="20802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latin typeface="Segoe UI" panose="020B0502040204020203" pitchFamily="34" charset="0"/>
                <a:cs typeface="Segoe UI" panose="020B0502040204020203" pitchFamily="34" charset="0"/>
              </a:rPr>
              <a:t>Total Migrated Resources</a:t>
            </a:r>
          </a:p>
        </p:txBody>
      </p:sp>
      <p:graphicFrame>
        <p:nvGraphicFramePr>
          <p:cNvPr id="20" name="Chart 19">
            <a:extLst>
              <a:ext uri="{FF2B5EF4-FFF2-40B4-BE49-F238E27FC236}">
                <a16:creationId xmlns:a16="http://schemas.microsoft.com/office/drawing/2014/main" id="{ECDD3E7A-B59C-4CD6-B029-8FBB04A5ACB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35220061"/>
              </p:ext>
            </p:extLst>
          </p:nvPr>
        </p:nvGraphicFramePr>
        <p:xfrm>
          <a:off x="1594525" y="1469175"/>
          <a:ext cx="3360420" cy="21443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610D482D-4408-4906-B7C6-A30479941EC9}"/>
              </a:ext>
            </a:extLst>
          </p:cNvPr>
          <p:cNvSpPr txBox="1"/>
          <p:nvPr/>
        </p:nvSpPr>
        <p:spPr>
          <a:xfrm>
            <a:off x="8271578" y="3587848"/>
            <a:ext cx="166368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latin typeface="Segoe UI" panose="020B0502040204020203" pitchFamily="34" charset="0"/>
                <a:cs typeface="Segoe UI" panose="020B0502040204020203" pitchFamily="34" charset="0"/>
              </a:rPr>
              <a:t>CMC Utilization %</a:t>
            </a:r>
          </a:p>
          <a:p>
            <a:pPr algn="ctr"/>
            <a:r>
              <a:rPr lang="en-US" sz="900" b="1">
                <a:latin typeface="Segoe UI" panose="020B0502040204020203" pitchFamily="34" charset="0"/>
                <a:cs typeface="Segoe UI" panose="020B0502040204020203" pitchFamily="34" charset="0"/>
              </a:rPr>
              <a:t>Actual Billed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102DDC67-28C8-4CE3-A22A-46EB39458C5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1935143"/>
              </p:ext>
            </p:extLst>
          </p:nvPr>
        </p:nvGraphicFramePr>
        <p:xfrm>
          <a:off x="6521597" y="3995228"/>
          <a:ext cx="4883958" cy="25387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  <p:extLst>
      <p:ext uri="{BB962C8B-B14F-4D97-AF65-F5344CB8AC3E}">
        <p14:creationId xmlns:p14="http://schemas.microsoft.com/office/powerpoint/2010/main" val="19564348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77F05DA607A2A4CAA5FA95AE8B6A4C4" ma:contentTypeVersion="5" ma:contentTypeDescription="Create a new document." ma:contentTypeScope="" ma:versionID="f86f703cea7786a70f3140dedc287197">
  <xsd:schema xmlns:xsd="http://www.w3.org/2001/XMLSchema" xmlns:xs="http://www.w3.org/2001/XMLSchema" xmlns:p="http://schemas.microsoft.com/office/2006/metadata/properties" xmlns:ns2="2c4e1b44-4198-4e94-9bea-673078799ec1" targetNamespace="http://schemas.microsoft.com/office/2006/metadata/properties" ma:root="true" ma:fieldsID="dc34c59f8e550a5fc9824fe904eee435" ns2:_="">
    <xsd:import namespace="2c4e1b44-4198-4e94-9bea-673078799ec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c4e1b44-4198-4e94-9bea-673078799ec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4769C7C-D2D7-4B2B-96BE-2857F7180038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3B6E4C7F-9A61-4D2C-9559-1CE90A6FDB4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c4e1b44-4198-4e94-9bea-673078799ec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40563F5-97AF-45ED-9E31-FAA1CA2AF7C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634</TotalTime>
  <Words>284</Words>
  <Application>Microsoft Office PowerPoint</Application>
  <PresentationFormat>Widescreen</PresentationFormat>
  <Paragraphs>111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Segoe UI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Richard Turner</dc:creator>
  <cp:lastModifiedBy>Russ Henderson</cp:lastModifiedBy>
  <cp:revision>1</cp:revision>
  <cp:lastPrinted>2019-06-13T17:50:21Z</cp:lastPrinted>
  <dcterms:created xsi:type="dcterms:W3CDTF">2019-06-13T16:26:07Z</dcterms:created>
  <dcterms:modified xsi:type="dcterms:W3CDTF">2020-06-09T15:03:57Z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0x010100077F05DA607A2A4CAA5FA95AE8B6A4C4</vt:lpwstr>
  </property>
</Properties>
</file>