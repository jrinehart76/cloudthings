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BF5A8-6E2D-4AA0-80AF-2DE09AAB3CE6}" v="10" dt="2020-05-05T14:05:07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5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15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0.22826086956521738</c:v>
                </c:pt>
                <c:pt idx="1">
                  <c:v>0.71739130434782605</c:v>
                </c:pt>
                <c:pt idx="2">
                  <c:v>0.4891304347826087</c:v>
                </c:pt>
                <c:pt idx="3">
                  <c:v>0.81521739130434778</c:v>
                </c:pt>
                <c:pt idx="4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21</c:v>
                      </c:pt>
                      <c:pt idx="1">
                        <c:v>66</c:v>
                      </c:pt>
                      <c:pt idx="2">
                        <c:v>45</c:v>
                      </c:pt>
                      <c:pt idx="3">
                        <c:v>75</c:v>
                      </c:pt>
                      <c:pt idx="4">
                        <c:v>115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0.16304347826086957</c:v>
                </c:pt>
                <c:pt idx="1">
                  <c:v>0.98913043478260865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</c:v>
                      </c:pt>
                      <c:pt idx="1">
                        <c:v>91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Dashboard- 5/5/2020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Kraft/Heinz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Bacardi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endParaRPr lang="en-US" sz="10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 still not progressing. They continue to struggle on their 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- Waiting on change requests to complete the CPM/CMAT DR and close out the SoW.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- They’re asking us to re-migrate Kofax as they rolled it back after several weeks in Azure. Not sure if we actually have hours to do this….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98412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99%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984191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22245" y="40838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49%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5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0112938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046258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8913781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969442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291</Words>
  <Application>Microsoft Office PowerPoint</Application>
  <PresentationFormat>Widescreen</PresentationFormat>
  <Paragraphs>106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2020-05-05T16:32:54Z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