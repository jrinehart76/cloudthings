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322"/>
    <a:srgbClr val="CFD5EA"/>
    <a:srgbClr val="E9EBF5"/>
    <a:srgbClr val="242424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BE0124-41D6-4672-8C09-252D3B2C1C3D}" v="240" dt="2020-03-31T14:36:09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94694"/>
  </p:normalViewPr>
  <p:slideViewPr>
    <p:cSldViewPr snapToGrid="0" snapToObjects="1">
      <p:cViewPr varScale="1">
        <p:scale>
          <a:sx n="123" d="100"/>
          <a:sy n="123" d="100"/>
        </p:scale>
        <p:origin x="594" y="114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0</c:v>
                </c:pt>
                <c:pt idx="2">
                  <c:v>2</c:v>
                </c:pt>
                <c:pt idx="3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0.84677419354838712</c:v>
                </c:pt>
                <c:pt idx="1">
                  <c:v>0.57258064516129037</c:v>
                </c:pt>
                <c:pt idx="2">
                  <c:v>0.33064516129032256</c:v>
                </c:pt>
                <c:pt idx="3">
                  <c:v>0.43548387096774194</c:v>
                </c:pt>
                <c:pt idx="4">
                  <c:v>0.43548387096774194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105</c:v>
                      </c:pt>
                      <c:pt idx="1">
                        <c:v>71</c:v>
                      </c:pt>
                      <c:pt idx="2">
                        <c:v>41</c:v>
                      </c:pt>
                      <c:pt idx="3">
                        <c:v>54</c:v>
                      </c:pt>
                      <c:pt idx="4">
                        <c:v>54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</c:v>
                </c:pt>
                <c:pt idx="2">
                  <c:v>11</c:v>
                </c:pt>
                <c:pt idx="3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1.1653225806451613</c:v>
                </c:pt>
                <c:pt idx="1">
                  <c:v>0.98225806451612896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144.5</c:v>
                      </c:pt>
                      <c:pt idx="1">
                        <c:v>121.8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3/30/2020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0" y="14232"/>
            <a:ext cx="4923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10M – Cloud Service Center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35517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Noble Drilling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Sandler Travis  (STTAS)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257435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33798" y="271891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Service Expansion</a:t>
            </a:r>
          </a:p>
          <a:p>
            <a:pPr lvl="1"/>
            <a:r>
              <a:rPr lang="en-US" sz="1000" dirty="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WVD </a:t>
            </a:r>
            <a:r>
              <a:rPr lang="en-US" sz="1000" dirty="0" err="1"/>
              <a:t>Quickstart</a:t>
            </a:r>
            <a:r>
              <a:rPr lang="en-US" sz="1000" dirty="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  <a:p>
            <a:pPr lvl="1"/>
            <a:endParaRPr lang="en-US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still has a workload left to migrate, but little budget to work with and no planning has been completed. Working to get back on track.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– high burn, but still complex workloads left to migrate. May not have enough hours to complete.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279685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54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144.5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121.8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117%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946076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Mig</a:t>
                      </a:r>
                      <a:r>
                        <a:rPr lang="en-US" sz="1000" dirty="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22245" y="4083863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9990285" y="938491"/>
            <a:ext cx="179087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33%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  <a:p>
            <a:pPr algn="ctr"/>
            <a:r>
              <a:rPr lang="en-US" sz="1200" b="1" dirty="0"/>
              <a:t>Includes Marshall**</a:t>
            </a:r>
          </a:p>
          <a:p>
            <a:pPr algn="ctr"/>
            <a:r>
              <a:rPr lang="en-US" sz="1000" b="1" dirty="0"/>
              <a:t>Dropping Marshall Next Week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11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 dirty="0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1293028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0525223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2093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1398" y="661886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156955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 dirty="0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8772061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192B-15F2-4988-B01E-D471C2E6E19C}"/>
</file>

<file path=customXml/itemProps3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5748</TotalTime>
  <Words>275</Words>
  <Application>Microsoft Office PowerPoint</Application>
  <PresentationFormat>Widescreen</PresentationFormat>
  <Paragraphs>103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58</cp:revision>
  <cp:lastPrinted>2019-06-13T17:50:21Z</cp:lastPrinted>
  <dcterms:created xsi:type="dcterms:W3CDTF">2019-06-13T16:26:07Z</dcterms:created>
  <dcterms:modified xsi:type="dcterms:W3CDTF">2020-03-31T14:42:58Z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