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43215E-3759-4617-984B-0C43DABAF13A}" v="11" dt="2020-04-28T13:56:40.2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56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EDAD0B06-4C5D-4DD4-9E2F-7118CF0F82B5}"/>
    <pc:docChg chg="custSel modSld">
      <pc:chgData name="Russ Henderson" userId="1a9b2c94-14ea-443c-90c9-9fd3fcb66448" providerId="ADAL" clId="{EDAD0B06-4C5D-4DD4-9E2F-7118CF0F82B5}" dt="2020-04-21T14:56:26.841" v="489" actId="207"/>
      <pc:docMkLst>
        <pc:docMk/>
      </pc:docMkLst>
      <pc:sldChg chg="modSp mod">
        <pc:chgData name="Russ Henderson" userId="1a9b2c94-14ea-443c-90c9-9fd3fcb66448" providerId="ADAL" clId="{EDAD0B06-4C5D-4DD4-9E2F-7118CF0F82B5}" dt="2020-04-21T14:56:26.841" v="489" actId="207"/>
        <pc:sldMkLst>
          <pc:docMk/>
          <pc:sldMk cId="1173897663" sldId="261"/>
        </pc:sldMkLst>
        <pc:spChg chg="mod">
          <ac:chgData name="Russ Henderson" userId="1a9b2c94-14ea-443c-90c9-9fd3fcb66448" providerId="ADAL" clId="{EDAD0B06-4C5D-4DD4-9E2F-7118CF0F82B5}" dt="2020-04-21T13:47:04.833" v="11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EDAD0B06-4C5D-4DD4-9E2F-7118CF0F82B5}" dt="2020-04-21T14:56:26.841" v="489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EDAD0B06-4C5D-4DD4-9E2F-7118CF0F82B5}" dt="2020-04-21T13:49:10.293" v="469" actId="1036"/>
          <ac:spMkLst>
            <pc:docMk/>
            <pc:sldMk cId="1173897663" sldId="261"/>
            <ac:spMk id="18" creationId="{45957F6D-9C77-3244-889C-94DC772ECCF8}"/>
          </ac:spMkLst>
        </pc:spChg>
        <pc:spChg chg="mod">
          <ac:chgData name="Russ Henderson" userId="1a9b2c94-14ea-443c-90c9-9fd3fcb66448" providerId="ADAL" clId="{EDAD0B06-4C5D-4DD4-9E2F-7118CF0F82B5}" dt="2020-04-21T13:45:48.354" v="108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EDAD0B06-4C5D-4DD4-9E2F-7118CF0F82B5}" dt="2020-04-21T13:48:52.578" v="465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EDAD0B06-4C5D-4DD4-9E2F-7118CF0F82B5}" dt="2020-04-21T14:55:27.725" v="485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EDAD0B06-4C5D-4DD4-9E2F-7118CF0F82B5}" dt="2020-04-21T13:42:54.645" v="77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EDAD0B06-4C5D-4DD4-9E2F-7118CF0F82B5}" dt="2020-04-21T13:45:18.312" v="10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EDAD0B06-4C5D-4DD4-9E2F-7118CF0F82B5}" dt="2020-04-21T13:42:42.970" v="7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picChg chg="mod">
          <ac:chgData name="Russ Henderson" userId="1a9b2c94-14ea-443c-90c9-9fd3fcb66448" providerId="ADAL" clId="{EDAD0B06-4C5D-4DD4-9E2F-7118CF0F82B5}" dt="2020-04-21T13:49:10.293" v="469" actId="1036"/>
          <ac:picMkLst>
            <pc:docMk/>
            <pc:sldMk cId="1173897663" sldId="261"/>
            <ac:picMk id="4" creationId="{0C0C4FB1-5862-714A-8C49-72A3B616B199}"/>
          </ac:picMkLst>
        </pc:picChg>
      </pc:sldChg>
      <pc:sldChg chg="modSp mod">
        <pc:chgData name="Russ Henderson" userId="1a9b2c94-14ea-443c-90c9-9fd3fcb66448" providerId="ADAL" clId="{EDAD0B06-4C5D-4DD4-9E2F-7118CF0F82B5}" dt="2020-04-21T14:27:16.244" v="477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EDAD0B06-4C5D-4DD4-9E2F-7118CF0F82B5}" dt="2020-04-21T13:49:01.990" v="467" actId="1036"/>
          <ac:spMkLst>
            <pc:docMk/>
            <pc:sldMk cId="1956434879" sldId="262"/>
            <ac:spMk id="15" creationId="{50B28D5B-36D7-46D7-989B-471B3B728B26}"/>
          </ac:spMkLst>
        </pc:spChg>
        <pc:picChg chg="mod">
          <ac:chgData name="Russ Henderson" userId="1a9b2c94-14ea-443c-90c9-9fd3fcb66448" providerId="ADAL" clId="{EDAD0B06-4C5D-4DD4-9E2F-7118CF0F82B5}" dt="2020-04-21T13:49:18.189" v="471" actId="1036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9B2B0F60-ECE6-4965-B02C-EA2D2DBFCCCA}"/>
    <pc:docChg chg="undo custSel modSld">
      <pc:chgData name="Russ Henderson" userId="1a9b2c94-14ea-443c-90c9-9fd3fcb66448" providerId="ADAL" clId="{9B2B0F60-ECE6-4965-B02C-EA2D2DBFCCCA}" dt="2020-04-14T15:05:43.042" v="160" actId="20577"/>
      <pc:docMkLst>
        <pc:docMk/>
      </pc:docMkLst>
      <pc:sldChg chg="addSp modSp mod">
        <pc:chgData name="Russ Henderson" userId="1a9b2c94-14ea-443c-90c9-9fd3fcb66448" providerId="ADAL" clId="{9B2B0F60-ECE6-4965-B02C-EA2D2DBFCCCA}" dt="2020-04-14T15:05:43.042" v="1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9B2B0F60-ECE6-4965-B02C-EA2D2DBFCCCA}" dt="2020-04-14T14:47:25.795" v="7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9B2B0F60-ECE6-4965-B02C-EA2D2DBFCCCA}" dt="2020-04-14T14:54:33.330" v="143" actId="6549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9B2B0F60-ECE6-4965-B02C-EA2D2DBFCCCA}" dt="2020-04-14T15:03:57.671" v="155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B2B0F60-ECE6-4965-B02C-EA2D2DBFCCCA}" dt="2020-04-14T13:47:57.625" v="60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B2B0F60-ECE6-4965-B02C-EA2D2DBFCCCA}" dt="2020-04-14T13:47:30.357" v="58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B2B0F60-ECE6-4965-B02C-EA2D2DBFCCCA}" dt="2020-04-14T15:05:35.637" v="156" actId="20577"/>
          <ac:spMkLst>
            <pc:docMk/>
            <pc:sldMk cId="1173897663" sldId="261"/>
            <ac:spMk id="55" creationId="{39B7711F-D7C4-41F4-917D-06A04C9D2E0E}"/>
          </ac:spMkLst>
        </pc:spChg>
        <pc:graphicFrameChg chg="modGraphic">
          <ac:chgData name="Russ Henderson" userId="1a9b2c94-14ea-443c-90c9-9fd3fcb66448" providerId="ADAL" clId="{9B2B0F60-ECE6-4965-B02C-EA2D2DBFCCCA}" dt="2020-04-14T13:45:06.418" v="29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B2B0F60-ECE6-4965-B02C-EA2D2DBFCCCA}" dt="2020-04-14T15:05:43.042" v="16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9B2B0F60-ECE6-4965-B02C-EA2D2DBFCCCA}" dt="2020-04-14T14:53:28.074" v="140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8D43215E-3759-4617-984B-0C43DABAF13A}"/>
    <pc:docChg chg="custSel modSld">
      <pc:chgData name="Russ Henderson" userId="1a9b2c94-14ea-443c-90c9-9fd3fcb66448" providerId="ADAL" clId="{8D43215E-3759-4617-984B-0C43DABAF13A}" dt="2020-04-28T14:05:28.547" v="542" actId="20577"/>
      <pc:docMkLst>
        <pc:docMk/>
      </pc:docMkLst>
      <pc:sldChg chg="addSp modSp mod">
        <pc:chgData name="Russ Henderson" userId="1a9b2c94-14ea-443c-90c9-9fd3fcb66448" providerId="ADAL" clId="{8D43215E-3759-4617-984B-0C43DABAF13A}" dt="2020-04-28T14:05:28.547" v="54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D43215E-3759-4617-984B-0C43DABAF13A}" dt="2020-04-28T14:05:28.547" v="54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8D43215E-3759-4617-984B-0C43DABAF13A}" dt="2020-04-28T13:48:11.033" v="85" actId="1076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8D43215E-3759-4617-984B-0C43DABAF13A}" dt="2020-04-28T13:53:00.453" v="493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D43215E-3759-4617-984B-0C43DABAF13A}" dt="2020-04-28T13:47:21.865" v="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D43215E-3759-4617-984B-0C43DABAF13A}" dt="2020-04-28T13:49:03.263" v="253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8D43215E-3759-4617-984B-0C43DABAF13A}" dt="2020-04-28T13:52:39.608" v="482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8D43215E-3759-4617-984B-0C43DABAF13A}" dt="2020-04-28T13:53:04.510" v="495" actId="5793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8D43215E-3759-4617-984B-0C43DABAF13A}" dt="2020-04-28T13:52:36.203" v="480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8D43215E-3759-4617-984B-0C43DABAF13A}" dt="2020-04-28T13:50:14.442" v="458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8D43215E-3759-4617-984B-0C43DABAF13A}" dt="2020-04-28T13:54:22.543" v="502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8D43215E-3759-4617-984B-0C43DABAF13A}" dt="2020-04-28T14:04:31.507" v="540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D43215E-3759-4617-984B-0C43DABAF13A}" dt="2020-04-28T13:56:32.616" v="532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8D43215E-3759-4617-984B-0C43DABAF13A}" dt="2020-04-28T13:56:43.102" v="538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Estee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14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Noble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23-4657-AEB2-445E5E9E0F1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STTAS</c:v>
                </c:pt>
              </c:strCache>
            </c:strRef>
          </c:tx>
          <c:spPr>
            <a:ln w="22225" cap="rnd" cmpd="sng" algn="ctr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E8-43AA-B861-7E7B41BCF08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0.28260869565217389</c:v>
                </c:pt>
                <c:pt idx="1">
                  <c:v>0.22826086956521738</c:v>
                </c:pt>
                <c:pt idx="2">
                  <c:v>0.16304347826086957</c:v>
                </c:pt>
                <c:pt idx="3">
                  <c:v>5.434782608695652E-2</c:v>
                </c:pt>
                <c:pt idx="4">
                  <c:v>0.32608695652173914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26</c:v>
                      </c:pt>
                      <c:pt idx="1">
                        <c:v>21</c:v>
                      </c:pt>
                      <c:pt idx="2">
                        <c:v>15</c:v>
                      </c:pt>
                      <c:pt idx="3">
                        <c:v>5</c:v>
                      </c:pt>
                      <c:pt idx="4">
                        <c:v>30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2</c:v>
                </c:pt>
                <c:pt idx="2">
                  <c:v>14</c:v>
                </c:pt>
                <c:pt idx="3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0.30978260869565216</c:v>
                </c:pt>
                <c:pt idx="1">
                  <c:v>0.16304347826086957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28.5</c:v>
                      </c:pt>
                      <c:pt idx="1">
                        <c:v>15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Cloud Service Center </a:t>
            </a:r>
            <a:r>
              <a:rPr lang="en-US" sz="2400" b="1">
                <a:solidFill>
                  <a:srgbClr val="F26322"/>
                </a:solidFill>
                <a:latin typeface="Segoe UI"/>
                <a:cs typeface="Segoe UI"/>
              </a:rPr>
              <a:t>Dashboard- 4/28/2020</a:t>
            </a:r>
            <a:endParaRPr lang="en-US" sz="2400" b="1" dirty="0">
              <a:solidFill>
                <a:srgbClr val="F26322"/>
              </a:solidFill>
              <a:latin typeface="Segoe UI"/>
              <a:cs typeface="Segoe U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132240" y="1028184"/>
            <a:ext cx="597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982055" y="2355175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956182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122245" y="132972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38462" y="1323315"/>
            <a:ext cx="16446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Estee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CNB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Kraft/Heinz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Bacardi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88CD3C-F1E4-46EC-BCD7-C5CD70EE0FB0}"/>
              </a:ext>
            </a:extLst>
          </p:cNvPr>
          <p:cNvCxnSpPr>
            <a:cxnSpLocks/>
          </p:cNvCxnSpPr>
          <p:nvPr/>
        </p:nvCxnSpPr>
        <p:spPr>
          <a:xfrm>
            <a:off x="312551" y="2257435"/>
            <a:ext cx="4520119" cy="11542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2103694" y="26921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333798" y="2718919"/>
            <a:ext cx="1575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 Pro</a:t>
            </a:r>
          </a:p>
          <a:p>
            <a:endParaRPr lang="en-US" sz="10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Service Expansion</a:t>
            </a:r>
          </a:p>
          <a:p>
            <a:pPr lvl="1"/>
            <a:r>
              <a:rPr lang="en-US" sz="100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WVD </a:t>
            </a:r>
            <a:r>
              <a:rPr lang="en-US" sz="1000" err="1"/>
              <a:t>Quickstart</a:t>
            </a:r>
            <a:r>
              <a:rPr lang="en-US" sz="100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lvl="1"/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6CE94F-706C-4217-8F89-B97F45884475}"/>
              </a:ext>
            </a:extLst>
          </p:cNvPr>
          <p:cNvSpPr txBox="1"/>
          <p:nvPr/>
        </p:nvSpPr>
        <p:spPr>
          <a:xfrm>
            <a:off x="2705785" y="1364037"/>
            <a:ext cx="11180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0000"/>
                </a:solidFill>
              </a:rPr>
              <a:t>Continue to have trouble getting DD/DMs to properly enter forecast.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CNB E3 migration on hold for at least a week.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ELC – SharePoint is the only workload left from the SoW. Running low on hours – we likely have enough hours to complete the migration, but not to participate in the hyper-care support following.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5F8EA9-7C78-4828-AA2A-C1FEB3348E14}"/>
              </a:ext>
            </a:extLst>
          </p:cNvPr>
          <p:cNvCxnSpPr>
            <a:cxnSpLocks/>
          </p:cNvCxnSpPr>
          <p:nvPr/>
        </p:nvCxnSpPr>
        <p:spPr>
          <a:xfrm flipH="1">
            <a:off x="2559875" y="476202"/>
            <a:ext cx="6763" cy="4282780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2677477" y="533640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3220716" y="53364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070992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</a:rPr>
                        <a:t>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28.5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31%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16%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370411"/>
              </p:ext>
            </p:extLst>
          </p:nvPr>
        </p:nvGraphicFramePr>
        <p:xfrm>
          <a:off x="4956330" y="3079364"/>
          <a:ext cx="4900593" cy="156535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64153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highlight>
                            <a:srgbClr val="FFFF00"/>
                          </a:highlight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14219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671199" y="3723603"/>
            <a:ext cx="1547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 / Closing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2122245" y="408386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352548" y="4087347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Noble Drilling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C2AAC95-072D-416E-841C-4D628441959F}"/>
              </a:ext>
            </a:extLst>
          </p:cNvPr>
          <p:cNvCxnSpPr>
            <a:cxnSpLocks/>
          </p:cNvCxnSpPr>
          <p:nvPr/>
        </p:nvCxnSpPr>
        <p:spPr>
          <a:xfrm>
            <a:off x="320300" y="3565667"/>
            <a:ext cx="2220785" cy="0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238879" y="1124471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16%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Utilized </a:t>
            </a:r>
          </a:p>
          <a:p>
            <a:pPr algn="ctr"/>
            <a:r>
              <a:rPr lang="en-US" sz="1200" dirty="0">
                <a:solidFill>
                  <a:srgbClr val="FF0000"/>
                </a:solidFill>
              </a:rPr>
              <a:t>This week</a:t>
            </a:r>
          </a:p>
          <a:p>
            <a:pPr algn="ctr"/>
            <a:r>
              <a:rPr lang="en-US" sz="1200" dirty="0">
                <a:solidFill>
                  <a:srgbClr val="FF0000"/>
                </a:solidFill>
              </a:rPr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CMC engineer billing – I suspect the engineers are not accounting for all of their billable hours in Harvest. Will start discussion and coach them.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WVD deployment process documentation, scripts, automation, training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51B85F-9CB7-4607-B285-15CCFD37627D}"/>
              </a:ext>
            </a:extLst>
          </p:cNvPr>
          <p:cNvSpPr txBox="1"/>
          <p:nvPr/>
        </p:nvSpPr>
        <p:spPr>
          <a:xfrm>
            <a:off x="3096924" y="1054655"/>
            <a:ext cx="11172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Support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E96C97-28F9-4E40-A9EE-6B0B397E7B09}"/>
              </a:ext>
            </a:extLst>
          </p:cNvPr>
          <p:cNvSpPr txBox="1"/>
          <p:nvPr/>
        </p:nvSpPr>
        <p:spPr>
          <a:xfrm>
            <a:off x="3112206" y="2426302"/>
            <a:ext cx="1075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 Support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14</a:t>
            </a:r>
          </a:p>
          <a:p>
            <a:pPr algn="ctr"/>
            <a:r>
              <a:rPr lang="en-US" sz="1400" b="1" dirty="0"/>
              <a:t>Resources Scheduled</a:t>
            </a:r>
          </a:p>
          <a:p>
            <a:pPr algn="ctr"/>
            <a:r>
              <a:rPr lang="en-US" sz="1400" b="1" dirty="0"/>
              <a:t>To Migrate </a:t>
            </a:r>
          </a:p>
          <a:p>
            <a:pPr algn="ctr"/>
            <a:r>
              <a:rPr lang="en-US" sz="1200" dirty="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2705785" y="2765810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ED421-A502-42F8-87D7-D66F567904A8}"/>
              </a:ext>
            </a:extLst>
          </p:cNvPr>
          <p:cNvSpPr txBox="1"/>
          <p:nvPr/>
        </p:nvSpPr>
        <p:spPr>
          <a:xfrm>
            <a:off x="9856851" y="2321660"/>
            <a:ext cx="2121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Forecast not correct</a:t>
            </a:r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Migrated Resources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7687903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577202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0534056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5461614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6E4C7F-9A61-4D2C-9559-1CE90A6FDB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313</Words>
  <Application>Microsoft Office PowerPoint</Application>
  <PresentationFormat>Widescreen</PresentationFormat>
  <Paragraphs>108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lastModifiedBy>Russ Henderson</cp:lastModifiedBy>
  <cp:revision>1</cp:revision>
  <cp:lastPrinted>2019-06-13T17:50:21Z</cp:lastPrinted>
  <dcterms:created xsi:type="dcterms:W3CDTF">2019-06-13T16:26:07Z</dcterms:created>
  <dcterms:modified xsi:type="dcterms:W3CDTF">2020-04-28T14:05:31Z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