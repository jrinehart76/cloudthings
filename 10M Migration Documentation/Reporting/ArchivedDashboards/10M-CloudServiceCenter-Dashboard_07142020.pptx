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73405E-0A80-4DAE-8083-DBF970129A7E}" v="6" dt="2020-07-14T14:14:38.7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234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6373405E-0A80-4DAE-8083-DBF970129A7E}"/>
    <pc:docChg chg="modSld">
      <pc:chgData name="Russ Henderson" userId="1a9b2c94-14ea-443c-90c9-9fd3fcb66448" providerId="ADAL" clId="{6373405E-0A80-4DAE-8083-DBF970129A7E}" dt="2020-07-14T14:14:41.383" v="90" actId="27918"/>
      <pc:docMkLst>
        <pc:docMk/>
      </pc:docMkLst>
      <pc:sldChg chg="modSp mod">
        <pc:chgData name="Russ Henderson" userId="1a9b2c94-14ea-443c-90c9-9fd3fcb66448" providerId="ADAL" clId="{6373405E-0A80-4DAE-8083-DBF970129A7E}" dt="2020-07-14T14:11:09.144" v="68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6373405E-0A80-4DAE-8083-DBF970129A7E}" dt="2020-07-14T13:35:45.477" v="4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6373405E-0A80-4DAE-8083-DBF970129A7E}" dt="2020-07-14T14:04:56.985" v="21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6373405E-0A80-4DAE-8083-DBF970129A7E}" dt="2020-07-14T14:11:09.144" v="6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6373405E-0A80-4DAE-8083-DBF970129A7E}" dt="2020-07-14T14:05:07.795" v="24" actId="20577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6373405E-0A80-4DAE-8083-DBF970129A7E}" dt="2020-07-14T14:05:55.612" v="32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6373405E-0A80-4DAE-8083-DBF970129A7E}" dt="2020-07-14T14:11:01.261" v="66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6373405E-0A80-4DAE-8083-DBF970129A7E}" dt="2020-07-14T14:14:41.383" v="9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4397575-B593-4514-A9A9-4AF4C521E8D7}"/>
    <pc:docChg chg="undo custSel modSld">
      <pc:chgData name="Russ Henderson" userId="1a9b2c94-14ea-443c-90c9-9fd3fcb66448" providerId="ADAL" clId="{84397575-B593-4514-A9A9-4AF4C521E8D7}" dt="2020-06-16T15:07:23.269" v="199" actId="20577"/>
      <pc:docMkLst>
        <pc:docMk/>
      </pc:docMkLst>
      <pc:sldChg chg="modSp mod">
        <pc:chgData name="Russ Henderson" userId="1a9b2c94-14ea-443c-90c9-9fd3fcb66448" providerId="ADAL" clId="{84397575-B593-4514-A9A9-4AF4C521E8D7}" dt="2020-06-16T15:07:23.269" v="199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4397575-B593-4514-A9A9-4AF4C521E8D7}" dt="2020-06-16T15:05:11.087" v="19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84397575-B593-4514-A9A9-4AF4C521E8D7}" dt="2020-06-16T14:22:19.629" v="14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4397575-B593-4514-A9A9-4AF4C521E8D7}" dt="2020-06-16T14:49:41.901" v="117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4397575-B593-4514-A9A9-4AF4C521E8D7}" dt="2020-06-16T14:53:21.753" v="148" actId="20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84397575-B593-4514-A9A9-4AF4C521E8D7}" dt="2020-06-16T14:49:18.820" v="11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4397575-B593-4514-A9A9-4AF4C521E8D7}" dt="2020-06-16T15:07:23.269" v="1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Sp mod">
        <pc:chgData name="Russ Henderson" userId="1a9b2c94-14ea-443c-90c9-9fd3fcb66448" providerId="ADAL" clId="{84397575-B593-4514-A9A9-4AF4C521E8D7}" dt="2020-06-16T14:55:52.067" v="195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84397575-B593-4514-A9A9-4AF4C521E8D7}" dt="2020-06-16T14:54:03.628" v="162" actId="20577"/>
          <ac:spMkLst>
            <pc:docMk/>
            <pc:sldMk cId="1956434879" sldId="262"/>
            <ac:spMk id="12" creationId="{72019D55-9B86-4BA4-AFA7-2EB659851ACC}"/>
          </ac:spMkLst>
        </pc:spChg>
      </pc:sldChg>
    </pc:docChg>
  </pc:docChgLst>
  <pc:docChgLst>
    <pc:chgData name="Russ Henderson" userId="1a9b2c94-14ea-443c-90c9-9fd3fcb66448" providerId="ADAL" clId="{F8053696-9EBE-4B4D-AB80-004E8995C281}"/>
    <pc:docChg chg="custSel modSld">
      <pc:chgData name="Russ Henderson" userId="1a9b2c94-14ea-443c-90c9-9fd3fcb66448" providerId="ADAL" clId="{F8053696-9EBE-4B4D-AB80-004E8995C281}" dt="2020-06-30T14:55:41.043" v="659" actId="207"/>
      <pc:docMkLst>
        <pc:docMk/>
      </pc:docMkLst>
      <pc:sldChg chg="modSp mod">
        <pc:chgData name="Russ Henderson" userId="1a9b2c94-14ea-443c-90c9-9fd3fcb66448" providerId="ADAL" clId="{F8053696-9EBE-4B4D-AB80-004E8995C281}" dt="2020-06-30T14:55:41.043" v="659" actId="207"/>
        <pc:sldMkLst>
          <pc:docMk/>
          <pc:sldMk cId="1173897663" sldId="261"/>
        </pc:sldMkLst>
        <pc:spChg chg="mod">
          <ac:chgData name="Russ Henderson" userId="1a9b2c94-14ea-443c-90c9-9fd3fcb66448" providerId="ADAL" clId="{F8053696-9EBE-4B4D-AB80-004E8995C281}" dt="2020-06-30T13:57:10.189" v="9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F8053696-9EBE-4B4D-AB80-004E8995C281}" dt="2020-06-30T13:53:45.916" v="72" actId="20577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F8053696-9EBE-4B4D-AB80-004E8995C281}" dt="2020-06-30T13:55:45.847" v="86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F8053696-9EBE-4B4D-AB80-004E8995C281}" dt="2020-06-30T14:49:41.409" v="13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F8053696-9EBE-4B4D-AB80-004E8995C281}" dt="2020-06-30T14:55:41.043" v="659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F8053696-9EBE-4B4D-AB80-004E8995C281}" dt="2020-06-30T14:49:52.338" v="139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F8053696-9EBE-4B4D-AB80-004E8995C281}" dt="2020-06-30T14:49:49.698" v="137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F8053696-9EBE-4B4D-AB80-004E8995C281}" dt="2020-06-30T13:54:52.786" v="79" actId="1392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F8053696-9EBE-4B4D-AB80-004E8995C281}" dt="2020-06-30T13:55:52.111" v="93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F8053696-9EBE-4B4D-AB80-004E8995C281}" dt="2020-06-30T13:53:50.605" v="74" actId="20577"/>
          <ac:spMkLst>
            <pc:docMk/>
            <pc:sldMk cId="1173897663" sldId="261"/>
            <ac:spMk id="75" creationId="{48A30A27-9105-4BE6-A255-CBF76797618D}"/>
          </ac:spMkLst>
        </pc:spChg>
        <pc:spChg chg="mod">
          <ac:chgData name="Russ Henderson" userId="1a9b2c94-14ea-443c-90c9-9fd3fcb66448" providerId="ADAL" clId="{F8053696-9EBE-4B4D-AB80-004E8995C281}" dt="2020-06-30T14:50:01.329" v="14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F8053696-9EBE-4B4D-AB80-004E8995C281}" dt="2020-06-30T14:49:20.578" v="133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F8053696-9EBE-4B4D-AB80-004E8995C281}" dt="2020-06-30T14:48:03.910" v="9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F8053696-9EBE-4B4D-AB80-004E8995C281}" dt="2020-06-30T14:51:50.917" v="163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5F642EC4-D275-4449-8448-A2728364F5E4}"/>
    <pc:docChg chg="undo custSel modSld">
      <pc:chgData name="Russ Henderson" userId="1a9b2c94-14ea-443c-90c9-9fd3fcb66448" providerId="ADAL" clId="{5F642EC4-D275-4449-8448-A2728364F5E4}" dt="2020-06-02T15:00:15.864" v="1307" actId="20577"/>
      <pc:docMkLst>
        <pc:docMk/>
      </pc:docMkLst>
      <pc:sldChg chg="addSp delSp modSp mod">
        <pc:chgData name="Russ Henderson" userId="1a9b2c94-14ea-443c-90c9-9fd3fcb66448" providerId="ADAL" clId="{5F642EC4-D275-4449-8448-A2728364F5E4}" dt="2020-06-02T15:00:15.864" v="130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5F642EC4-D275-4449-8448-A2728364F5E4}" dt="2020-06-02T13:36:37.141" v="8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5F642EC4-D275-4449-8448-A2728364F5E4}" dt="2020-06-02T14:27:59.909" v="968" actId="1036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5F642EC4-D275-4449-8448-A2728364F5E4}" dt="2020-06-02T14:52:09.781" v="1245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5F642EC4-D275-4449-8448-A2728364F5E4}" dt="2020-06-02T14:25:28.174" v="654" actId="20577"/>
          <ac:spMkLst>
            <pc:docMk/>
            <pc:sldMk cId="1173897663" sldId="261"/>
            <ac:spMk id="32" creationId="{62AAD429-2BA2-45CA-8A38-76AC5DDF4DFF}"/>
          </ac:spMkLst>
        </pc:spChg>
        <pc:spChg chg="del mod">
          <ac:chgData name="Russ Henderson" userId="1a9b2c94-14ea-443c-90c9-9fd3fcb66448" providerId="ADAL" clId="{5F642EC4-D275-4449-8448-A2728364F5E4}" dt="2020-06-02T14:16:54.702" v="348" actId="478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5F642EC4-D275-4449-8448-A2728364F5E4}" dt="2020-06-02T15:00:15.864" v="130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5F642EC4-D275-4449-8448-A2728364F5E4}" dt="2020-06-02T14:28:36.635" v="1162" actId="1037"/>
          <ac:spMkLst>
            <pc:docMk/>
            <pc:sldMk cId="1173897663" sldId="261"/>
            <ac:spMk id="45" creationId="{88C184A4-05E8-499D-810E-2D3F3CEBDF5E}"/>
          </ac:spMkLst>
        </pc:spChg>
        <pc:spChg chg="add mod">
          <ac:chgData name="Russ Henderson" userId="1a9b2c94-14ea-443c-90c9-9fd3fcb66448" providerId="ADAL" clId="{5F642EC4-D275-4449-8448-A2728364F5E4}" dt="2020-06-02T14:30:05.954" v="1220" actId="1037"/>
          <ac:spMkLst>
            <pc:docMk/>
            <pc:sldMk cId="1173897663" sldId="261"/>
            <ac:spMk id="47" creationId="{E6953A68-610C-4B85-946B-84D8FF9CF291}"/>
          </ac:spMkLst>
        </pc:spChg>
        <pc:spChg chg="add del mod">
          <ac:chgData name="Russ Henderson" userId="1a9b2c94-14ea-443c-90c9-9fd3fcb66448" providerId="ADAL" clId="{5F642EC4-D275-4449-8448-A2728364F5E4}" dt="2020-06-02T14:18:58.399" v="505"/>
          <ac:spMkLst>
            <pc:docMk/>
            <pc:sldMk cId="1173897663" sldId="261"/>
            <ac:spMk id="48" creationId="{5AC71659-F2A9-4BDC-B867-6E346A16F05A}"/>
          </ac:spMkLst>
        </pc:spChg>
        <pc:spChg chg="mod">
          <ac:chgData name="Russ Henderson" userId="1a9b2c94-14ea-443c-90c9-9fd3fcb66448" providerId="ADAL" clId="{5F642EC4-D275-4449-8448-A2728364F5E4}" dt="2020-06-02T14:29:59.869" v="1207" actId="1036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5F642EC4-D275-4449-8448-A2728364F5E4}" dt="2020-06-02T14:51:55.965" v="1241" actId="1036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5F642EC4-D275-4449-8448-A2728364F5E4}" dt="2020-06-02T14:27:27.082" v="813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5F642EC4-D275-4449-8448-A2728364F5E4}" dt="2020-06-02T14:17:39.665" v="414" actId="14100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5F642EC4-D275-4449-8448-A2728364F5E4}" dt="2020-06-02T14:59:25.645" v="1300" actId="103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5F642EC4-D275-4449-8448-A2728364F5E4}" dt="2020-06-02T14:29:41.936" v="1199" actId="1076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5F642EC4-D275-4449-8448-A2728364F5E4}" dt="2020-06-02T14:52:01.669" v="1244" actId="1036"/>
          <ac:spMkLst>
            <pc:docMk/>
            <pc:sldMk cId="1173897663" sldId="261"/>
            <ac:spMk id="57" creationId="{3D3F5AAB-FBBC-4B57-9CFF-BCEAC7DB7216}"/>
          </ac:spMkLst>
        </pc:spChg>
        <pc:spChg chg="add mod">
          <ac:chgData name="Russ Henderson" userId="1a9b2c94-14ea-443c-90c9-9fd3fcb66448" providerId="ADAL" clId="{5F642EC4-D275-4449-8448-A2728364F5E4}" dt="2020-06-02T14:29:24.764" v="1197" actId="107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5F642EC4-D275-4449-8448-A2728364F5E4}" dt="2020-06-02T14:30:15.026" v="1230" actId="1035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5F642EC4-D275-4449-8448-A2728364F5E4}" dt="2020-06-02T14:51:53.428" v="1238" actId="1036"/>
          <ac:spMkLst>
            <pc:docMk/>
            <pc:sldMk cId="1173897663" sldId="261"/>
            <ac:spMk id="69" creationId="{DAEF5622-3F9C-42CF-B9CD-42D678C16880}"/>
          </ac:spMkLst>
        </pc:spChg>
        <pc:spChg chg="del">
          <ac:chgData name="Russ Henderson" userId="1a9b2c94-14ea-443c-90c9-9fd3fcb66448" providerId="ADAL" clId="{5F642EC4-D275-4449-8448-A2728364F5E4}" dt="2020-06-02T14:17:00.283" v="349" actId="478"/>
          <ac:spMkLst>
            <pc:docMk/>
            <pc:sldMk cId="1173897663" sldId="261"/>
            <ac:spMk id="72" creationId="{B551B85F-9CB7-4607-B285-15CCFD37627D}"/>
          </ac:spMkLst>
        </pc:spChg>
        <pc:spChg chg="add del mod">
          <ac:chgData name="Russ Henderson" userId="1a9b2c94-14ea-443c-90c9-9fd3fcb66448" providerId="ADAL" clId="{5F642EC4-D275-4449-8448-A2728364F5E4}" dt="2020-06-02T14:24:41.060" v="648"/>
          <ac:spMkLst>
            <pc:docMk/>
            <pc:sldMk cId="1173897663" sldId="261"/>
            <ac:spMk id="73" creationId="{CDB726A6-B3F3-434B-AEB8-88457D563358}"/>
          </ac:spMkLst>
        </pc:spChg>
        <pc:spChg chg="del mod">
          <ac:chgData name="Russ Henderson" userId="1a9b2c94-14ea-443c-90c9-9fd3fcb66448" providerId="ADAL" clId="{5F642EC4-D275-4449-8448-A2728364F5E4}" dt="2020-06-02T14:21:45.717" v="626" actId="478"/>
          <ac:spMkLst>
            <pc:docMk/>
            <pc:sldMk cId="1173897663" sldId="261"/>
            <ac:spMk id="74" creationId="{5FE96C97-28F9-4E40-A9EE-6B0B397E7B09}"/>
          </ac:spMkLst>
        </pc:spChg>
        <pc:spChg chg="add mod">
          <ac:chgData name="Russ Henderson" userId="1a9b2c94-14ea-443c-90c9-9fd3fcb66448" providerId="ADAL" clId="{5F642EC4-D275-4449-8448-A2728364F5E4}" dt="2020-06-02T14:33:37.490" v="1232" actId="1076"/>
          <ac:spMkLst>
            <pc:docMk/>
            <pc:sldMk cId="1173897663" sldId="261"/>
            <ac:spMk id="75" creationId="{48A30A27-9105-4BE6-A255-CBF76797618D}"/>
          </ac:spMkLst>
        </pc:spChg>
        <pc:graphicFrameChg chg="modGraphic">
          <ac:chgData name="Russ Henderson" userId="1a9b2c94-14ea-443c-90c9-9fd3fcb66448" providerId="ADAL" clId="{5F642EC4-D275-4449-8448-A2728364F5E4}" dt="2020-06-02T13:43:22.132" v="3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5F642EC4-D275-4449-8448-A2728364F5E4}" dt="2020-06-02T14:56:29.593" v="1275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del">
          <ac:chgData name="Russ Henderson" userId="1a9b2c94-14ea-443c-90c9-9fd3fcb66448" providerId="ADAL" clId="{5F642EC4-D275-4449-8448-A2728364F5E4}" dt="2020-06-02T14:27:15.883" v="801" actId="478"/>
          <ac:cxnSpMkLst>
            <pc:docMk/>
            <pc:sldMk cId="1173897663" sldId="261"/>
            <ac:cxnSpMk id="19" creationId="{AF88CD3C-F1E4-46EC-BCD7-C5CD70EE0FB0}"/>
          </ac:cxnSpMkLst>
        </pc:cxnChg>
        <pc:cxnChg chg="add mod">
          <ac:chgData name="Russ Henderson" userId="1a9b2c94-14ea-443c-90c9-9fd3fcb66448" providerId="ADAL" clId="{5F642EC4-D275-4449-8448-A2728364F5E4}" dt="2020-06-02T14:28:47.536" v="1195" actId="1036"/>
          <ac:cxnSpMkLst>
            <pc:docMk/>
            <pc:sldMk cId="1173897663" sldId="261"/>
            <ac:cxnSpMk id="44" creationId="{00223E31-DA75-410E-8600-E5B01FE2EA4F}"/>
          </ac:cxnSpMkLst>
        </pc:cxnChg>
        <pc:cxnChg chg="del mod">
          <ac:chgData name="Russ Henderson" userId="1a9b2c94-14ea-443c-90c9-9fd3fcb66448" providerId="ADAL" clId="{5F642EC4-D275-4449-8448-A2728364F5E4}" dt="2020-06-02T14:27:19.254" v="802" actId="478"/>
          <ac:cxnSpMkLst>
            <pc:docMk/>
            <pc:sldMk cId="1173897663" sldId="261"/>
            <ac:cxnSpMk id="53" creationId="{EB5F8EA9-7C78-4828-AA2A-C1FEB3348E14}"/>
          </ac:cxnSpMkLst>
        </pc:cxnChg>
        <pc:cxnChg chg="del">
          <ac:chgData name="Russ Henderson" userId="1a9b2c94-14ea-443c-90c9-9fd3fcb66448" providerId="ADAL" clId="{5F642EC4-D275-4449-8448-A2728364F5E4}" dt="2020-06-02T14:16:20.153" v="341" actId="478"/>
          <ac:cxnSpMkLst>
            <pc:docMk/>
            <pc:sldMk cId="1173897663" sldId="261"/>
            <ac:cxnSpMk id="70" creationId="{CC2AAC95-072D-416E-841C-4D628441959F}"/>
          </ac:cxnSpMkLst>
        </pc:cxnChg>
      </pc:sldChg>
      <pc:sldChg chg="mod">
        <pc:chgData name="Russ Henderson" userId="1a9b2c94-14ea-443c-90c9-9fd3fcb66448" providerId="ADAL" clId="{5F642EC4-D275-4449-8448-A2728364F5E4}" dt="2020-06-02T14:58:28.930" v="129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Mark Hanson" userId="f2be9522-6338-4975-883c-af9ff5125fcb" providerId="ADAL" clId="{5F4069F4-0F9D-4135-B68F-90A4F35AD134}"/>
    <pc:docChg chg="custSel modSld">
      <pc:chgData name="Mark Hanson" userId="f2be9522-6338-4975-883c-af9ff5125fcb" providerId="ADAL" clId="{5F4069F4-0F9D-4135-B68F-90A4F35AD134}" dt="2020-07-07T15:04:06.245" v="1" actId="22"/>
      <pc:docMkLst>
        <pc:docMk/>
      </pc:docMkLst>
      <pc:sldChg chg="addSp delSp mod">
        <pc:chgData name="Mark Hanson" userId="f2be9522-6338-4975-883c-af9ff5125fcb" providerId="ADAL" clId="{5F4069F4-0F9D-4135-B68F-90A4F35AD134}" dt="2020-07-07T15:04:06.245" v="1" actId="22"/>
        <pc:sldMkLst>
          <pc:docMk/>
          <pc:sldMk cId="2550420645" sldId="263"/>
        </pc:sldMkLst>
        <pc:picChg chg="add">
          <ac:chgData name="Mark Hanson" userId="f2be9522-6338-4975-883c-af9ff5125fcb" providerId="ADAL" clId="{5F4069F4-0F9D-4135-B68F-90A4F35AD134}" dt="2020-07-07T15:04:06.245" v="1" actId="22"/>
          <ac:picMkLst>
            <pc:docMk/>
            <pc:sldMk cId="2550420645" sldId="263"/>
            <ac:picMk id="3" creationId="{6AAA37F8-42BC-4E5B-9721-8F863C06D5BF}"/>
          </ac:picMkLst>
        </pc:picChg>
        <pc:picChg chg="del">
          <ac:chgData name="Mark Hanson" userId="f2be9522-6338-4975-883c-af9ff5125fcb" providerId="ADAL" clId="{5F4069F4-0F9D-4135-B68F-90A4F35AD134}" dt="2020-07-07T14:59:23.332" v="0" actId="478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BFF8BCE0-E70F-484A-B56A-A269BF291AE6}"/>
    <pc:docChg chg="undo custSel modSld">
      <pc:chgData name="Russ Henderson" userId="1a9b2c94-14ea-443c-90c9-9fd3fcb66448" providerId="ADAL" clId="{BFF8BCE0-E70F-484A-B56A-A269BF291AE6}" dt="2020-07-07T15:08:24.994" v="402" actId="1036"/>
      <pc:docMkLst>
        <pc:docMk/>
      </pc:docMkLst>
      <pc:sldChg chg="modSp mod">
        <pc:chgData name="Russ Henderson" userId="1a9b2c94-14ea-443c-90c9-9fd3fcb66448" providerId="ADAL" clId="{BFF8BCE0-E70F-484A-B56A-A269BF291AE6}" dt="2020-07-07T15:08:24.994" v="402" actId="1036"/>
        <pc:sldMkLst>
          <pc:docMk/>
          <pc:sldMk cId="1173897663" sldId="261"/>
        </pc:sldMkLst>
        <pc:spChg chg="mod">
          <ac:chgData name="Russ Henderson" userId="1a9b2c94-14ea-443c-90c9-9fd3fcb66448" providerId="ADAL" clId="{BFF8BCE0-E70F-484A-B56A-A269BF291AE6}" dt="2020-07-07T15:01:47.647" v="390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BFF8BCE0-E70F-484A-B56A-A269BF291AE6}" dt="2020-07-07T14:48:59.947" v="28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FF8BCE0-E70F-484A-B56A-A269BF291AE6}" dt="2020-07-07T14:53:02.523" v="3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FF8BCE0-E70F-484A-B56A-A269BF291AE6}" dt="2020-07-07T14:50:55.147" v="308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BFF8BCE0-E70F-484A-B56A-A269BF291AE6}" dt="2020-07-07T14:49:11.060" v="48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BFF8BCE0-E70F-484A-B56A-A269BF291AE6}" dt="2020-07-07T14:53:47.133" v="326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FF8BCE0-E70F-484A-B56A-A269BF291AE6}" dt="2020-07-07T14:51:09.583" v="309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FF8BCE0-E70F-484A-B56A-A269BF291AE6}" dt="2020-07-07T15:08:24.994" v="402" actId="1036"/>
          <ac:spMkLst>
            <pc:docMk/>
            <pc:sldMk cId="1173897663" sldId="261"/>
            <ac:spMk id="69" creationId="{DAEF5622-3F9C-42CF-B9CD-42D678C16880}"/>
          </ac:spMkLst>
        </pc:spChg>
        <pc:graphicFrameChg chg="modGraphic">
          <ac:chgData name="Russ Henderson" userId="1a9b2c94-14ea-443c-90c9-9fd3fcb66448" providerId="ADAL" clId="{BFF8BCE0-E70F-484A-B56A-A269BF291AE6}" dt="2020-07-07T15:03:07.183" v="39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BFF8BCE0-E70F-484A-B56A-A269BF291AE6}" dt="2020-07-07T14:57:06.047" v="34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FF8BCE0-E70F-484A-B56A-A269BF291AE6}" dt="2020-07-07T15:01:22.042" v="38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DBAA79EE-575D-4443-A95C-122BB3CAE896}"/>
    <pc:docChg chg="custSel modSld">
      <pc:chgData name="Russ Henderson" userId="1a9b2c94-14ea-443c-90c9-9fd3fcb66448" providerId="ADAL" clId="{DBAA79EE-575D-4443-A95C-122BB3CAE896}" dt="2020-06-09T15:00:39.912" v="292" actId="20577"/>
      <pc:docMkLst>
        <pc:docMk/>
      </pc:docMkLst>
      <pc:sldChg chg="modSp mod">
        <pc:chgData name="Russ Henderson" userId="1a9b2c94-14ea-443c-90c9-9fd3fcb66448" providerId="ADAL" clId="{DBAA79EE-575D-4443-A95C-122BB3CAE896}" dt="2020-06-09T15:00:39.912" v="29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DBAA79EE-575D-4443-A95C-122BB3CAE896}" dt="2020-06-09T13:17:36.073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DBAA79EE-575D-4443-A95C-122BB3CAE896}" dt="2020-06-09T13:45:57.141" v="119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DBAA79EE-575D-4443-A95C-122BB3CAE896}" dt="2020-06-09T15:00:39.912" v="292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DBAA79EE-575D-4443-A95C-122BB3CAE896}" dt="2020-06-09T13:29:11.045" v="9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DBAA79EE-575D-4443-A95C-122BB3CAE896}" dt="2020-06-09T13:24:50.294" v="78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DBAA79EE-575D-4443-A95C-122BB3CAE896}" dt="2020-06-09T13:35:21.171" v="11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Mark Hanson" userId="f2be9522-6338-4975-883c-af9ff5125fcb" providerId="ADAL" clId="{B7F85011-2C9F-4AAA-AFA3-22A32D968A7D}"/>
    <pc:docChg chg="custSel addSld modSld">
      <pc:chgData name="Mark Hanson" userId="f2be9522-6338-4975-883c-af9ff5125fcb" providerId="ADAL" clId="{B7F85011-2C9F-4AAA-AFA3-22A32D968A7D}" dt="2020-06-30T15:04:43.768" v="30" actId="22"/>
      <pc:docMkLst>
        <pc:docMk/>
      </pc:docMkLst>
      <pc:sldChg chg="modSp mod">
        <pc:chgData name="Mark Hanson" userId="f2be9522-6338-4975-883c-af9ff5125fcb" providerId="ADAL" clId="{B7F85011-2C9F-4AAA-AFA3-22A32D968A7D}" dt="2020-06-30T15:03:52.843" v="27" actId="13926"/>
        <pc:sldMkLst>
          <pc:docMk/>
          <pc:sldMk cId="1173897663" sldId="261"/>
        </pc:sldMkLst>
        <pc:spChg chg="mod">
          <ac:chgData name="Mark Hanson" userId="f2be9522-6338-4975-883c-af9ff5125fcb" providerId="ADAL" clId="{B7F85011-2C9F-4AAA-AFA3-22A32D968A7D}" dt="2020-06-30T15:03:52.843" v="27" actId="13926"/>
          <ac:spMkLst>
            <pc:docMk/>
            <pc:sldMk cId="1173897663" sldId="261"/>
            <ac:spMk id="3" creationId="{84DAF3C3-DB05-4346-ABC5-3A5271A095BB}"/>
          </ac:spMkLst>
        </pc:spChg>
      </pc:sldChg>
      <pc:sldChg chg="addSp delSp new mod modClrScheme chgLayout">
        <pc:chgData name="Mark Hanson" userId="f2be9522-6338-4975-883c-af9ff5125fcb" providerId="ADAL" clId="{B7F85011-2C9F-4AAA-AFA3-22A32D968A7D}" dt="2020-06-30T15:04:43.768" v="30" actId="22"/>
        <pc:sldMkLst>
          <pc:docMk/>
          <pc:sldMk cId="2550420645" sldId="263"/>
        </pc:sldMkLst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2" creationId="{D43290D4-6B68-45C0-BCA5-77AAFFE1CCE1}"/>
          </ac:spMkLst>
        </pc:spChg>
        <pc:spChg chg="del">
          <ac:chgData name="Mark Hanson" userId="f2be9522-6338-4975-883c-af9ff5125fcb" providerId="ADAL" clId="{B7F85011-2C9F-4AAA-AFA3-22A32D968A7D}" dt="2020-06-30T15:04:17.802" v="29" actId="700"/>
          <ac:spMkLst>
            <pc:docMk/>
            <pc:sldMk cId="2550420645" sldId="263"/>
            <ac:spMk id="3" creationId="{EB2C5E5A-E0E6-4B63-B55F-5D1A51C49E16}"/>
          </ac:spMkLst>
        </pc:spChg>
        <pc:picChg chg="add">
          <ac:chgData name="Mark Hanson" userId="f2be9522-6338-4975-883c-af9ff5125fcb" providerId="ADAL" clId="{B7F85011-2C9F-4AAA-AFA3-22A32D968A7D}" dt="2020-06-30T15:04:43.768" v="30" actId="22"/>
          <ac:picMkLst>
            <pc:docMk/>
            <pc:sldMk cId="2550420645" sldId="263"/>
            <ac:picMk id="5" creationId="{0EEF73AB-1877-4F64-B279-742CF5D0041A}"/>
          </ac:picMkLst>
        </pc:picChg>
      </pc:sldChg>
    </pc:docChg>
  </pc:docChgLst>
  <pc:docChgLst>
    <pc:chgData name="Russ Henderson" userId="1a9b2c94-14ea-443c-90c9-9fd3fcb66448" providerId="ADAL" clId="{30393ACE-9ECD-4C9C-84E6-2F9AFF6835E7}"/>
    <pc:docChg chg="modSld">
      <pc:chgData name="Russ Henderson" userId="1a9b2c94-14ea-443c-90c9-9fd3fcb66448" providerId="ADAL" clId="{30393ACE-9ECD-4C9C-84E6-2F9AFF6835E7}" dt="2020-05-29T16:02:22.519" v="42" actId="27918"/>
      <pc:docMkLst>
        <pc:docMk/>
      </pc:docMkLst>
      <pc:sldChg chg="modSp mod">
        <pc:chgData name="Russ Henderson" userId="1a9b2c94-14ea-443c-90c9-9fd3fcb66448" providerId="ADAL" clId="{30393ACE-9ECD-4C9C-84E6-2F9AFF6835E7}" dt="2020-05-29T15:56:49.907" v="26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30393ACE-9ECD-4C9C-84E6-2F9AFF6835E7}" dt="2020-05-29T15:54:54.973" v="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30393ACE-9ECD-4C9C-84E6-2F9AFF6835E7}" dt="2020-05-29T15:55:22.315" v="18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30393ACE-9ECD-4C9C-84E6-2F9AFF6835E7}" dt="2020-05-29T15:56:21.700" v="2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30393ACE-9ECD-4C9C-84E6-2F9AFF6835E7}" dt="2020-05-29T15:54:59.810" v="3" actId="20577"/>
          <ac:spMkLst>
            <pc:docMk/>
            <pc:sldMk cId="1173897663" sldId="261"/>
            <ac:spMk id="42" creationId="{AE980D7D-FB37-48F5-A95F-1685B1BDDF0C}"/>
          </ac:spMkLst>
        </pc:spChg>
        <pc:graphicFrameChg chg="modGraphic">
          <ac:chgData name="Russ Henderson" userId="1a9b2c94-14ea-443c-90c9-9fd3fcb66448" providerId="ADAL" clId="{30393ACE-9ECD-4C9C-84E6-2F9AFF6835E7}" dt="2020-05-29T15:56:49.907" v="2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</pc:sldChg>
      <pc:sldChg chg="mod">
        <pc:chgData name="Russ Henderson" userId="1a9b2c94-14ea-443c-90c9-9fd3fcb66448" providerId="ADAL" clId="{30393ACE-9ECD-4C9C-84E6-2F9AFF6835E7}" dt="2020-05-29T16:02:22.519" v="42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3365606-6E43-45D5-B0DA-A15227B6E3EE}"/>
    <pc:docChg chg="undo custSel modSld">
      <pc:chgData name="Russ Henderson" userId="1a9b2c94-14ea-443c-90c9-9fd3fcb66448" providerId="ADAL" clId="{03365606-6E43-45D5-B0DA-A15227B6E3EE}" dt="2020-06-23T14:57:48.726" v="179" actId="27918"/>
      <pc:docMkLst>
        <pc:docMk/>
      </pc:docMkLst>
      <pc:sldChg chg="modSp mod">
        <pc:chgData name="Russ Henderson" userId="1a9b2c94-14ea-443c-90c9-9fd3fcb66448" providerId="ADAL" clId="{03365606-6E43-45D5-B0DA-A15227B6E3EE}" dt="2020-06-23T14:56:55.422" v="161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3365606-6E43-45D5-B0DA-A15227B6E3EE}" dt="2020-06-23T14:49:38.086" v="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3365606-6E43-45D5-B0DA-A15227B6E3EE}" dt="2020-06-23T14:56:09.899" v="100" actId="1392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03365606-6E43-45D5-B0DA-A15227B6E3EE}" dt="2020-06-23T14:51:50.063" v="31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47" creationId="{E6953A68-610C-4B85-946B-84D8FF9CF291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1" creationId="{2244544F-E41D-42E0-BA5F-C4A1CBF5A71D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3365606-6E43-45D5-B0DA-A15227B6E3EE}" dt="2020-06-23T14:56:47.161" v="140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03365606-6E43-45D5-B0DA-A15227B6E3EE}" dt="2020-06-23T14:56:40.921" v="136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03365606-6E43-45D5-B0DA-A15227B6E3EE}" dt="2020-06-23T14:56:16.537" v="114" actId="1036"/>
          <ac:spMkLst>
            <pc:docMk/>
            <pc:sldMk cId="1173897663" sldId="261"/>
            <ac:spMk id="58" creationId="{7411BA38-F671-4200-A383-1F3C38457DC0}"/>
          </ac:spMkLst>
        </pc:spChg>
        <pc:spChg chg="mod">
          <ac:chgData name="Russ Henderson" userId="1a9b2c94-14ea-443c-90c9-9fd3fcb66448" providerId="ADAL" clId="{03365606-6E43-45D5-B0DA-A15227B6E3EE}" dt="2020-06-23T14:56:55.422" v="161" actId="1035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3365606-6E43-45D5-B0DA-A15227B6E3EE}" dt="2020-06-23T14:53:30.847" v="43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3365606-6E43-45D5-B0DA-A15227B6E3EE}" dt="2020-06-23T14:52:52.536" v="39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3365606-6E43-45D5-B0DA-A15227B6E3EE}" dt="2020-06-23T14:53:53.249" v="5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3365606-6E43-45D5-B0DA-A15227B6E3EE}" dt="2020-06-23T14:57:48.726" v="179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BassPro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  <c:pt idx="5">
                  <c:v>Three Weeks Out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0.78</c:v>
                </c:pt>
                <c:pt idx="1">
                  <c:v>0.75</c:v>
                </c:pt>
                <c:pt idx="2">
                  <c:v>0.75</c:v>
                </c:pt>
                <c:pt idx="3">
                  <c:v>0.66666666666666663</c:v>
                </c:pt>
                <c:pt idx="4">
                  <c:v>0.66666666666666663</c:v>
                </c:pt>
                <c:pt idx="5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Sheet1!$A$2:$A$7</c15:sqref>
                        </c15:formulaRef>
                      </c:ext>
                    </c:extLst>
                    <c:strCache>
                      <c:ptCount val="6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  <c:pt idx="5">
                        <c:v>Three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Sheet1!$B$2:$B$7</c15:sqref>
                        </c15:formulaRef>
                      </c:ext>
                    </c:extLst>
                    <c:numCache>
                      <c:formatCode>General</c:formatCode>
                      <c:ptCount val="6"/>
                      <c:pt idx="0">
                        <c:v>78</c:v>
                      </c:pt>
                      <c:pt idx="1">
                        <c:v>75</c:v>
                      </c:pt>
                      <c:pt idx="2">
                        <c:v>90</c:v>
                      </c:pt>
                      <c:pt idx="3">
                        <c:v>80</c:v>
                      </c:pt>
                      <c:pt idx="4">
                        <c:v>80</c:v>
                      </c:pt>
                      <c:pt idx="5">
                        <c:v>80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0.46739130434782611</c:v>
                </c:pt>
                <c:pt idx="1">
                  <c:v>0.70108695652173914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Billed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43</c:v>
                      </c:pt>
                      <c:pt idx="1">
                        <c:v>64.5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7/14/2020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Dashboard- 7/14/2020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006758" y="1067259"/>
            <a:ext cx="8483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3286517" y="1056690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4336055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471625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079261" y="103871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85355" y="1424914"/>
            <a:ext cx="1644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Elekta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00FF00"/>
                </a:highlight>
              </a:rPr>
              <a:t>Providence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>
              <a:highlight>
                <a:srgbClr val="00FF00"/>
              </a:highlight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4408156" y="102635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2708595" y="142824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>
                <a:highlight>
                  <a:srgbClr val="FFFF00"/>
                </a:highlight>
              </a:rPr>
              <a:t>Azure VMware 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Estee – Awaiting partial DR test and handover. Marshall taking lead on this one.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Still having trouble getting traction with Bass Pro. Still need access, need more applications identified as moving.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403206" y="3566000"/>
            <a:ext cx="433742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508784" y="356600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007028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64.5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43%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86%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3103575"/>
              </p:ext>
            </p:extLst>
          </p:nvPr>
        </p:nvGraphicFramePr>
        <p:xfrm>
          <a:off x="4956330" y="3047280"/>
          <a:ext cx="4900593" cy="164592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40208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  <a:tr h="287207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Other 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71078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3283317" y="2473150"/>
            <a:ext cx="903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4412159" y="241919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2697166" y="2782184"/>
            <a:ext cx="19035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75%</a:t>
            </a:r>
          </a:p>
          <a:p>
            <a:pPr algn="ctr"/>
            <a:r>
              <a:rPr lang="en-US"/>
              <a:t>Utilized </a:t>
            </a:r>
          </a:p>
          <a:p>
            <a:pPr algn="ctr"/>
            <a:r>
              <a:rPr lang="en-US" sz="1200"/>
              <a:t>This week</a:t>
            </a:r>
          </a:p>
          <a:p>
            <a:pPr algn="ctr"/>
            <a:r>
              <a:rPr lang="en-US" sz="120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WVD deployment process documentation, scripts, automation, training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/>
              <a:t>2</a:t>
            </a:r>
          </a:p>
          <a:p>
            <a:pPr algn="ctr"/>
            <a:r>
              <a:rPr lang="en-US" sz="1400" b="1"/>
              <a:t>Resources Scheduled</a:t>
            </a:r>
          </a:p>
          <a:p>
            <a:pPr algn="ctr"/>
            <a:r>
              <a:rPr lang="en-US" sz="1400" b="1"/>
              <a:t>To Migrate </a:t>
            </a:r>
          </a:p>
          <a:p>
            <a:pPr algn="ctr"/>
            <a:r>
              <a:rPr lang="en-US" sz="120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431515" y="4135764"/>
            <a:ext cx="1359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0223E31-DA75-410E-8600-E5B01FE2EA4F}"/>
              </a:ext>
            </a:extLst>
          </p:cNvPr>
          <p:cNvCxnSpPr>
            <a:cxnSpLocks/>
          </p:cNvCxnSpPr>
          <p:nvPr/>
        </p:nvCxnSpPr>
        <p:spPr>
          <a:xfrm>
            <a:off x="312551" y="3487487"/>
            <a:ext cx="4526883" cy="11136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6953A68-610C-4B85-946B-84D8FF9CF291}"/>
              </a:ext>
            </a:extLst>
          </p:cNvPr>
          <p:cNvSpPr txBox="1"/>
          <p:nvPr/>
        </p:nvSpPr>
        <p:spPr>
          <a:xfrm>
            <a:off x="866767" y="2476402"/>
            <a:ext cx="11110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Landing Zone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11BA38-F671-4200-A383-1F3C38457DC0}"/>
              </a:ext>
            </a:extLst>
          </p:cNvPr>
          <p:cNvSpPr txBox="1"/>
          <p:nvPr/>
        </p:nvSpPr>
        <p:spPr>
          <a:xfrm>
            <a:off x="362156" y="2874245"/>
            <a:ext cx="1644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-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A30A27-9105-4BE6-A255-CBF76797618D}"/>
              </a:ext>
            </a:extLst>
          </p:cNvPr>
          <p:cNvSpPr txBox="1"/>
          <p:nvPr/>
        </p:nvSpPr>
        <p:spPr>
          <a:xfrm>
            <a:off x="4413569" y="403763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Work Items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002256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0171042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8076291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0994067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AA37F8-42BC-4E5B-9721-8F863C06D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289"/>
            <a:ext cx="12192000" cy="491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2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270</Words>
  <Application>Microsoft Office PowerPoint</Application>
  <PresentationFormat>Widescreen</PresentationFormat>
  <Paragraphs>111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2020-07-15T22:33:28Z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