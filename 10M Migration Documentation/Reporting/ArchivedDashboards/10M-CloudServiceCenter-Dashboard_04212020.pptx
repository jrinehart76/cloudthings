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D0B06-4C5D-4DD4-9E2F-7118CF0F82B5}" v="13" dt="2020-04-21T14:56:26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6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0.42391304347826086</c:v>
                </c:pt>
                <c:pt idx="1">
                  <c:v>0.28260869565217389</c:v>
                </c:pt>
                <c:pt idx="2">
                  <c:v>0.21739130434782608</c:v>
                </c:pt>
                <c:pt idx="3">
                  <c:v>0.16304347826086957</c:v>
                </c:pt>
                <c:pt idx="4">
                  <c:v>0.32608695652173914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39</c:v>
                      </c:pt>
                      <c:pt idx="1">
                        <c:v>26</c:v>
                      </c:pt>
                      <c:pt idx="2">
                        <c:v>20</c:v>
                      </c:pt>
                      <c:pt idx="3">
                        <c:v>15</c:v>
                      </c:pt>
                      <c:pt idx="4">
                        <c:v>30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1</c:v>
                </c:pt>
                <c:pt idx="3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0.29891304347826086</c:v>
                </c:pt>
                <c:pt idx="1">
                  <c:v>0.30978260869565216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27.5</c:v>
                      </c:pt>
                      <c:pt idx="1">
                        <c:v>28.5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4/21/2020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Dashboard- 4/21/2020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highlight>
                  <a:srgbClr val="FF00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Kraft/Heinz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57435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Bacardi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still has a workload left to migrate, but little budget to work with. Customer having a hard time planning and completing </a:t>
            </a:r>
            <a:r>
              <a:rPr lang="en-US" sz="1000" dirty="0" err="1"/>
              <a:t>prereq</a:t>
            </a:r>
            <a:r>
              <a:rPr lang="en-US" sz="1000" dirty="0"/>
              <a:t> 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– SharePoint is the only workload left from the SoW. Running low on hours – we likely have enough hours to complete the migration, but not to participate in the hyper-care support following.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91645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27.5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265066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42283" y="40838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22%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2705785" y="2765810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021081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5836307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454421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1265684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289</Words>
  <Application>Microsoft Office PowerPoint</Application>
  <PresentationFormat>Widescreen</PresentationFormat>
  <Paragraphs>106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2020-04-21T14:56:27Z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