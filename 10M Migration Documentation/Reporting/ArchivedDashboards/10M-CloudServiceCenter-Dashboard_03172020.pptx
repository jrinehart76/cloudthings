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322"/>
    <a:srgbClr val="CFD5EA"/>
    <a:srgbClr val="E9EBF5"/>
    <a:srgbClr val="242424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E7F0C-1123-4BD1-A8FF-B55B3E24491E}" v="335" dt="2020-03-17T15:39:58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/>
    <p:restoredTop sz="94694"/>
  </p:normalViewPr>
  <p:slideViewPr>
    <p:cSldViewPr snapToGrid="0" snapToObjects="1">
      <p:cViewPr>
        <p:scale>
          <a:sx n="125" d="100"/>
          <a:sy n="125" d="100"/>
        </p:scale>
        <p:origin x="516" y="24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26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Bacardi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823-4657-AEB2-445E5E9E0F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0.88461538461538458</c:v>
                </c:pt>
                <c:pt idx="1">
                  <c:v>0.90769230769230769</c:v>
                </c:pt>
                <c:pt idx="2">
                  <c:v>0.80769230769230771</c:v>
                </c:pt>
                <c:pt idx="3">
                  <c:v>0.34615384615384615</c:v>
                </c:pt>
                <c:pt idx="4">
                  <c:v>0.42307692307692307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115</c:v>
                      </c:pt>
                      <c:pt idx="1">
                        <c:v>118</c:v>
                      </c:pt>
                      <c:pt idx="2">
                        <c:v>105</c:v>
                      </c:pt>
                      <c:pt idx="3">
                        <c:v>45</c:v>
                      </c:pt>
                      <c:pt idx="4">
                        <c:v>55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26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0" y="14232"/>
            <a:ext cx="4923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10M – Cloud Service Center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2093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1886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710962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35517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118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Bacardi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Noble Drilling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218690"/>
            <a:ext cx="2220785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33798" y="2718919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FF0000"/>
                </a:solidFill>
              </a:rPr>
              <a:t>Sandler Travis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724231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710963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586821" y="5218788"/>
            <a:ext cx="28048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Service Expansion</a:t>
            </a:r>
          </a:p>
          <a:p>
            <a:pPr lvl="1"/>
            <a:r>
              <a:rPr lang="en-US" sz="1000" dirty="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SQL Server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Other Deployments as Needed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dirty="0"/>
              <a:t>WVD?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lvl="1"/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Assurant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750229" y="5231969"/>
            <a:ext cx="27524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Need update on Sandler Travis status, hasn’t kicked off yet.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ELC – high burn, but still complex workloads left to migrate. May not have enough hours to complete.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– minimal to no progress; waiting on client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Noble - No clear schedule for migrations.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539407"/>
              </p:ext>
            </p:extLst>
          </p:nvPr>
        </p:nvGraphicFramePr>
        <p:xfrm>
          <a:off x="4977357" y="908845"/>
          <a:ext cx="4663440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67017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66554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65545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65545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65545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65545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5545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Forecast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105</a:t>
                      </a:r>
                      <a:endParaRPr lang="en-US" sz="1200" b="1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Actual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620486"/>
              </p:ext>
            </p:extLst>
          </p:nvPr>
        </p:nvGraphicFramePr>
        <p:xfrm>
          <a:off x="4971827" y="3063866"/>
          <a:ext cx="466343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67016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665544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65544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65544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65544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6554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5544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Mig</a:t>
                      </a:r>
                      <a:r>
                        <a:rPr lang="en-US" sz="1000" dirty="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Mig</a:t>
                      </a:r>
                      <a:r>
                        <a:rPr lang="en-US" sz="1000" dirty="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22245" y="408386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Assurant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12551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161386" y="1124467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81%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95332" y="5224898"/>
            <a:ext cx="4229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C147799-9AE9-44B9-8C9F-5AD90E5EBDAD}"/>
              </a:ext>
            </a:extLst>
          </p:cNvPr>
          <p:cNvCxnSpPr>
            <a:cxnSpLocks/>
          </p:cNvCxnSpPr>
          <p:nvPr/>
        </p:nvCxnSpPr>
        <p:spPr>
          <a:xfrm>
            <a:off x="2559875" y="2224461"/>
            <a:ext cx="2220785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9822931" y="3225743"/>
            <a:ext cx="192398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26</a:t>
            </a:r>
          </a:p>
          <a:p>
            <a:pPr algn="ctr"/>
            <a:r>
              <a:rPr lang="en-US" sz="1600" dirty="0"/>
              <a:t>Resources Migrating </a:t>
            </a:r>
          </a:p>
          <a:p>
            <a:pPr algn="ctr"/>
            <a:r>
              <a:rPr lang="en-US" sz="1200" dirty="0"/>
              <a:t>Scheduled this </a:t>
            </a:r>
          </a:p>
          <a:p>
            <a:pPr algn="ctr"/>
            <a:r>
              <a:rPr lang="en-US" sz="1200" dirty="0"/>
              <a:t>week so far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405998"/>
            <a:ext cx="4987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658871" y="3570780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 dirty="0">
                <a:latin typeface="Segoe UI" panose="020B0502040204020203" pitchFamily="34" charset="0"/>
                <a:cs typeface="Segoe UI" panose="020B0502040204020203" pitchFamily="34" charset="0"/>
              </a:rPr>
              <a:t>based on 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225234" y="1670292"/>
            <a:ext cx="2372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0797709"/>
              </p:ext>
            </p:extLst>
          </p:nvPr>
        </p:nvGraphicFramePr>
        <p:xfrm>
          <a:off x="399152" y="1993011"/>
          <a:ext cx="6032128" cy="3851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1273749"/>
              </p:ext>
            </p:extLst>
          </p:nvPr>
        </p:nvGraphicFramePr>
        <p:xfrm>
          <a:off x="6908890" y="3978160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2093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1398" y="661886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8580122" y="408351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5446982"/>
              </p:ext>
            </p:extLst>
          </p:nvPr>
        </p:nvGraphicFramePr>
        <p:xfrm>
          <a:off x="7782739" y="977967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02FBE1-2ABB-40E1-876D-1673E662584D}"/>
</file>

<file path=customXml/itemProps3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2819</TotalTime>
  <Words>245</Words>
  <Application>Microsoft Office PowerPoint</Application>
  <PresentationFormat>Widescreen</PresentationFormat>
  <Paragraphs>100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58</cp:revision>
  <cp:lastPrinted>2019-06-13T17:50:21Z</cp:lastPrinted>
  <dcterms:created xsi:type="dcterms:W3CDTF">2019-06-13T16:26:07Z</dcterms:created>
  <dcterms:modified xsi:type="dcterms:W3CDTF">2020-03-17T15:39:59Z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