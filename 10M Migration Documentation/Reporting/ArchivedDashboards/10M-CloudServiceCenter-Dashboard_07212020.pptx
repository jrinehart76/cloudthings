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D841E-56F4-4BAC-AFFD-77AB59C376D6}" v="6" dt="2020-07-21T13:59:54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943B4E9C-0D96-40D7-9EC6-95E395AA753C}"/>
    <pc:docChg chg="undo custSel mod modSld">
      <pc:chgData name="Mark Hanson" userId="f2be9522-6338-4975-883c-af9ff5125fcb" providerId="ADAL" clId="{943B4E9C-0D96-40D7-9EC6-95E395AA753C}" dt="2020-07-21T14:33:46.029" v="16" actId="962"/>
      <pc:docMkLst>
        <pc:docMk/>
      </pc:docMkLst>
      <pc:sldChg chg="addSp delSp modSp mod setBg">
        <pc:chgData name="Mark Hanson" userId="f2be9522-6338-4975-883c-af9ff5125fcb" providerId="ADAL" clId="{943B4E9C-0D96-40D7-9EC6-95E395AA753C}" dt="2020-07-21T14:33:46.029" v="16" actId="962"/>
        <pc:sldMkLst>
          <pc:docMk/>
          <pc:sldMk cId="2550420645" sldId="263"/>
        </pc:sldMkLst>
        <pc:spChg chg="add del">
          <ac:chgData name="Mark Hanson" userId="f2be9522-6338-4975-883c-af9ff5125fcb" providerId="ADAL" clId="{943B4E9C-0D96-40D7-9EC6-95E395AA753C}" dt="2020-07-21T14:33:39.804" v="9" actId="26606"/>
          <ac:spMkLst>
            <pc:docMk/>
            <pc:sldMk cId="2550420645" sldId="263"/>
            <ac:spMk id="6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8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35.414" v="3" actId="26606"/>
          <ac:spMkLst>
            <pc:docMk/>
            <pc:sldMk cId="2550420645" sldId="263"/>
            <ac:spMk id="9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10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1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2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3" creationId="{29FDB030-9B49-4CED-8CCD-4D99382388AC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4" creationId="{F3060C83-F051-4F0E-ABAD-AA0DFC48B218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5" creationId="{3783CA14-24A1-485C-8B30-D6A5D87987AD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6" creationId="{83C98ABE-055B-441F-B07E-44F97F083C3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7" creationId="{9A97C86A-04D6-40F7-AE84-31AB43E6A846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9" creationId="{FF9F2414-84E8-453E-B1F3-389FDE8192D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21" creationId="{3ECA69A1-7536-43AC-85EF-C7106179F5ED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3" creationId="{01D0AF59-99C3-4251-AB9A-C966C6AD4400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4" creationId="{1855405F-37A2-4869-9154-F8BE3BECE6C3}"/>
          </ac:spMkLst>
        </pc:spChg>
        <pc:picChg chg="del">
          <ac:chgData name="Mark Hanson" userId="f2be9522-6338-4975-883c-af9ff5125fcb" providerId="ADAL" clId="{943B4E9C-0D96-40D7-9EC6-95E395AA753C}" dt="2020-07-21T14:33:29.286" v="0" actId="478"/>
          <ac:picMkLst>
            <pc:docMk/>
            <pc:sldMk cId="2550420645" sldId="263"/>
            <ac:picMk id="3" creationId="{6AAA37F8-42BC-4E5B-9721-8F863C06D5BF}"/>
          </ac:picMkLst>
        </pc:picChg>
        <pc:picChg chg="add mod">
          <ac:chgData name="Mark Hanson" userId="f2be9522-6338-4975-883c-af9ff5125fcb" providerId="ADAL" clId="{943B4E9C-0D96-40D7-9EC6-95E395AA753C}" dt="2020-07-21T14:33:46.029" v="16" actId="962"/>
          <ac:picMkLst>
            <pc:docMk/>
            <pc:sldMk cId="2550420645" sldId="263"/>
            <ac:picMk id="4" creationId="{04E3AF4D-1E87-4620-A75F-60BF508A36E9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9DD841E-56F4-4BAC-AFFD-77AB59C376D6}"/>
    <pc:docChg chg="modSld">
      <pc:chgData name="Russ Henderson" userId="1a9b2c94-14ea-443c-90c9-9fd3fcb66448" providerId="ADAL" clId="{39DD841E-56F4-4BAC-AFFD-77AB59C376D6}" dt="2020-07-21T14:00:55.235" v="260" actId="20577"/>
      <pc:docMkLst>
        <pc:docMk/>
      </pc:docMkLst>
      <pc:sldChg chg="modSp mod">
        <pc:chgData name="Russ Henderson" userId="1a9b2c94-14ea-443c-90c9-9fd3fcb66448" providerId="ADAL" clId="{39DD841E-56F4-4BAC-AFFD-77AB59C376D6}" dt="2020-07-21T14:00:55.235" v="2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9DD841E-56F4-4BAC-AFFD-77AB59C376D6}" dt="2020-07-21T13:27:56.231" v="4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9DD841E-56F4-4BAC-AFFD-77AB59C376D6}" dt="2020-07-21T13:59:13.476" v="23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9DD841E-56F4-4BAC-AFFD-77AB59C376D6}" dt="2020-07-21T14:00:55.235" v="260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9DD841E-56F4-4BAC-AFFD-77AB59C376D6}" dt="2020-07-21T13:21:37.954" v="3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39DD841E-56F4-4BAC-AFFD-77AB59C376D6}" dt="2020-07-21T13:54:18.078" v="4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39DD841E-56F4-4BAC-AFFD-77AB59C376D6}" dt="2020-07-21T14:00:09.115" v="256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6373405E-0A80-4DAE-8083-DBF970129A7E}"/>
    <pc:docChg chg="modSld">
      <pc:chgData name="Russ Henderson" userId="1a9b2c94-14ea-443c-90c9-9fd3fcb66448" providerId="ADAL" clId="{6373405E-0A80-4DAE-8083-DBF970129A7E}" dt="2020-07-14T14:14:41.383" v="90" actId="27918"/>
      <pc:docMkLst>
        <pc:docMk/>
      </pc:docMkLst>
      <pc:sldChg chg="modSp mod">
        <pc:chgData name="Russ Henderson" userId="1a9b2c94-14ea-443c-90c9-9fd3fcb66448" providerId="ADAL" clId="{6373405E-0A80-4DAE-8083-DBF970129A7E}" dt="2020-07-14T14:11:09.144" v="68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6373405E-0A80-4DAE-8083-DBF970129A7E}" dt="2020-07-14T13:35:45.477" v="4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6373405E-0A80-4DAE-8083-DBF970129A7E}" dt="2020-07-14T14:04:56.985" v="21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6373405E-0A80-4DAE-8083-DBF970129A7E}" dt="2020-07-14T14:11:09.144" v="6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6373405E-0A80-4DAE-8083-DBF970129A7E}" dt="2020-07-14T14:05:07.795" v="24" actId="20577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6373405E-0A80-4DAE-8083-DBF970129A7E}" dt="2020-07-14T14:05:55.612" v="32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6373405E-0A80-4DAE-8083-DBF970129A7E}" dt="2020-07-14T14:11:01.261" v="6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6373405E-0A80-4DAE-8083-DBF970129A7E}" dt="2020-07-14T14:14:41.383" v="9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Mark Hanson" userId="f2be9522-6338-4975-883c-af9ff5125fcb" providerId="ADAL" clId="{5F4069F4-0F9D-4135-B68F-90A4F35AD134}"/>
    <pc:docChg chg="custSel modSld">
      <pc:chgData name="Mark Hanson" userId="f2be9522-6338-4975-883c-af9ff5125fcb" providerId="ADAL" clId="{5F4069F4-0F9D-4135-B68F-90A4F35AD134}" dt="2020-07-07T15:04:06.245" v="1" actId="22"/>
      <pc:docMkLst>
        <pc:docMk/>
      </pc:docMkLst>
      <pc:sldChg chg="addSp delSp mod">
        <pc:chgData name="Mark Hanson" userId="f2be9522-6338-4975-883c-af9ff5125fcb" providerId="ADAL" clId="{5F4069F4-0F9D-4135-B68F-90A4F35AD134}" dt="2020-07-07T15:04:06.245" v="1" actId="22"/>
        <pc:sldMkLst>
          <pc:docMk/>
          <pc:sldMk cId="2550420645" sldId="263"/>
        </pc:sldMkLst>
        <pc:picChg chg="add">
          <ac:chgData name="Mark Hanson" userId="f2be9522-6338-4975-883c-af9ff5125fcb" providerId="ADAL" clId="{5F4069F4-0F9D-4135-B68F-90A4F35AD134}" dt="2020-07-07T15:04:06.245" v="1" actId="22"/>
          <ac:picMkLst>
            <pc:docMk/>
            <pc:sldMk cId="2550420645" sldId="263"/>
            <ac:picMk id="3" creationId="{6AAA37F8-42BC-4E5B-9721-8F863C06D5BF}"/>
          </ac:picMkLst>
        </pc:picChg>
        <pc:picChg chg="del">
          <ac:chgData name="Mark Hanson" userId="f2be9522-6338-4975-883c-af9ff5125fcb" providerId="ADAL" clId="{5F4069F4-0F9D-4135-B68F-90A4F35AD134}" dt="2020-07-07T14:59:23.332" v="0" actId="478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FF8BCE0-E70F-484A-B56A-A269BF291AE6}"/>
    <pc:docChg chg="undo custSel modSld">
      <pc:chgData name="Russ Henderson" userId="1a9b2c94-14ea-443c-90c9-9fd3fcb66448" providerId="ADAL" clId="{BFF8BCE0-E70F-484A-B56A-A269BF291AE6}" dt="2020-07-07T15:08:24.994" v="402" actId="1036"/>
      <pc:docMkLst>
        <pc:docMk/>
      </pc:docMkLst>
      <pc:sldChg chg="modSp mod">
        <pc:chgData name="Russ Henderson" userId="1a9b2c94-14ea-443c-90c9-9fd3fcb66448" providerId="ADAL" clId="{BFF8BCE0-E70F-484A-B56A-A269BF291AE6}" dt="2020-07-07T15:08:24.994" v="402" actId="1036"/>
        <pc:sldMkLst>
          <pc:docMk/>
          <pc:sldMk cId="1173897663" sldId="261"/>
        </pc:sldMkLst>
        <pc:spChg chg="mod">
          <ac:chgData name="Russ Henderson" userId="1a9b2c94-14ea-443c-90c9-9fd3fcb66448" providerId="ADAL" clId="{BFF8BCE0-E70F-484A-B56A-A269BF291AE6}" dt="2020-07-07T15:01:47.647" v="39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BFF8BCE0-E70F-484A-B56A-A269BF291AE6}" dt="2020-07-07T14:48:59.947" v="28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FF8BCE0-E70F-484A-B56A-A269BF291AE6}" dt="2020-07-07T14:53:02.523" v="3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FF8BCE0-E70F-484A-B56A-A269BF291AE6}" dt="2020-07-07T14:50:55.147" v="308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BFF8BCE0-E70F-484A-B56A-A269BF291AE6}" dt="2020-07-07T14:49:11.060" v="48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BFF8BCE0-E70F-484A-B56A-A269BF291AE6}" dt="2020-07-07T14:53:47.133" v="326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FF8BCE0-E70F-484A-B56A-A269BF291AE6}" dt="2020-07-07T14:51:09.583" v="309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FF8BCE0-E70F-484A-B56A-A269BF291AE6}" dt="2020-07-07T15:08:24.994" v="402" actId="1036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BFF8BCE0-E70F-484A-B56A-A269BF291AE6}" dt="2020-07-07T15:03:07.183" v="39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BFF8BCE0-E70F-484A-B56A-A269BF291AE6}" dt="2020-07-07T14:57:06.047" v="34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FF8BCE0-E70F-484A-B56A-A269BF291AE6}" dt="2020-07-07T15:01:22.042" v="38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0.60483870967741937</c:v>
                </c:pt>
                <c:pt idx="1">
                  <c:v>0.72580645161290325</c:v>
                </c:pt>
                <c:pt idx="2">
                  <c:v>0.62903225806451613</c:v>
                </c:pt>
                <c:pt idx="3">
                  <c:v>0.62903225806451613</c:v>
                </c:pt>
                <c:pt idx="4">
                  <c:v>0.88709677419354838</c:v>
                </c:pt>
                <c:pt idx="5">
                  <c:v>0.82258064516129037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75</c:v>
                      </c:pt>
                      <c:pt idx="1">
                        <c:v>90</c:v>
                      </c:pt>
                      <c:pt idx="2">
                        <c:v>78</c:v>
                      </c:pt>
                      <c:pt idx="3">
                        <c:v>78</c:v>
                      </c:pt>
                      <c:pt idx="4">
                        <c:v>110</c:v>
                      </c:pt>
                      <c:pt idx="5">
                        <c:v>102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0.64500000000000002</c:v>
                </c:pt>
                <c:pt idx="1">
                  <c:v>0.88306451612903225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64.5</c:v>
                      </c:pt>
                      <c:pt idx="1">
                        <c:v>109.5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Dashboard- 7/21/2020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Awaiting partial DR test and handover. Marshall taking lead on this one. Scheduled for first week of August.</a:t>
            </a:r>
            <a:endParaRPr lang="en-US" sz="10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 still </a:t>
            </a:r>
            <a:r>
              <a:rPr lang="en-US" sz="1000"/>
              <a:t>moving slowly, </a:t>
            </a:r>
            <a:r>
              <a:rPr lang="en-US" sz="1000" dirty="0"/>
              <a:t>but we have access and are in better shape.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84358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64.5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109.5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65%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322140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473150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4191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82184"/>
            <a:ext cx="1903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63%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2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4807002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0022633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7768018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8224820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4E3AF4D-1E87-4620-A75F-60BF508A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6" y="643467"/>
            <a:ext cx="1066232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Widescreen</PresentationFormat>
  <Paragraphs>111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Mark Hanson</cp:lastModifiedBy>
  <cp:revision>1</cp:revision>
  <dcterms:created xsi:type="dcterms:W3CDTF">2020-07-21T14:33:41Z</dcterms:created>
  <dcterms:modified xsi:type="dcterms:W3CDTF">2020-07-21T14:33:55Z</dcterms:modified>
</cp:coreProperties>
</file>