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322"/>
    <a:srgbClr val="CFD5EA"/>
    <a:srgbClr val="E9EBF5"/>
    <a:srgbClr val="242424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449C8E-7626-409C-B6A2-B7F2C9E17CC8}" v="5" dt="2020-03-24T15:10:22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94694"/>
  </p:normalViewPr>
  <p:slideViewPr>
    <p:cSldViewPr snapToGrid="0" snapToObjects="1">
      <p:cViewPr varScale="1">
        <p:scale>
          <a:sx n="123" d="100"/>
          <a:sy n="123" d="100"/>
        </p:scale>
        <p:origin x="594" y="114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12</c:v>
                </c:pt>
                <c:pt idx="2">
                  <c:v>0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17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0.95161290322580649</c:v>
                </c:pt>
                <c:pt idx="1">
                  <c:v>0.84677419354838712</c:v>
                </c:pt>
                <c:pt idx="2">
                  <c:v>0.57258064516129037</c:v>
                </c:pt>
                <c:pt idx="3">
                  <c:v>0.28225806451612906</c:v>
                </c:pt>
                <c:pt idx="4">
                  <c:v>0.32258064516129031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118</c:v>
                      </c:pt>
                      <c:pt idx="1">
                        <c:v>105</c:v>
                      </c:pt>
                      <c:pt idx="2">
                        <c:v>71</c:v>
                      </c:pt>
                      <c:pt idx="3">
                        <c:v>35</c:v>
                      </c:pt>
                      <c:pt idx="4">
                        <c:v>40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12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0" y="14232"/>
            <a:ext cx="4923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10M – Cloud Service Center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710962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118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18690"/>
            <a:ext cx="2220785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FF0000"/>
                </a:solidFill>
              </a:rPr>
              <a:t>Sandler Travis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724231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710963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586821" y="5218788"/>
            <a:ext cx="28048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b="1" dirty="0"/>
              <a:t>WVD </a:t>
            </a:r>
            <a:r>
              <a:rPr lang="en-US" sz="1000" b="1" dirty="0" err="1"/>
              <a:t>Quickstart</a:t>
            </a:r>
            <a:r>
              <a:rPr lang="en-US" sz="1000" b="1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Assurant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750229" y="5231969"/>
            <a:ext cx="2752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Sandler Travis has gone dark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– high burn, but still complex workloads left to migrate. May not have enough hours to complete.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041304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71</a:t>
                      </a:r>
                      <a:endParaRPr lang="en-US" sz="1200" b="1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144.5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138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49909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42283" y="40838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N/A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12551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6" y="1124467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57%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95332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C147799-9AE9-44B9-8C9F-5AD90E5EBDAD}"/>
              </a:ext>
            </a:extLst>
          </p:cNvPr>
          <p:cNvCxnSpPr>
            <a:cxnSpLocks/>
          </p:cNvCxnSpPr>
          <p:nvPr/>
        </p:nvCxnSpPr>
        <p:spPr>
          <a:xfrm>
            <a:off x="2559875" y="2224461"/>
            <a:ext cx="2220785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9979633" y="3225743"/>
            <a:ext cx="173836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17</a:t>
            </a:r>
          </a:p>
          <a:p>
            <a:pPr algn="ctr"/>
            <a:r>
              <a:rPr lang="en-US" sz="1400" b="1" dirty="0"/>
              <a:t>Resources Migrating </a:t>
            </a:r>
          </a:p>
          <a:p>
            <a:pPr algn="ctr"/>
            <a:r>
              <a:rPr lang="en-US" sz="1200" dirty="0"/>
              <a:t>Scheduled this </a:t>
            </a:r>
          </a:p>
          <a:p>
            <a:pPr algn="ctr"/>
            <a:r>
              <a:rPr lang="en-US" sz="1200" dirty="0"/>
              <a:t>week so far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405998"/>
            <a:ext cx="4987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658871" y="3570780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 dirty="0">
                <a:latin typeface="Segoe UI" panose="020B0502040204020203" pitchFamily="34" charset="0"/>
                <a:cs typeface="Segoe UI" panose="020B0502040204020203" pitchFamily="34" charset="0"/>
              </a:rPr>
              <a:t>based on 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225234" y="1670292"/>
            <a:ext cx="2372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977893"/>
              </p:ext>
            </p:extLst>
          </p:nvPr>
        </p:nvGraphicFramePr>
        <p:xfrm>
          <a:off x="399152" y="1993011"/>
          <a:ext cx="6032128" cy="385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938416"/>
              </p:ext>
            </p:extLst>
          </p:nvPr>
        </p:nvGraphicFramePr>
        <p:xfrm>
          <a:off x="6908890" y="3978160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8580122" y="408351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2756"/>
              </p:ext>
            </p:extLst>
          </p:nvPr>
        </p:nvGraphicFramePr>
        <p:xfrm>
          <a:off x="7782739" y="977967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57B68D8-5B20-45F9-88AF-DDC4FEF0C15D}"/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235</Words>
  <Application>Microsoft Office PowerPoint</Application>
  <PresentationFormat>Widescreen</PresentationFormat>
  <Paragraphs>102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58</cp:revision>
  <cp:lastPrinted>2019-06-13T17:50:21Z</cp:lastPrinted>
  <dcterms:created xsi:type="dcterms:W3CDTF">2019-06-13T16:26:07Z</dcterms:created>
  <dcterms:modified xsi:type="dcterms:W3CDTF">2020-03-25T21:01:53Z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