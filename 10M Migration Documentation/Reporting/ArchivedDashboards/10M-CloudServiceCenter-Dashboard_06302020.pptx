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F85011-2C9F-4AAA-AFA3-22A32D968A7D}" v="30" dt="2020-06-30T15:04:43.767"/>
    <p1510:client id="{F8053696-9EBE-4B4D-AB80-004E8995C281}" v="12" dt="2020-06-30T14:55:41.0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144"/>
        <p:guide pos="225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EDAD0B06-4C5D-4DD4-9E2F-7118CF0F82B5}"/>
    <pc:docChg chg="custSel modSld">
      <pc:chgData name="Russ Henderson" userId="1a9b2c94-14ea-443c-90c9-9fd3fcb66448" providerId="ADAL" clId="{EDAD0B06-4C5D-4DD4-9E2F-7118CF0F82B5}" dt="2020-04-21T14:56:26.841" v="489" actId="207"/>
      <pc:docMkLst>
        <pc:docMk/>
      </pc:docMkLst>
      <pc:sldChg chg="modSp mod">
        <pc:chgData name="Russ Henderson" userId="1a9b2c94-14ea-443c-90c9-9fd3fcb66448" providerId="ADAL" clId="{EDAD0B06-4C5D-4DD4-9E2F-7118CF0F82B5}" dt="2020-04-21T14:56:26.841" v="489" actId="207"/>
        <pc:sldMkLst>
          <pc:docMk/>
          <pc:sldMk cId="1173897663" sldId="261"/>
        </pc:sldMkLst>
        <pc:spChg chg="mod">
          <ac:chgData name="Russ Henderson" userId="1a9b2c94-14ea-443c-90c9-9fd3fcb66448" providerId="ADAL" clId="{EDAD0B06-4C5D-4DD4-9E2F-7118CF0F82B5}" dt="2020-04-21T13:47:04.833" v="11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EDAD0B06-4C5D-4DD4-9E2F-7118CF0F82B5}" dt="2020-04-21T14:56:26.841" v="489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EDAD0B06-4C5D-4DD4-9E2F-7118CF0F82B5}" dt="2020-04-21T13:49:10.293" v="469" actId="1036"/>
          <ac:spMkLst>
            <pc:docMk/>
            <pc:sldMk cId="1173897663" sldId="261"/>
            <ac:spMk id="18" creationId="{45957F6D-9C77-3244-889C-94DC772ECCF8}"/>
          </ac:spMkLst>
        </pc:spChg>
        <pc:spChg chg="mod">
          <ac:chgData name="Russ Henderson" userId="1a9b2c94-14ea-443c-90c9-9fd3fcb66448" providerId="ADAL" clId="{EDAD0B06-4C5D-4DD4-9E2F-7118CF0F82B5}" dt="2020-04-21T13:45:48.354" v="108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EDAD0B06-4C5D-4DD4-9E2F-7118CF0F82B5}" dt="2020-04-21T13:48:52.578" v="465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EDAD0B06-4C5D-4DD4-9E2F-7118CF0F82B5}" dt="2020-04-21T14:55:27.725" v="485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EDAD0B06-4C5D-4DD4-9E2F-7118CF0F82B5}" dt="2020-04-21T13:42:54.645" v="77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EDAD0B06-4C5D-4DD4-9E2F-7118CF0F82B5}" dt="2020-04-21T13:45:18.312" v="10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EDAD0B06-4C5D-4DD4-9E2F-7118CF0F82B5}" dt="2020-04-21T13:42:42.970" v="7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picChg chg="mod">
          <ac:chgData name="Russ Henderson" userId="1a9b2c94-14ea-443c-90c9-9fd3fcb66448" providerId="ADAL" clId="{EDAD0B06-4C5D-4DD4-9E2F-7118CF0F82B5}" dt="2020-04-21T13:49:10.293" v="469" actId="1036"/>
          <ac:picMkLst>
            <pc:docMk/>
            <pc:sldMk cId="1173897663" sldId="261"/>
            <ac:picMk id="4" creationId="{0C0C4FB1-5862-714A-8C49-72A3B616B199}"/>
          </ac:picMkLst>
        </pc:picChg>
      </pc:sldChg>
      <pc:sldChg chg="modSp mod">
        <pc:chgData name="Russ Henderson" userId="1a9b2c94-14ea-443c-90c9-9fd3fcb66448" providerId="ADAL" clId="{EDAD0B06-4C5D-4DD4-9E2F-7118CF0F82B5}" dt="2020-04-21T14:27:16.244" v="477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EDAD0B06-4C5D-4DD4-9E2F-7118CF0F82B5}" dt="2020-04-21T13:49:01.990" v="467" actId="1036"/>
          <ac:spMkLst>
            <pc:docMk/>
            <pc:sldMk cId="1956434879" sldId="262"/>
            <ac:spMk id="15" creationId="{50B28D5B-36D7-46D7-989B-471B3B728B26}"/>
          </ac:spMkLst>
        </pc:spChg>
        <pc:picChg chg="mod">
          <ac:chgData name="Russ Henderson" userId="1a9b2c94-14ea-443c-90c9-9fd3fcb66448" providerId="ADAL" clId="{EDAD0B06-4C5D-4DD4-9E2F-7118CF0F82B5}" dt="2020-04-21T13:49:18.189" v="471" actId="1036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84397575-B593-4514-A9A9-4AF4C521E8D7}"/>
    <pc:docChg chg="undo custSel modSld">
      <pc:chgData name="Russ Henderson" userId="1a9b2c94-14ea-443c-90c9-9fd3fcb66448" providerId="ADAL" clId="{84397575-B593-4514-A9A9-4AF4C521E8D7}" dt="2020-06-16T15:07:23.269" v="199" actId="20577"/>
      <pc:docMkLst>
        <pc:docMk/>
      </pc:docMkLst>
      <pc:sldChg chg="modSp mod">
        <pc:chgData name="Russ Henderson" userId="1a9b2c94-14ea-443c-90c9-9fd3fcb66448" providerId="ADAL" clId="{84397575-B593-4514-A9A9-4AF4C521E8D7}" dt="2020-06-16T15:07:23.269" v="199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4397575-B593-4514-A9A9-4AF4C521E8D7}" dt="2020-06-16T15:05:11.087" v="19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84397575-B593-4514-A9A9-4AF4C521E8D7}" dt="2020-06-16T14:22:19.629" v="14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4397575-B593-4514-A9A9-4AF4C521E8D7}" dt="2020-06-16T14:49:41.901" v="117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4397575-B593-4514-A9A9-4AF4C521E8D7}" dt="2020-06-16T14:53:21.753" v="148" actId="20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84397575-B593-4514-A9A9-4AF4C521E8D7}" dt="2020-06-16T14:49:18.820" v="11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4397575-B593-4514-A9A9-4AF4C521E8D7}" dt="2020-06-16T15:07:23.269" v="19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Sp mod">
        <pc:chgData name="Russ Henderson" userId="1a9b2c94-14ea-443c-90c9-9fd3fcb66448" providerId="ADAL" clId="{84397575-B593-4514-A9A9-4AF4C521E8D7}" dt="2020-06-16T14:55:52.067" v="195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84397575-B593-4514-A9A9-4AF4C521E8D7}" dt="2020-06-16T14:54:03.628" v="162" actId="20577"/>
          <ac:spMkLst>
            <pc:docMk/>
            <pc:sldMk cId="1956434879" sldId="262"/>
            <ac:spMk id="12" creationId="{72019D55-9B86-4BA4-AFA7-2EB659851ACC}"/>
          </ac:spMkLst>
        </pc:spChg>
      </pc:sldChg>
    </pc:docChg>
  </pc:docChgLst>
  <pc:docChgLst>
    <pc:chgData name="Russ Henderson" userId="1a9b2c94-14ea-443c-90c9-9fd3fcb66448" providerId="ADAL" clId="{F8053696-9EBE-4B4D-AB80-004E8995C281}"/>
    <pc:docChg chg="custSel modSld">
      <pc:chgData name="Russ Henderson" userId="1a9b2c94-14ea-443c-90c9-9fd3fcb66448" providerId="ADAL" clId="{F8053696-9EBE-4B4D-AB80-004E8995C281}" dt="2020-06-30T14:55:41.043" v="659" actId="207"/>
      <pc:docMkLst>
        <pc:docMk/>
      </pc:docMkLst>
      <pc:sldChg chg="modSp mod">
        <pc:chgData name="Russ Henderson" userId="1a9b2c94-14ea-443c-90c9-9fd3fcb66448" providerId="ADAL" clId="{F8053696-9EBE-4B4D-AB80-004E8995C281}" dt="2020-06-30T14:55:41.043" v="659" actId="207"/>
        <pc:sldMkLst>
          <pc:docMk/>
          <pc:sldMk cId="1173897663" sldId="261"/>
        </pc:sldMkLst>
        <pc:spChg chg="mod">
          <ac:chgData name="Russ Henderson" userId="1a9b2c94-14ea-443c-90c9-9fd3fcb66448" providerId="ADAL" clId="{F8053696-9EBE-4B4D-AB80-004E8995C281}" dt="2020-06-30T13:57:10.189" v="9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F8053696-9EBE-4B4D-AB80-004E8995C281}" dt="2020-06-30T13:53:45.916" v="72" actId="20577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F8053696-9EBE-4B4D-AB80-004E8995C281}" dt="2020-06-30T13:55:45.847" v="86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F8053696-9EBE-4B4D-AB80-004E8995C281}" dt="2020-06-30T14:49:41.409" v="13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F8053696-9EBE-4B4D-AB80-004E8995C281}" dt="2020-06-30T14:55:41.043" v="659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F8053696-9EBE-4B4D-AB80-004E8995C281}" dt="2020-06-30T14:49:52.338" v="139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F8053696-9EBE-4B4D-AB80-004E8995C281}" dt="2020-06-30T14:49:49.698" v="137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F8053696-9EBE-4B4D-AB80-004E8995C281}" dt="2020-06-30T13:54:52.786" v="79" actId="1392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F8053696-9EBE-4B4D-AB80-004E8995C281}" dt="2020-06-30T13:55:52.111" v="93" actId="1035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F8053696-9EBE-4B4D-AB80-004E8995C281}" dt="2020-06-30T13:53:50.605" v="74" actId="20577"/>
          <ac:spMkLst>
            <pc:docMk/>
            <pc:sldMk cId="1173897663" sldId="261"/>
            <ac:spMk id="75" creationId="{48A30A27-9105-4BE6-A255-CBF76797618D}"/>
          </ac:spMkLst>
        </pc:spChg>
        <pc:spChg chg="mod">
          <ac:chgData name="Russ Henderson" userId="1a9b2c94-14ea-443c-90c9-9fd3fcb66448" providerId="ADAL" clId="{F8053696-9EBE-4B4D-AB80-004E8995C281}" dt="2020-06-30T14:50:01.329" v="14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F8053696-9EBE-4B4D-AB80-004E8995C281}" dt="2020-06-30T14:49:20.578" v="133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F8053696-9EBE-4B4D-AB80-004E8995C281}" dt="2020-06-30T14:48:03.910" v="9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F8053696-9EBE-4B4D-AB80-004E8995C281}" dt="2020-06-30T14:51:50.917" v="163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3A2B513-2735-46C1-A2DA-295A7259A4E2}"/>
    <pc:docChg chg="undo custSel modSld">
      <pc:chgData name="Russ Henderson" userId="1a9b2c94-14ea-443c-90c9-9fd3fcb66448" providerId="ADAL" clId="{93A2B513-2735-46C1-A2DA-295A7259A4E2}" dt="2020-05-19T14:08:57.264" v="281" actId="27918"/>
      <pc:docMkLst>
        <pc:docMk/>
      </pc:docMkLst>
      <pc:sldChg chg="modSp mod">
        <pc:chgData name="Russ Henderson" userId="1a9b2c94-14ea-443c-90c9-9fd3fcb66448" providerId="ADAL" clId="{93A2B513-2735-46C1-A2DA-295A7259A4E2}" dt="2020-05-19T14:06:33.054" v="253" actId="6549"/>
        <pc:sldMkLst>
          <pc:docMk/>
          <pc:sldMk cId="1173897663" sldId="261"/>
        </pc:sldMkLst>
        <pc:spChg chg="mod">
          <ac:chgData name="Russ Henderson" userId="1a9b2c94-14ea-443c-90c9-9fd3fcb66448" providerId="ADAL" clId="{93A2B513-2735-46C1-A2DA-295A7259A4E2}" dt="2020-05-19T13:37:09.012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93A2B513-2735-46C1-A2DA-295A7259A4E2}" dt="2020-05-19T14:06:33.054" v="253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3A2B513-2735-46C1-A2DA-295A7259A4E2}" dt="2020-05-19T13:44:36.807" v="2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3A2B513-2735-46C1-A2DA-295A7259A4E2}" dt="2020-05-19T14:04:00.586" v="233" actId="6549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3A2B513-2735-46C1-A2DA-295A7259A4E2}" dt="2020-05-19T14:03:11.762" v="209" actId="103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93A2B513-2735-46C1-A2DA-295A7259A4E2}" dt="2020-05-19T14:06:19.189" v="251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93A2B513-2735-46C1-A2DA-295A7259A4E2}" dt="2020-05-19T14:03:34.473" v="232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93A2B513-2735-46C1-A2DA-295A7259A4E2}" dt="2020-05-19T14:03:29.794" v="230" actId="1036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93A2B513-2735-46C1-A2DA-295A7259A4E2}" dt="2020-05-19T14:06:21.788" v="25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93A2B513-2735-46C1-A2DA-295A7259A4E2}" dt="2020-05-19T13:44:54.150" v="30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93A2B513-2735-46C1-A2DA-295A7259A4E2}" dt="2020-05-19T14:04:50.295" v="247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3A2B513-2735-46C1-A2DA-295A7259A4E2}" dt="2020-05-19T14:04:47.502" v="246" actId="13926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93A2B513-2735-46C1-A2DA-295A7259A4E2}" dt="2020-05-19T14:03:02.410" v="203" actId="1036"/>
          <ac:cxnSpMkLst>
            <pc:docMk/>
            <pc:sldMk cId="1173897663" sldId="261"/>
            <ac:cxnSpMk id="19" creationId="{AF88CD3C-F1E4-46EC-BCD7-C5CD70EE0FB0}"/>
          </ac:cxnSpMkLst>
        </pc:cxnChg>
      </pc:sldChg>
      <pc:sldChg chg="mod">
        <pc:chgData name="Russ Henderson" userId="1a9b2c94-14ea-443c-90c9-9fd3fcb66448" providerId="ADAL" clId="{93A2B513-2735-46C1-A2DA-295A7259A4E2}" dt="2020-05-19T14:08:57.264" v="281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8D43215E-3759-4617-984B-0C43DABAF13A}"/>
    <pc:docChg chg="custSel modSld">
      <pc:chgData name="Russ Henderson" userId="1a9b2c94-14ea-443c-90c9-9fd3fcb66448" providerId="ADAL" clId="{8D43215E-3759-4617-984B-0C43DABAF13A}" dt="2020-04-28T14:05:28.547" v="542" actId="20577"/>
      <pc:docMkLst>
        <pc:docMk/>
      </pc:docMkLst>
      <pc:sldChg chg="addSp modSp mod">
        <pc:chgData name="Russ Henderson" userId="1a9b2c94-14ea-443c-90c9-9fd3fcb66448" providerId="ADAL" clId="{8D43215E-3759-4617-984B-0C43DABAF13A}" dt="2020-04-28T14:05:28.547" v="54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D43215E-3759-4617-984B-0C43DABAF13A}" dt="2020-04-28T14:05:28.547" v="54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8D43215E-3759-4617-984B-0C43DABAF13A}" dt="2020-04-28T13:48:11.033" v="85" actId="1076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8D43215E-3759-4617-984B-0C43DABAF13A}" dt="2020-04-28T13:53:00.453" v="493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D43215E-3759-4617-984B-0C43DABAF13A}" dt="2020-04-28T13:47:21.865" v="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D43215E-3759-4617-984B-0C43DABAF13A}" dt="2020-04-28T13:49:03.263" v="253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8D43215E-3759-4617-984B-0C43DABAF13A}" dt="2020-04-28T13:52:39.608" v="482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8D43215E-3759-4617-984B-0C43DABAF13A}" dt="2020-04-28T13:53:04.510" v="495" actId="5793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8D43215E-3759-4617-984B-0C43DABAF13A}" dt="2020-04-28T13:52:36.203" v="480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8D43215E-3759-4617-984B-0C43DABAF13A}" dt="2020-04-28T13:50:14.442" v="458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8D43215E-3759-4617-984B-0C43DABAF13A}" dt="2020-04-28T13:54:22.543" v="502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8D43215E-3759-4617-984B-0C43DABAF13A}" dt="2020-04-28T14:04:31.507" v="540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D43215E-3759-4617-984B-0C43DABAF13A}" dt="2020-04-28T13:56:32.616" v="532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8D43215E-3759-4617-984B-0C43DABAF13A}" dt="2020-04-28T13:56:43.102" v="538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5F642EC4-D275-4449-8448-A2728364F5E4}"/>
    <pc:docChg chg="undo custSel modSld">
      <pc:chgData name="Russ Henderson" userId="1a9b2c94-14ea-443c-90c9-9fd3fcb66448" providerId="ADAL" clId="{5F642EC4-D275-4449-8448-A2728364F5E4}" dt="2020-06-02T15:00:15.864" v="1307" actId="20577"/>
      <pc:docMkLst>
        <pc:docMk/>
      </pc:docMkLst>
      <pc:sldChg chg="addSp delSp modSp mod">
        <pc:chgData name="Russ Henderson" userId="1a9b2c94-14ea-443c-90c9-9fd3fcb66448" providerId="ADAL" clId="{5F642EC4-D275-4449-8448-A2728364F5E4}" dt="2020-06-02T15:00:15.864" v="130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5F642EC4-D275-4449-8448-A2728364F5E4}" dt="2020-06-02T13:36:37.141" v="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5F642EC4-D275-4449-8448-A2728364F5E4}" dt="2020-06-02T14:27:59.909" v="968" actId="1036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5F642EC4-D275-4449-8448-A2728364F5E4}" dt="2020-06-02T14:52:09.781" v="1245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5F642EC4-D275-4449-8448-A2728364F5E4}" dt="2020-06-02T14:25:28.174" v="654" actId="20577"/>
          <ac:spMkLst>
            <pc:docMk/>
            <pc:sldMk cId="1173897663" sldId="261"/>
            <ac:spMk id="32" creationId="{62AAD429-2BA2-45CA-8A38-76AC5DDF4DFF}"/>
          </ac:spMkLst>
        </pc:spChg>
        <pc:spChg chg="del mod">
          <ac:chgData name="Russ Henderson" userId="1a9b2c94-14ea-443c-90c9-9fd3fcb66448" providerId="ADAL" clId="{5F642EC4-D275-4449-8448-A2728364F5E4}" dt="2020-06-02T14:16:54.702" v="348" actId="478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5F642EC4-D275-4449-8448-A2728364F5E4}" dt="2020-06-02T15:00:15.864" v="130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5F642EC4-D275-4449-8448-A2728364F5E4}" dt="2020-06-02T14:28:36.635" v="1162" actId="1037"/>
          <ac:spMkLst>
            <pc:docMk/>
            <pc:sldMk cId="1173897663" sldId="261"/>
            <ac:spMk id="45" creationId="{88C184A4-05E8-499D-810E-2D3F3CEBDF5E}"/>
          </ac:spMkLst>
        </pc:spChg>
        <pc:spChg chg="add mod">
          <ac:chgData name="Russ Henderson" userId="1a9b2c94-14ea-443c-90c9-9fd3fcb66448" providerId="ADAL" clId="{5F642EC4-D275-4449-8448-A2728364F5E4}" dt="2020-06-02T14:30:05.954" v="1220" actId="1037"/>
          <ac:spMkLst>
            <pc:docMk/>
            <pc:sldMk cId="1173897663" sldId="261"/>
            <ac:spMk id="47" creationId="{E6953A68-610C-4B85-946B-84D8FF9CF291}"/>
          </ac:spMkLst>
        </pc:spChg>
        <pc:spChg chg="add del mod">
          <ac:chgData name="Russ Henderson" userId="1a9b2c94-14ea-443c-90c9-9fd3fcb66448" providerId="ADAL" clId="{5F642EC4-D275-4449-8448-A2728364F5E4}" dt="2020-06-02T14:18:58.399" v="505"/>
          <ac:spMkLst>
            <pc:docMk/>
            <pc:sldMk cId="1173897663" sldId="261"/>
            <ac:spMk id="48" creationId="{5AC71659-F2A9-4BDC-B867-6E346A16F05A}"/>
          </ac:spMkLst>
        </pc:spChg>
        <pc:spChg chg="mod">
          <ac:chgData name="Russ Henderson" userId="1a9b2c94-14ea-443c-90c9-9fd3fcb66448" providerId="ADAL" clId="{5F642EC4-D275-4449-8448-A2728364F5E4}" dt="2020-06-02T14:29:59.869" v="1207" actId="1036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5F642EC4-D275-4449-8448-A2728364F5E4}" dt="2020-06-02T14:51:55.965" v="1241" actId="1036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5F642EC4-D275-4449-8448-A2728364F5E4}" dt="2020-06-02T14:27:27.082" v="813" actId="1035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5F642EC4-D275-4449-8448-A2728364F5E4}" dt="2020-06-02T14:17:39.665" v="414" actId="14100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5F642EC4-D275-4449-8448-A2728364F5E4}" dt="2020-06-02T14:59:25.645" v="1300" actId="103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5F642EC4-D275-4449-8448-A2728364F5E4}" dt="2020-06-02T14:52:01.669" v="1244" actId="1036"/>
          <ac:spMkLst>
            <pc:docMk/>
            <pc:sldMk cId="1173897663" sldId="261"/>
            <ac:spMk id="57" creationId="{3D3F5AAB-FBBC-4B57-9CFF-BCEAC7DB7216}"/>
          </ac:spMkLst>
        </pc:spChg>
        <pc:spChg chg="add mod">
          <ac:chgData name="Russ Henderson" userId="1a9b2c94-14ea-443c-90c9-9fd3fcb66448" providerId="ADAL" clId="{5F642EC4-D275-4449-8448-A2728364F5E4}" dt="2020-06-02T14:29:24.764" v="1197" actId="107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5F642EC4-D275-4449-8448-A2728364F5E4}" dt="2020-06-02T14:51:53.428" v="1238" actId="1036"/>
          <ac:spMkLst>
            <pc:docMk/>
            <pc:sldMk cId="1173897663" sldId="261"/>
            <ac:spMk id="69" creationId="{DAEF5622-3F9C-42CF-B9CD-42D678C16880}"/>
          </ac:spMkLst>
        </pc:spChg>
        <pc:spChg chg="del">
          <ac:chgData name="Russ Henderson" userId="1a9b2c94-14ea-443c-90c9-9fd3fcb66448" providerId="ADAL" clId="{5F642EC4-D275-4449-8448-A2728364F5E4}" dt="2020-06-02T14:17:00.283" v="349" actId="478"/>
          <ac:spMkLst>
            <pc:docMk/>
            <pc:sldMk cId="1173897663" sldId="261"/>
            <ac:spMk id="72" creationId="{B551B85F-9CB7-4607-B285-15CCFD37627D}"/>
          </ac:spMkLst>
        </pc:spChg>
        <pc:spChg chg="add del mod">
          <ac:chgData name="Russ Henderson" userId="1a9b2c94-14ea-443c-90c9-9fd3fcb66448" providerId="ADAL" clId="{5F642EC4-D275-4449-8448-A2728364F5E4}" dt="2020-06-02T14:24:41.060" v="648"/>
          <ac:spMkLst>
            <pc:docMk/>
            <pc:sldMk cId="1173897663" sldId="261"/>
            <ac:spMk id="73" creationId="{CDB726A6-B3F3-434B-AEB8-88457D563358}"/>
          </ac:spMkLst>
        </pc:spChg>
        <pc:spChg chg="del mod">
          <ac:chgData name="Russ Henderson" userId="1a9b2c94-14ea-443c-90c9-9fd3fcb66448" providerId="ADAL" clId="{5F642EC4-D275-4449-8448-A2728364F5E4}" dt="2020-06-02T14:21:45.717" v="626" actId="478"/>
          <ac:spMkLst>
            <pc:docMk/>
            <pc:sldMk cId="1173897663" sldId="261"/>
            <ac:spMk id="74" creationId="{5FE96C97-28F9-4E40-A9EE-6B0B397E7B09}"/>
          </ac:spMkLst>
        </pc:spChg>
        <pc:spChg chg="add mod">
          <ac:chgData name="Russ Henderson" userId="1a9b2c94-14ea-443c-90c9-9fd3fcb66448" providerId="ADAL" clId="{5F642EC4-D275-4449-8448-A2728364F5E4}" dt="2020-06-02T14:33:37.490" v="1232" actId="1076"/>
          <ac:spMkLst>
            <pc:docMk/>
            <pc:sldMk cId="1173897663" sldId="261"/>
            <ac:spMk id="75" creationId="{48A30A27-9105-4BE6-A255-CBF76797618D}"/>
          </ac:spMkLst>
        </pc:spChg>
        <pc:graphicFrameChg chg="modGraphic">
          <ac:chgData name="Russ Henderson" userId="1a9b2c94-14ea-443c-90c9-9fd3fcb66448" providerId="ADAL" clId="{5F642EC4-D275-4449-8448-A2728364F5E4}" dt="2020-06-02T13:43:22.132" v="3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5F642EC4-D275-4449-8448-A2728364F5E4}" dt="2020-06-02T14:56:29.593" v="1275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del">
          <ac:chgData name="Russ Henderson" userId="1a9b2c94-14ea-443c-90c9-9fd3fcb66448" providerId="ADAL" clId="{5F642EC4-D275-4449-8448-A2728364F5E4}" dt="2020-06-02T14:27:15.883" v="801" actId="478"/>
          <ac:cxnSpMkLst>
            <pc:docMk/>
            <pc:sldMk cId="1173897663" sldId="261"/>
            <ac:cxnSpMk id="19" creationId="{AF88CD3C-F1E4-46EC-BCD7-C5CD70EE0FB0}"/>
          </ac:cxnSpMkLst>
        </pc:cxnChg>
        <pc:cxnChg chg="add mod">
          <ac:chgData name="Russ Henderson" userId="1a9b2c94-14ea-443c-90c9-9fd3fcb66448" providerId="ADAL" clId="{5F642EC4-D275-4449-8448-A2728364F5E4}" dt="2020-06-02T14:28:47.536" v="1195" actId="1036"/>
          <ac:cxnSpMkLst>
            <pc:docMk/>
            <pc:sldMk cId="1173897663" sldId="261"/>
            <ac:cxnSpMk id="44" creationId="{00223E31-DA75-410E-8600-E5B01FE2EA4F}"/>
          </ac:cxnSpMkLst>
        </pc:cxnChg>
        <pc:cxnChg chg="del mod">
          <ac:chgData name="Russ Henderson" userId="1a9b2c94-14ea-443c-90c9-9fd3fcb66448" providerId="ADAL" clId="{5F642EC4-D275-4449-8448-A2728364F5E4}" dt="2020-06-02T14:27:19.254" v="802" actId="478"/>
          <ac:cxnSpMkLst>
            <pc:docMk/>
            <pc:sldMk cId="1173897663" sldId="261"/>
            <ac:cxnSpMk id="53" creationId="{EB5F8EA9-7C78-4828-AA2A-C1FEB3348E14}"/>
          </ac:cxnSpMkLst>
        </pc:cxnChg>
        <pc:cxnChg chg="del">
          <ac:chgData name="Russ Henderson" userId="1a9b2c94-14ea-443c-90c9-9fd3fcb66448" providerId="ADAL" clId="{5F642EC4-D275-4449-8448-A2728364F5E4}" dt="2020-06-02T14:16:20.153" v="341" actId="478"/>
          <ac:cxnSpMkLst>
            <pc:docMk/>
            <pc:sldMk cId="1173897663" sldId="261"/>
            <ac:cxnSpMk id="70" creationId="{CC2AAC95-072D-416E-841C-4D628441959F}"/>
          </ac:cxnSpMkLst>
        </pc:cxnChg>
      </pc:sldChg>
      <pc:sldChg chg="mod">
        <pc:chgData name="Russ Henderson" userId="1a9b2c94-14ea-443c-90c9-9fd3fcb66448" providerId="ADAL" clId="{5F642EC4-D275-4449-8448-A2728364F5E4}" dt="2020-06-02T14:58:28.930" v="129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AC64BC7-2F0F-4FCD-A776-05CDB210496E}"/>
    <pc:docChg chg="custSel modSld">
      <pc:chgData name="Russ Henderson" userId="1a9b2c94-14ea-443c-90c9-9fd3fcb66448" providerId="ADAL" clId="{0AC64BC7-2F0F-4FCD-A776-05CDB210496E}" dt="2020-05-12T15:04:35.380" v="147" actId="20577"/>
      <pc:docMkLst>
        <pc:docMk/>
      </pc:docMkLst>
      <pc:sldChg chg="modSp mod">
        <pc:chgData name="Russ Henderson" userId="1a9b2c94-14ea-443c-90c9-9fd3fcb66448" providerId="ADAL" clId="{0AC64BC7-2F0F-4FCD-A776-05CDB210496E}" dt="2020-05-12T15:04:35.380" v="14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AC64BC7-2F0F-4FCD-A776-05CDB210496E}" dt="2020-05-12T15:04:35.380" v="14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AC64BC7-2F0F-4FCD-A776-05CDB210496E}" dt="2020-05-12T13:43:49.075" v="23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AC64BC7-2F0F-4FCD-A776-05CDB210496E}" dt="2020-05-12T13:49:22.925" v="104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AC64BC7-2F0F-4FCD-A776-05CDB210496E}" dt="2020-05-12T13:44:22.963" v="49" actId="20577"/>
          <ac:spMkLst>
            <pc:docMk/>
            <pc:sldMk cId="1173897663" sldId="261"/>
            <ac:spMk id="57" creationId="{3D3F5AAB-FBBC-4B57-9CFF-BCEAC7DB7216}"/>
          </ac:spMkLst>
        </pc:spChg>
        <pc:graphicFrameChg chg="modGraphic">
          <ac:chgData name="Russ Henderson" userId="1a9b2c94-14ea-443c-90c9-9fd3fcb66448" providerId="ADAL" clId="{0AC64BC7-2F0F-4FCD-A776-05CDB210496E}" dt="2020-05-12T13:43:27.325" v="2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AC64BC7-2F0F-4FCD-A776-05CDB210496E}" dt="2020-05-12T13:46:46.402" v="5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AC64BC7-2F0F-4FCD-A776-05CDB210496E}" dt="2020-05-12T15:01:52.925" v="14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DBAA79EE-575D-4443-A95C-122BB3CAE896}"/>
    <pc:docChg chg="custSel modSld">
      <pc:chgData name="Russ Henderson" userId="1a9b2c94-14ea-443c-90c9-9fd3fcb66448" providerId="ADAL" clId="{DBAA79EE-575D-4443-A95C-122BB3CAE896}" dt="2020-06-09T15:00:39.912" v="292" actId="20577"/>
      <pc:docMkLst>
        <pc:docMk/>
      </pc:docMkLst>
      <pc:sldChg chg="modSp mod">
        <pc:chgData name="Russ Henderson" userId="1a9b2c94-14ea-443c-90c9-9fd3fcb66448" providerId="ADAL" clId="{DBAA79EE-575D-4443-A95C-122BB3CAE896}" dt="2020-06-09T15:00:39.912" v="29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DBAA79EE-575D-4443-A95C-122BB3CAE896}" dt="2020-06-09T13:17:36.073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DBAA79EE-575D-4443-A95C-122BB3CAE896}" dt="2020-06-09T13:45:57.141" v="119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DBAA79EE-575D-4443-A95C-122BB3CAE896}" dt="2020-06-09T15:00:39.912" v="292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DBAA79EE-575D-4443-A95C-122BB3CAE896}" dt="2020-06-09T13:29:11.045" v="9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DBAA79EE-575D-4443-A95C-122BB3CAE896}" dt="2020-06-09T13:24:50.294" v="78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DBAA79EE-575D-4443-A95C-122BB3CAE896}" dt="2020-06-09T13:35:21.171" v="11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B2B0F60-ECE6-4965-B02C-EA2D2DBFCCCA}"/>
    <pc:docChg chg="undo custSel modSld">
      <pc:chgData name="Russ Henderson" userId="1a9b2c94-14ea-443c-90c9-9fd3fcb66448" providerId="ADAL" clId="{9B2B0F60-ECE6-4965-B02C-EA2D2DBFCCCA}" dt="2020-04-14T15:05:43.042" v="160" actId="20577"/>
      <pc:docMkLst>
        <pc:docMk/>
      </pc:docMkLst>
      <pc:sldChg chg="addSp modSp mod">
        <pc:chgData name="Russ Henderson" userId="1a9b2c94-14ea-443c-90c9-9fd3fcb66448" providerId="ADAL" clId="{9B2B0F60-ECE6-4965-B02C-EA2D2DBFCCCA}" dt="2020-04-14T15:05:43.042" v="1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9B2B0F60-ECE6-4965-B02C-EA2D2DBFCCCA}" dt="2020-04-14T14:47:25.795" v="7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9B2B0F60-ECE6-4965-B02C-EA2D2DBFCCCA}" dt="2020-04-14T14:54:33.330" v="143" actId="6549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9B2B0F60-ECE6-4965-B02C-EA2D2DBFCCCA}" dt="2020-04-14T15:03:57.671" v="155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B2B0F60-ECE6-4965-B02C-EA2D2DBFCCCA}" dt="2020-04-14T13:47:57.625" v="60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B2B0F60-ECE6-4965-B02C-EA2D2DBFCCCA}" dt="2020-04-14T13:47:30.357" v="58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B2B0F60-ECE6-4965-B02C-EA2D2DBFCCCA}" dt="2020-04-14T15:05:35.637" v="156" actId="20577"/>
          <ac:spMkLst>
            <pc:docMk/>
            <pc:sldMk cId="1173897663" sldId="261"/>
            <ac:spMk id="55" creationId="{39B7711F-D7C4-41F4-917D-06A04C9D2E0E}"/>
          </ac:spMkLst>
        </pc:spChg>
        <pc:graphicFrameChg chg="modGraphic">
          <ac:chgData name="Russ Henderson" userId="1a9b2c94-14ea-443c-90c9-9fd3fcb66448" providerId="ADAL" clId="{9B2B0F60-ECE6-4965-B02C-EA2D2DBFCCCA}" dt="2020-04-14T13:45:06.418" v="29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B2B0F60-ECE6-4965-B02C-EA2D2DBFCCCA}" dt="2020-04-14T15:05:43.042" v="16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9B2B0F60-ECE6-4965-B02C-EA2D2DBFCCCA}" dt="2020-04-14T14:53:28.074" v="140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DFBF5A8-6E2D-4AA0-80AF-2DE09AAB3CE6}"/>
    <pc:docChg chg="custSel modSld">
      <pc:chgData name="Russ Henderson" userId="1a9b2c94-14ea-443c-90c9-9fd3fcb66448" providerId="ADAL" clId="{0DFBF5A8-6E2D-4AA0-80AF-2DE09AAB3CE6}" dt="2020-05-05T16:32:52.738" v="581" actId="20577"/>
      <pc:docMkLst>
        <pc:docMk/>
      </pc:docMkLst>
      <pc:sldChg chg="delSp modSp mod">
        <pc:chgData name="Russ Henderson" userId="1a9b2c94-14ea-443c-90c9-9fd3fcb66448" providerId="ADAL" clId="{0DFBF5A8-6E2D-4AA0-80AF-2DE09AAB3CE6}" dt="2020-05-05T16:32:52.738" v="581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DFBF5A8-6E2D-4AA0-80AF-2DE09AAB3CE6}" dt="2020-05-05T13:32:16.987" v="2" actId="20577"/>
          <ac:spMkLst>
            <pc:docMk/>
            <pc:sldMk cId="1173897663" sldId="261"/>
            <ac:spMk id="2" creationId="{E8E1AD1F-A367-4E69-850E-32CBFBBCF009}"/>
          </ac:spMkLst>
        </pc:spChg>
        <pc:spChg chg="del mod">
          <ac:chgData name="Russ Henderson" userId="1a9b2c94-14ea-443c-90c9-9fd3fcb66448" providerId="ADAL" clId="{0DFBF5A8-6E2D-4AA0-80AF-2DE09AAB3CE6}" dt="2020-05-05T14:04:42.950" v="262" actId="478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0DFBF5A8-6E2D-4AA0-80AF-2DE09AAB3CE6}" dt="2020-05-05T14:04:39.953" v="2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DFBF5A8-6E2D-4AA0-80AF-2DE09AAB3CE6}" dt="2020-05-05T16:31:59.464" v="57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DFBF5A8-6E2D-4AA0-80AF-2DE09AAB3CE6}" dt="2020-05-05T14:07:49.825" v="282" actId="6549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0DFBF5A8-6E2D-4AA0-80AF-2DE09AAB3CE6}" dt="2020-05-05T16:32:52.738" v="58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DFBF5A8-6E2D-4AA0-80AF-2DE09AAB3CE6}" dt="2020-05-05T14:04:06.012" v="257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DFBF5A8-6E2D-4AA0-80AF-2DE09AAB3CE6}" dt="2020-05-05T16:32:50.303" v="57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DFBF5A8-6E2D-4AA0-80AF-2DE09AAB3CE6}" dt="2020-05-05T14:05:07.647" v="267" actId="27918"/>
        <pc:sldMkLst>
          <pc:docMk/>
          <pc:sldMk cId="1956434879" sldId="262"/>
        </pc:sldMkLst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  <pc:docChgLst>
    <pc:chgData name="Mark Hanson" userId="f2be9522-6338-4975-883c-af9ff5125fcb" providerId="ADAL" clId="{B7F85011-2C9F-4AAA-AFA3-22A32D968A7D}"/>
    <pc:docChg chg="custSel addSld modSld">
      <pc:chgData name="Mark Hanson" userId="f2be9522-6338-4975-883c-af9ff5125fcb" providerId="ADAL" clId="{B7F85011-2C9F-4AAA-AFA3-22A32D968A7D}" dt="2020-06-30T15:04:43.768" v="30" actId="22"/>
      <pc:docMkLst>
        <pc:docMk/>
      </pc:docMkLst>
      <pc:sldChg chg="modSp mod">
        <pc:chgData name="Mark Hanson" userId="f2be9522-6338-4975-883c-af9ff5125fcb" providerId="ADAL" clId="{B7F85011-2C9F-4AAA-AFA3-22A32D968A7D}" dt="2020-06-30T15:03:52.843" v="27" actId="13926"/>
        <pc:sldMkLst>
          <pc:docMk/>
          <pc:sldMk cId="1173897663" sldId="261"/>
        </pc:sldMkLst>
        <pc:spChg chg="mod">
          <ac:chgData name="Mark Hanson" userId="f2be9522-6338-4975-883c-af9ff5125fcb" providerId="ADAL" clId="{B7F85011-2C9F-4AAA-AFA3-22A32D968A7D}" dt="2020-06-30T15:03:52.843" v="27" actId="13926"/>
          <ac:spMkLst>
            <pc:docMk/>
            <pc:sldMk cId="1173897663" sldId="261"/>
            <ac:spMk id="3" creationId="{84DAF3C3-DB05-4346-ABC5-3A5271A095BB}"/>
          </ac:spMkLst>
        </pc:spChg>
      </pc:sldChg>
      <pc:sldChg chg="addSp delSp new mod modClrScheme chgLayout">
        <pc:chgData name="Mark Hanson" userId="f2be9522-6338-4975-883c-af9ff5125fcb" providerId="ADAL" clId="{B7F85011-2C9F-4AAA-AFA3-22A32D968A7D}" dt="2020-06-30T15:04:43.768" v="30" actId="22"/>
        <pc:sldMkLst>
          <pc:docMk/>
          <pc:sldMk cId="2550420645" sldId="263"/>
        </pc:sldMkLst>
        <pc:spChg chg="del">
          <ac:chgData name="Mark Hanson" userId="f2be9522-6338-4975-883c-af9ff5125fcb" providerId="ADAL" clId="{B7F85011-2C9F-4AAA-AFA3-22A32D968A7D}" dt="2020-06-30T15:04:17.802" v="29" actId="700"/>
          <ac:spMkLst>
            <pc:docMk/>
            <pc:sldMk cId="2550420645" sldId="263"/>
            <ac:spMk id="2" creationId="{D43290D4-6B68-45C0-BCA5-77AAFFE1CCE1}"/>
          </ac:spMkLst>
        </pc:spChg>
        <pc:spChg chg="del">
          <ac:chgData name="Mark Hanson" userId="f2be9522-6338-4975-883c-af9ff5125fcb" providerId="ADAL" clId="{B7F85011-2C9F-4AAA-AFA3-22A32D968A7D}" dt="2020-06-30T15:04:17.802" v="29" actId="700"/>
          <ac:spMkLst>
            <pc:docMk/>
            <pc:sldMk cId="2550420645" sldId="263"/>
            <ac:spMk id="3" creationId="{EB2C5E5A-E0E6-4B63-B55F-5D1A51C49E16}"/>
          </ac:spMkLst>
        </pc:spChg>
        <pc:picChg chg="add">
          <ac:chgData name="Mark Hanson" userId="f2be9522-6338-4975-883c-af9ff5125fcb" providerId="ADAL" clId="{B7F85011-2C9F-4AAA-AFA3-22A32D968A7D}" dt="2020-06-30T15:04:43.768" v="30" actId="22"/>
          <ac:picMkLst>
            <pc:docMk/>
            <pc:sldMk cId="2550420645" sldId="263"/>
            <ac:picMk id="5" creationId="{0EEF73AB-1877-4F64-B279-742CF5D0041A}"/>
          </ac:picMkLst>
        </pc:picChg>
      </pc:sldChg>
    </pc:docChg>
  </pc:docChgLst>
  <pc:docChgLst>
    <pc:chgData name="Russ Henderson" userId="1a9b2c94-14ea-443c-90c9-9fd3fcb66448" providerId="ADAL" clId="{30393ACE-9ECD-4C9C-84E6-2F9AFF6835E7}"/>
    <pc:docChg chg="modSld">
      <pc:chgData name="Russ Henderson" userId="1a9b2c94-14ea-443c-90c9-9fd3fcb66448" providerId="ADAL" clId="{30393ACE-9ECD-4C9C-84E6-2F9AFF6835E7}" dt="2020-05-29T16:02:22.519" v="42" actId="27918"/>
      <pc:docMkLst>
        <pc:docMk/>
      </pc:docMkLst>
      <pc:sldChg chg="modSp mod">
        <pc:chgData name="Russ Henderson" userId="1a9b2c94-14ea-443c-90c9-9fd3fcb66448" providerId="ADAL" clId="{30393ACE-9ECD-4C9C-84E6-2F9AFF6835E7}" dt="2020-05-29T15:56:49.907" v="26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30393ACE-9ECD-4C9C-84E6-2F9AFF6835E7}" dt="2020-05-29T15:54:54.973" v="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30393ACE-9ECD-4C9C-84E6-2F9AFF6835E7}" dt="2020-05-29T15:55:22.315" v="18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30393ACE-9ECD-4C9C-84E6-2F9AFF6835E7}" dt="2020-05-29T15:56:21.700" v="2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30393ACE-9ECD-4C9C-84E6-2F9AFF6835E7}" dt="2020-05-29T15:54:59.810" v="3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30393ACE-9ECD-4C9C-84E6-2F9AFF6835E7}" dt="2020-05-29T15:56:49.907" v="2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</pc:sldChg>
      <pc:sldChg chg="mod">
        <pc:chgData name="Russ Henderson" userId="1a9b2c94-14ea-443c-90c9-9fd3fcb66448" providerId="ADAL" clId="{30393ACE-9ECD-4C9C-84E6-2F9AFF6835E7}" dt="2020-05-29T16:02:22.519" v="4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3365606-6E43-45D5-B0DA-A15227B6E3EE}"/>
    <pc:docChg chg="undo custSel modSld">
      <pc:chgData name="Russ Henderson" userId="1a9b2c94-14ea-443c-90c9-9fd3fcb66448" providerId="ADAL" clId="{03365606-6E43-45D5-B0DA-A15227B6E3EE}" dt="2020-06-23T14:57:48.726" v="179" actId="27918"/>
      <pc:docMkLst>
        <pc:docMk/>
      </pc:docMkLst>
      <pc:sldChg chg="modSp mod">
        <pc:chgData name="Russ Henderson" userId="1a9b2c94-14ea-443c-90c9-9fd3fcb66448" providerId="ADAL" clId="{03365606-6E43-45D5-B0DA-A15227B6E3EE}" dt="2020-06-23T14:56:55.422" v="161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3365606-6E43-45D5-B0DA-A15227B6E3EE}" dt="2020-06-23T14:49:38.086" v="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3365606-6E43-45D5-B0DA-A15227B6E3EE}" dt="2020-06-23T14:56:09.899" v="100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03365606-6E43-45D5-B0DA-A15227B6E3EE}" dt="2020-06-23T14:51:50.063" v="31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3365606-6E43-45D5-B0DA-A15227B6E3EE}" dt="2020-06-23T14:56:16.537" v="114" actId="1036"/>
          <ac:spMkLst>
            <pc:docMk/>
            <pc:sldMk cId="1173897663" sldId="261"/>
            <ac:spMk id="47" creationId="{E6953A68-610C-4B85-946B-84D8FF9CF291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3365606-6E43-45D5-B0DA-A15227B6E3EE}" dt="2020-06-23T14:56:47.161" v="140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03365606-6E43-45D5-B0DA-A15227B6E3EE}" dt="2020-06-23T14:56:40.921" v="136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03365606-6E43-45D5-B0DA-A15227B6E3EE}" dt="2020-06-23T14:56:16.537" v="114" actId="103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3365606-6E43-45D5-B0DA-A15227B6E3EE}" dt="2020-06-23T14:53:30.847" v="43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3365606-6E43-45D5-B0DA-A15227B6E3EE}" dt="2020-06-23T14:52:52.536" v="39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3365606-6E43-45D5-B0DA-A15227B6E3EE}" dt="2020-06-23T14:53:53.249" v="5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3365606-6E43-45D5-B0DA-A15227B6E3EE}" dt="2020-06-23T14:57:48.726" v="179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6_749CD3BF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6_749CD3BF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6_749CD3BF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6_749CD3BF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CNB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4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STTAS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Childrens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23-4657-AEB2-445E5E9E0F1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SCCOE</c:v>
                </c:pt>
              </c:strCache>
            </c:strRef>
          </c:tx>
          <c:spPr>
            <a:ln w="22225" cap="rnd" cmpd="sng" algn="ctr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E8-43AA-B861-7E7B41BCF08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BassPro</c:v>
                </c:pt>
              </c:strCache>
            </c:strRef>
          </c:tx>
          <c:spPr>
            <a:ln w="22225" cap="rnd" cmpd="sng" algn="ctr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ACE-4CC9-B280-4AE55540B16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  <c:pt idx="5">
                  <c:v>Three Weeks Out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1.3586956521739131</c:v>
                </c:pt>
                <c:pt idx="1">
                  <c:v>1.18</c:v>
                </c:pt>
                <c:pt idx="2">
                  <c:v>0.78</c:v>
                </c:pt>
                <c:pt idx="3">
                  <c:v>1.03</c:v>
                </c:pt>
                <c:pt idx="4">
                  <c:v>1.73</c:v>
                </c:pt>
                <c:pt idx="5">
                  <c:v>1.68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  <c:pt idx="5">
                        <c:v>Three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Sheet1!$B$2:$B$7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125</c:v>
                      </c:pt>
                      <c:pt idx="1">
                        <c:v>118</c:v>
                      </c:pt>
                      <c:pt idx="2">
                        <c:v>78</c:v>
                      </c:pt>
                      <c:pt idx="3">
                        <c:v>103</c:v>
                      </c:pt>
                      <c:pt idx="4">
                        <c:v>173</c:v>
                      </c:pt>
                      <c:pt idx="5">
                        <c:v>168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0.96195652173913049</c:v>
                </c:pt>
                <c:pt idx="1">
                  <c:v>0.53260869565217395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Billed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88.5</c:v>
                      </c:pt>
                      <c:pt idx="1">
                        <c:v>49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>
                <a:solidFill>
                  <a:srgbClr val="F26322"/>
                </a:solidFill>
                <a:latin typeface="Segoe UI"/>
                <a:cs typeface="Segoe UI"/>
              </a:rPr>
              <a:t>Cloud Service Center Dashboard- 6/30/2020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006758" y="1067259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3286517" y="1056690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4336055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471625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079261" y="103871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85355" y="1424914"/>
            <a:ext cx="16446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FF0000"/>
                </a:highlight>
              </a:rPr>
              <a:t>Estee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FFFF00"/>
                </a:highlight>
              </a:rPr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Elekta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Providence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highlight>
                <a:srgbClr val="00FF00"/>
              </a:highligh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4408156" y="102635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2708595" y="1428249"/>
            <a:ext cx="15752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Service Expansion</a:t>
            </a:r>
          </a:p>
          <a:p>
            <a:pPr lvl="1"/>
            <a:r>
              <a:rPr lang="en-US" sz="100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FFFF00"/>
                </a:highlight>
              </a:rPr>
              <a:t>Azure VMware Solution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WVD </a:t>
            </a:r>
            <a:r>
              <a:rPr lang="en-US" sz="1000" err="1"/>
              <a:t>Quickstart</a:t>
            </a:r>
            <a:r>
              <a:rPr lang="en-US" sz="100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lvl="1"/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Resources – Marshall transition and forecasted hours. Overallocated </a:t>
            </a:r>
            <a:r>
              <a:rPr lang="en-US" sz="1000" err="1"/>
              <a:t>hourse</a:t>
            </a:r>
            <a:r>
              <a:rPr lang="en-US" sz="1000"/>
              <a:t> 2-6 weeks out.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FF0000"/>
                </a:solidFill>
              </a:rPr>
              <a:t>Estee – CMAT DR setup and testing complete. CPM DR not able to fully complete due to change freeze. Will perform partial test and handover.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Forecast continues to be a problem with Bass Pro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403206" y="3566000"/>
            <a:ext cx="4337427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508784" y="356600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154951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118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78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+mn-lt"/>
                          <a:ea typeface="+mn-ea"/>
                          <a:cs typeface="+mn-cs"/>
                        </a:rPr>
                        <a:t>173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+mn-lt"/>
                          <a:ea typeface="+mn-ea"/>
                          <a:cs typeface="+mn-cs"/>
                        </a:rPr>
                        <a:t>168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88.5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96%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49%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116095"/>
              </p:ext>
            </p:extLst>
          </p:nvPr>
        </p:nvGraphicFramePr>
        <p:xfrm>
          <a:off x="4956330" y="3047280"/>
          <a:ext cx="4900593" cy="164592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4020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Other Work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71078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3283317" y="2559117"/>
            <a:ext cx="903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4412159" y="250515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2697166" y="2891601"/>
            <a:ext cx="190358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CNB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Children’s Health Center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Santa Clara County OE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238879" y="1124471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/>
              <a:t>78%</a:t>
            </a:r>
          </a:p>
          <a:p>
            <a:pPr algn="ctr"/>
            <a:r>
              <a:rPr lang="en-US"/>
              <a:t>Utilized </a:t>
            </a:r>
          </a:p>
          <a:p>
            <a:pPr algn="ctr"/>
            <a:r>
              <a:rPr lang="en-US" sz="1200"/>
              <a:t>This week</a:t>
            </a:r>
          </a:p>
          <a:p>
            <a:pPr algn="ctr"/>
            <a:r>
              <a:rPr lang="en-US" sz="1200"/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WVD deployment process documentation, scripts, automation, training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/>
              <a:t>2</a:t>
            </a:r>
          </a:p>
          <a:p>
            <a:pPr algn="ctr"/>
            <a:r>
              <a:rPr lang="en-US" sz="1400" b="1"/>
              <a:t>Resources Scheduled</a:t>
            </a:r>
          </a:p>
          <a:p>
            <a:pPr algn="ctr"/>
            <a:r>
              <a:rPr lang="en-US" sz="1400" b="1"/>
              <a:t>To Migrate </a:t>
            </a:r>
          </a:p>
          <a:p>
            <a:pPr algn="ctr"/>
            <a:r>
              <a:rPr lang="en-US" sz="120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431515" y="4135764"/>
            <a:ext cx="13594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0223E31-DA75-410E-8600-E5B01FE2EA4F}"/>
              </a:ext>
            </a:extLst>
          </p:cNvPr>
          <p:cNvCxnSpPr>
            <a:cxnSpLocks/>
          </p:cNvCxnSpPr>
          <p:nvPr/>
        </p:nvCxnSpPr>
        <p:spPr>
          <a:xfrm>
            <a:off x="312551" y="3487487"/>
            <a:ext cx="4526883" cy="11136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6953A68-610C-4B85-946B-84D8FF9CF291}"/>
              </a:ext>
            </a:extLst>
          </p:cNvPr>
          <p:cNvSpPr txBox="1"/>
          <p:nvPr/>
        </p:nvSpPr>
        <p:spPr>
          <a:xfrm>
            <a:off x="866767" y="2476402"/>
            <a:ext cx="1111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Landing Zone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11BA38-F671-4200-A383-1F3C38457DC0}"/>
              </a:ext>
            </a:extLst>
          </p:cNvPr>
          <p:cNvSpPr txBox="1"/>
          <p:nvPr/>
        </p:nvSpPr>
        <p:spPr>
          <a:xfrm>
            <a:off x="362156" y="2874245"/>
            <a:ext cx="1644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A30A27-9105-4BE6-A255-CBF76797618D}"/>
              </a:ext>
            </a:extLst>
          </p:cNvPr>
          <p:cNvSpPr txBox="1"/>
          <p:nvPr/>
        </p:nvSpPr>
        <p:spPr>
          <a:xfrm>
            <a:off x="4413569" y="403763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Work Items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4250135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8935892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8771692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038023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EF73AB-1877-4F64-B279-742CF5D00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5834"/>
            <a:ext cx="12192000" cy="54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20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B6E4C7F-9A61-4D2C-9559-1CE90A6FDB4B}">
  <ds:schemaRefs>
    <ds:schemaRef ds:uri="2c4e1b44-4198-4e94-9bea-673078799ec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revision>1</cp:revision>
  <cp:lastPrinted>2019-06-13T17:50:21Z</cp:lastPrinted>
  <dcterms:created xsi:type="dcterms:W3CDTF">2019-06-13T16:26:07Z</dcterms:created>
  <dcterms:modified xsi:type="dcterms:W3CDTF">2020-06-30T15:04:44Z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