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93ACE-9ECD-4C9C-84E6-2F9AFF6835E7}" v="7" dt="2020-05-29T16:01:40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2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91-4C0A-B5E4-6A8F00083A6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0.92391304347826086</c:v>
                </c:pt>
                <c:pt idx="1">
                  <c:v>0.43478260869565216</c:v>
                </c:pt>
                <c:pt idx="2">
                  <c:v>0.41304347826086957</c:v>
                </c:pt>
                <c:pt idx="3">
                  <c:v>0.4891304347826087</c:v>
                </c:pt>
                <c:pt idx="4">
                  <c:v>0.81521739130434778</c:v>
                </c:pt>
                <c:pt idx="5">
                  <c:v>0.97826086956521741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85</c:v>
                      </c:pt>
                      <c:pt idx="1">
                        <c:v>40</c:v>
                      </c:pt>
                      <c:pt idx="2">
                        <c:v>38</c:v>
                      </c:pt>
                      <c:pt idx="3">
                        <c:v>45</c:v>
                      </c:pt>
                      <c:pt idx="4">
                        <c:v>75</c:v>
                      </c:pt>
                      <c:pt idx="5">
                        <c:v>90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0.58152173913043481</c:v>
                </c:pt>
                <c:pt idx="1">
                  <c:v>0.41304347826086957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53.5</c:v>
                      </c:pt>
                      <c:pt idx="1">
                        <c:v>38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Dashboard- 5/29/2020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40206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highlight>
                  <a:srgbClr val="00FF00"/>
                </a:highlight>
              </a:rPr>
              <a:t>KraftHeinz</a:t>
            </a:r>
            <a:endParaRPr lang="en-US" sz="1000" dirty="0">
              <a:highlight>
                <a:srgbClr val="00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Children’s Health Center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421551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49428" y="275017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Santa Clara County OE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 still not progressing. They continue to struggle on their end.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520495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53.5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0284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42283" y="40838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41%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2705785" y="2765810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401762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551971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4104277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7491684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246</Words>
  <Application>Microsoft Office PowerPoint</Application>
  <PresentationFormat>Widescreen</PresentationFormat>
  <Paragraphs>106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2020-05-29T16:02:26Z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