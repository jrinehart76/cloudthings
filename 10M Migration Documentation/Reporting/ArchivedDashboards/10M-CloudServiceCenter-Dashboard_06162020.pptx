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397575-B593-4514-A9A9-4AF4C521E8D7}" v="9" dt="2020-06-16T14:54:47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DBAA79EE-575D-4443-A95C-122BB3CAE896}"/>
    <pc:docChg chg="custSel modSld">
      <pc:chgData name="Russ Henderson" userId="1a9b2c94-14ea-443c-90c9-9fd3fcb66448" providerId="ADAL" clId="{DBAA79EE-575D-4443-A95C-122BB3CAE896}" dt="2020-06-09T15:00:39.912" v="292" actId="20577"/>
      <pc:docMkLst>
        <pc:docMk/>
      </pc:docMkLst>
      <pc:sldChg chg="modSp mod">
        <pc:chgData name="Russ Henderson" userId="1a9b2c94-14ea-443c-90c9-9fd3fcb66448" providerId="ADAL" clId="{DBAA79EE-575D-4443-A95C-122BB3CAE896}" dt="2020-06-09T15:00:39.912" v="29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DBAA79EE-575D-4443-A95C-122BB3CAE896}" dt="2020-06-09T13:17:36.073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BAA79EE-575D-4443-A95C-122BB3CAE896}" dt="2020-06-09T13:45:57.141" v="119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DBAA79EE-575D-4443-A95C-122BB3CAE896}" dt="2020-06-09T15:00:39.912" v="292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DBAA79EE-575D-4443-A95C-122BB3CAE896}" dt="2020-06-09T13:29:11.045" v="9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DBAA79EE-575D-4443-A95C-122BB3CAE896}" dt="2020-06-09T13:24:50.294" v="78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DBAA79EE-575D-4443-A95C-122BB3CAE896}" dt="2020-06-09T13:35:21.171" v="11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84397575-B593-4514-A9A9-4AF4C521E8D7}"/>
    <pc:docChg chg="undo custSel modSld">
      <pc:chgData name="Russ Henderson" userId="1a9b2c94-14ea-443c-90c9-9fd3fcb66448" providerId="ADAL" clId="{84397575-B593-4514-A9A9-4AF4C521E8D7}" dt="2020-06-16T15:07:23.269" v="199" actId="20577"/>
      <pc:docMkLst>
        <pc:docMk/>
      </pc:docMkLst>
      <pc:sldChg chg="modSp mod">
        <pc:chgData name="Russ Henderson" userId="1a9b2c94-14ea-443c-90c9-9fd3fcb66448" providerId="ADAL" clId="{84397575-B593-4514-A9A9-4AF4C521E8D7}" dt="2020-06-16T15:07:23.269" v="199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4397575-B593-4514-A9A9-4AF4C521E8D7}" dt="2020-06-16T15:05:11.087" v="19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84397575-B593-4514-A9A9-4AF4C521E8D7}" dt="2020-06-16T14:22:19.629" v="14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4397575-B593-4514-A9A9-4AF4C521E8D7}" dt="2020-06-16T14:49:41.901" v="11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4397575-B593-4514-A9A9-4AF4C521E8D7}" dt="2020-06-16T14:53:21.753" v="148" actId="20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84397575-B593-4514-A9A9-4AF4C521E8D7}" dt="2020-06-16T14:49:18.820" v="11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4397575-B593-4514-A9A9-4AF4C521E8D7}" dt="2020-06-16T15:07:23.269" v="1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Sp mod">
        <pc:chgData name="Russ Henderson" userId="1a9b2c94-14ea-443c-90c9-9fd3fcb66448" providerId="ADAL" clId="{84397575-B593-4514-A9A9-4AF4C521E8D7}" dt="2020-06-16T14:55:52.067" v="195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84397575-B593-4514-A9A9-4AF4C521E8D7}" dt="2020-06-16T14:54:03.628" v="162" actId="20577"/>
          <ac:spMkLst>
            <pc:docMk/>
            <pc:sldMk cId="1956434879" sldId="262"/>
            <ac:spMk id="12" creationId="{72019D55-9B86-4BA4-AFA7-2EB659851ACC}"/>
          </ac:spMkLst>
        </pc:sp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Childrens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91-4C0A-B5E4-6A8F00083A6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SCCOE</c:v>
                </c:pt>
              </c:strCache>
            </c:strRef>
          </c:tx>
          <c:spPr>
            <a:ln w="22225" cap="rnd" cmpd="sng" algn="ctr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97-4F43-A3B1-A58F9D21335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0.59782608695652173</c:v>
                </c:pt>
                <c:pt idx="1">
                  <c:v>0.40217391304347827</c:v>
                </c:pt>
                <c:pt idx="2">
                  <c:v>1.3586956521739131</c:v>
                </c:pt>
                <c:pt idx="3">
                  <c:v>1.4673913043478262</c:v>
                </c:pt>
                <c:pt idx="4">
                  <c:v>1</c:v>
                </c:pt>
                <c:pt idx="5">
                  <c:v>0.86956521739130432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55</c:v>
                      </c:pt>
                      <c:pt idx="1">
                        <c:v>37</c:v>
                      </c:pt>
                      <c:pt idx="2">
                        <c:v>125</c:v>
                      </c:pt>
                      <c:pt idx="3">
                        <c:v>135</c:v>
                      </c:pt>
                      <c:pt idx="4">
                        <c:v>92</c:v>
                      </c:pt>
                      <c:pt idx="5">
                        <c:v>80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0.46739130434782611</c:v>
                </c:pt>
                <c:pt idx="1">
                  <c:v>0.50869565217391299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43</c:v>
                      </c:pt>
                      <c:pt idx="1">
                        <c:v>46.8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Dashboard- 6/16/2020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28651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00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Providence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Resources – Marshall transition and forecasted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E3 migration issues appear to be resolved. Awaiting scheduling to perform migration.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Estee - Still performing work. Working through remaining issues and </a:t>
            </a:r>
            <a:r>
              <a:rPr lang="en-US" sz="1000" dirty="0" err="1">
                <a:solidFill>
                  <a:srgbClr val="FF0000"/>
                </a:solidFill>
              </a:rPr>
              <a:t>prereqs</a:t>
            </a:r>
            <a:r>
              <a:rPr lang="en-US" sz="1000" dirty="0">
                <a:solidFill>
                  <a:srgbClr val="FF0000"/>
                </a:solidFill>
              </a:rPr>
              <a:t> to complete DR setup for CPM and CMAT. Rehan added forecast to make the work visible.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065750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125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46.8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47%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51%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881380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Mig</a:t>
                      </a:r>
                      <a:r>
                        <a:rPr lang="en-US" sz="1000" dirty="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3283317" y="2332468"/>
            <a:ext cx="903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27850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7" y="271965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KraftHeinz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Bacardi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136%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 (AME-AI)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32791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725755"/>
            <a:ext cx="1644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Children’s Health Center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Santa Clara County OE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0310897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0411826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3600478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2224140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291</Words>
  <Application>Microsoft Office PowerPoint</Application>
  <PresentationFormat>Widescreen</PresentationFormat>
  <Paragraphs>114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2020-06-16T15:07:50Z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