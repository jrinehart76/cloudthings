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64BC7-2F0F-4FCD-A776-05CDB210496E}" v="5" dt="2020-05-12T15:01:26.6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15</c:v>
                </c:pt>
                <c:pt idx="1">
                  <c:v>5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91-4C0A-B5E4-6A8F00083A6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0.71739130434782605</c:v>
                </c:pt>
                <c:pt idx="1">
                  <c:v>0.4891304347826087</c:v>
                </c:pt>
                <c:pt idx="2">
                  <c:v>0.92391304347826086</c:v>
                </c:pt>
                <c:pt idx="3">
                  <c:v>0.92391304347826086</c:v>
                </c:pt>
                <c:pt idx="4">
                  <c:v>0.92391304347826086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66</c:v>
                      </c:pt>
                      <c:pt idx="1">
                        <c:v>45</c:v>
                      </c:pt>
                      <c:pt idx="2">
                        <c:v>85</c:v>
                      </c:pt>
                      <c:pt idx="3">
                        <c:v>85</c:v>
                      </c:pt>
                      <c:pt idx="4">
                        <c:v>85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5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0.98913043478260865</c:v>
                </c:pt>
                <c:pt idx="1">
                  <c:v>0.59782608695652173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91</c:v>
                      </c:pt>
                      <c:pt idx="1">
                        <c:v>55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5/12/2020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Dashboard- 5/12/2020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Kraft/Heinz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Bacardi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57435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Children’s Health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 out of hours, need CR to complete.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 still not progressing. They continue to struggle on their 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- Waiting on change requests to complete the CPM/CMAT DR and close out the SoW.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ELC - They’re asking us to re-migrate Kofax as they rolled it back after several weeks in Azure. Not sure if we actually have hours to do this….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986273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99%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73524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22245" y="408386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92%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5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2705785" y="2765810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6859958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857321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649668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6385137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303</Words>
  <Application>Microsoft Office PowerPoint</Application>
  <PresentationFormat>Widescreen</PresentationFormat>
  <Paragraphs>108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2020-05-12T15:05:05Z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