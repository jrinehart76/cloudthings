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322"/>
    <a:srgbClr val="CFD5EA"/>
    <a:srgbClr val="E9EBF5"/>
    <a:srgbClr val="242424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91BE0-5A3B-496C-8E8F-3DBDE978F790}" v="4" dt="2020-04-07T15:45:19.761"/>
    <p1510:client id="{44B3C996-78AD-F3B4-EF37-2F74540614B7}" v="34" dt="2020-04-07T15:53:08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44"/>
        <p:guide pos="22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6_749CD3BF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_106_749CD3BF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_106_749CD3BF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_106_749CD3BF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12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0.57258064516129037</c:v>
                </c:pt>
                <c:pt idx="1">
                  <c:v>0.33870967741935482</c:v>
                </c:pt>
                <c:pt idx="2">
                  <c:v>0.42391304347826086</c:v>
                </c:pt>
                <c:pt idx="3">
                  <c:v>0.53260869565217395</c:v>
                </c:pt>
                <c:pt idx="4">
                  <c:v>0.43478260869565216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71</c:v>
                      </c:pt>
                      <c:pt idx="1">
                        <c:v>42</c:v>
                      </c:pt>
                      <c:pt idx="2">
                        <c:v>39</c:v>
                      </c:pt>
                      <c:pt idx="3">
                        <c:v>49</c:v>
                      </c:pt>
                      <c:pt idx="4">
                        <c:v>40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12</c:v>
                </c:pt>
                <c:pt idx="2">
                  <c:v>7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0.98225806451612896</c:v>
                </c:pt>
                <c:pt idx="1">
                  <c:v>0.4838709677419355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121.8</c:v>
                      </c:pt>
                      <c:pt idx="1">
                        <c:v>60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4/7/2020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solidFill>
                  <a:srgbClr val="F26322"/>
                </a:solidFill>
                <a:latin typeface="Segoe UI"/>
                <a:cs typeface="Segoe UI"/>
              </a:rPr>
              <a:t>Cloud Service Center Dashboard- 4/7/2020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Sandler Travis  (STTAS)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CNB still has a workload left to migrate, but little budget to work with. Customer having a hard time planning and completing </a:t>
            </a:r>
            <a:r>
              <a:rPr lang="en-US" sz="1000" err="1"/>
              <a:t>prereq</a:t>
            </a:r>
            <a:r>
              <a:rPr lang="en-US" sz="1000"/>
              <a:t> 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ELC – CP/VP of Sales need communication to get SharePoint migration scheduled.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562211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39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  <a:endParaRPr lang="en-US" sz="1200" b="1" kern="120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en-US" sz="1200" b="1" kern="120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en-US" sz="1200" b="1" kern="120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121.8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98%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48%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0355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42283" y="40838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42%</a:t>
            </a:r>
          </a:p>
          <a:p>
            <a:pPr algn="ctr"/>
            <a:r>
              <a:rPr lang="en-US"/>
              <a:t>Utilized </a:t>
            </a:r>
          </a:p>
          <a:p>
            <a:pPr algn="ctr"/>
            <a:r>
              <a:rPr lang="en-US" sz="1200"/>
              <a:t>This week</a:t>
            </a:r>
          </a:p>
          <a:p>
            <a:pPr algn="ctr"/>
            <a:r>
              <a:rPr lang="en-US" sz="120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6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824254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562320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808814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06941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2292E1E-1598-43AB-8DC4-B9E8E211FEC2}"/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revision>1</cp:revision>
  <cp:lastPrinted>2019-06-13T17:50:21Z</cp:lastPrinted>
  <dcterms:created xsi:type="dcterms:W3CDTF">2019-06-13T16:26:07Z</dcterms:created>
  <dcterms:modified xsi:type="dcterms:W3CDTF">2020-04-07T15:53:24Z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