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240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EE6EB2B2-645C-445B-A4A1-830E140FBB30}"/>
    <pc:docChg chg="custSel modSld">
      <pc:chgData name="Russ Henderson" userId="1a9b2c94-14ea-443c-90c9-9fd3fcb66448" providerId="ADAL" clId="{EE6EB2B2-645C-445B-A4A1-830E140FBB30}" dt="2020-10-06T14:59:53.098" v="475" actId="1076"/>
      <pc:docMkLst>
        <pc:docMk/>
      </pc:docMkLst>
      <pc:sldChg chg="modSp mod">
        <pc:chgData name="Russ Henderson" userId="1a9b2c94-14ea-443c-90c9-9fd3fcb66448" providerId="ADAL" clId="{EE6EB2B2-645C-445B-A4A1-830E140FBB30}" dt="2020-10-06T14:08:13.018" v="40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EE6EB2B2-645C-445B-A4A1-830E140FBB30}" dt="2020-10-06T13:51:00.289" v="5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E6EB2B2-645C-445B-A4A1-830E140FBB30}" dt="2020-10-06T13:59:07.634" v="112" actId="20577"/>
          <ac:spMkLst>
            <pc:docMk/>
            <pc:sldMk cId="1173897663" sldId="261"/>
            <ac:spMk id="8" creationId="{D316B60C-1F2F-4586-B90F-CB792B9D4E61}"/>
          </ac:spMkLst>
        </pc:spChg>
        <pc:spChg chg="mod">
          <ac:chgData name="Russ Henderson" userId="1a9b2c94-14ea-443c-90c9-9fd3fcb66448" providerId="ADAL" clId="{EE6EB2B2-645C-445B-A4A1-830E140FBB30}" dt="2020-10-06T13:51:41.556" v="52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E6EB2B2-645C-445B-A4A1-830E140FBB30}" dt="2020-10-06T14:02:38.481" v="24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E6EB2B2-645C-445B-A4A1-830E140FBB30}" dt="2020-10-06T13:59:17.768" v="12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EE6EB2B2-645C-445B-A4A1-830E140FBB30}" dt="2020-10-06T13:59:05.662" v="110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EE6EB2B2-645C-445B-A4A1-830E140FBB30}" dt="2020-10-06T14:01:20.144" v="173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EE6EB2B2-645C-445B-A4A1-830E140FBB30}" dt="2020-10-06T14:00:49.292" v="169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E6EB2B2-645C-445B-A4A1-830E140FBB30}" dt="2020-10-06T13:52:06.639" v="77" actId="20577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EE6EB2B2-645C-445B-A4A1-830E140FBB30}" dt="2020-10-06T13:58:32.111" v="108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EE6EB2B2-645C-445B-A4A1-830E140FBB30}" dt="2020-10-06T14:03:34.756" v="394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EE6EB2B2-645C-445B-A4A1-830E140FBB30}" dt="2020-10-06T14:08:13.018" v="40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E6EB2B2-645C-445B-A4A1-830E140FBB30}" dt="2020-10-06T14:07:54.636" v="3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EE6EB2B2-645C-445B-A4A1-830E140FBB30}" dt="2020-10-06T14:57:45.768" v="469" actId="27918"/>
        <pc:sldMkLst>
          <pc:docMk/>
          <pc:sldMk cId="1956434879" sldId="262"/>
        </pc:sldMkLst>
      </pc:sldChg>
      <pc:sldChg chg="addSp delSp modSp mod">
        <pc:chgData name="Russ Henderson" userId="1a9b2c94-14ea-443c-90c9-9fd3fcb66448" providerId="ADAL" clId="{EE6EB2B2-645C-445B-A4A1-830E140FBB30}" dt="2020-10-06T14:59:53.098" v="475" actId="1076"/>
        <pc:sldMkLst>
          <pc:docMk/>
          <pc:sldMk cId="2550420645" sldId="263"/>
        </pc:sldMkLst>
        <pc:picChg chg="del">
          <ac:chgData name="Russ Henderson" userId="1a9b2c94-14ea-443c-90c9-9fd3fcb66448" providerId="ADAL" clId="{EE6EB2B2-645C-445B-A4A1-830E140FBB30}" dt="2020-10-06T14:59:39.827" v="470" actId="478"/>
          <ac:picMkLst>
            <pc:docMk/>
            <pc:sldMk cId="2550420645" sldId="263"/>
            <ac:picMk id="3" creationId="{CCB5E9E5-D24B-45AE-9266-8286C56122F1}"/>
          </ac:picMkLst>
        </pc:picChg>
        <pc:picChg chg="add mod">
          <ac:chgData name="Russ Henderson" userId="1a9b2c94-14ea-443c-90c9-9fd3fcb66448" providerId="ADAL" clId="{EE6EB2B2-645C-445B-A4A1-830E140FBB30}" dt="2020-10-06T14:59:53.098" v="475" actId="1076"/>
          <ac:picMkLst>
            <pc:docMk/>
            <pc:sldMk cId="2550420645" sldId="263"/>
            <ac:picMk id="4" creationId="{DA0400F1-85C0-4737-9A2F-A5B3E9BB45FA}"/>
          </ac:picMkLst>
        </pc:picChg>
      </pc:sldChg>
    </pc:docChg>
  </pc:docChgLst>
  <pc:docChgLst>
    <pc:chgData name="Russ Henderson" userId="1a9b2c94-14ea-443c-90c9-9fd3fcb66448" providerId="ADAL" clId="{DC4769AA-34B3-4D35-96ED-0C7B2AAF2132}"/>
    <pc:docChg chg="custSel modSld">
      <pc:chgData name="Russ Henderson" userId="1a9b2c94-14ea-443c-90c9-9fd3fcb66448" providerId="ADAL" clId="{DC4769AA-34B3-4D35-96ED-0C7B2AAF2132}" dt="2020-08-11T15:46:58.188" v="212" actId="27918"/>
      <pc:docMkLst>
        <pc:docMk/>
      </pc:docMkLst>
      <pc:sldChg chg="modSp mod">
        <pc:chgData name="Russ Henderson" userId="1a9b2c94-14ea-443c-90c9-9fd3fcb66448" providerId="ADAL" clId="{DC4769AA-34B3-4D35-96ED-0C7B2AAF2132}" dt="2020-08-11T15:46:06.804" v="207" actId="13926"/>
        <pc:sldMkLst>
          <pc:docMk/>
          <pc:sldMk cId="1173897663" sldId="261"/>
        </pc:sldMkLst>
        <pc:spChg chg="mod">
          <ac:chgData name="Russ Henderson" userId="1a9b2c94-14ea-443c-90c9-9fd3fcb66448" providerId="ADAL" clId="{DC4769AA-34B3-4D35-96ED-0C7B2AAF2132}" dt="2020-08-11T15:44:16.484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C4769AA-34B3-4D35-96ED-0C7B2AAF2132}" dt="2020-08-11T15:44:36.259" v="81" actId="20577"/>
          <ac:spMkLst>
            <pc:docMk/>
            <pc:sldMk cId="1173897663" sldId="261"/>
            <ac:spMk id="7" creationId="{AB9C70F5-AB10-472A-9D6A-2B8EF001CA0E}"/>
          </ac:spMkLst>
        </pc:spChg>
        <pc:spChg chg="mod">
          <ac:chgData name="Russ Henderson" userId="1a9b2c94-14ea-443c-90c9-9fd3fcb66448" providerId="ADAL" clId="{DC4769AA-34B3-4D35-96ED-0C7B2AAF2132}" dt="2020-08-11T15:46:06.804" v="207" actId="13926"/>
          <ac:spMkLst>
            <pc:docMk/>
            <pc:sldMk cId="1173897663" sldId="261"/>
            <ac:spMk id="42" creationId="{AE980D7D-FB37-48F5-A95F-1685B1BDDF0C}"/>
          </ac:spMkLst>
        </pc:spChg>
      </pc:sldChg>
      <pc:sldChg chg="mod">
        <pc:chgData name="Russ Henderson" userId="1a9b2c94-14ea-443c-90c9-9fd3fcb66448" providerId="ADAL" clId="{DC4769AA-34B3-4D35-96ED-0C7B2AAF2132}" dt="2020-08-11T15:46:58.188" v="21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6BF9A4BF-0DF1-4972-A686-D522D97E8780}"/>
    <pc:docChg chg="custSel modSld">
      <pc:chgData name="Russ Henderson" userId="1a9b2c94-14ea-443c-90c9-9fd3fcb66448" providerId="ADAL" clId="{6BF9A4BF-0DF1-4972-A686-D522D97E8780}" dt="2020-09-08T13:58:53.742" v="22" actId="478"/>
      <pc:docMkLst>
        <pc:docMk/>
      </pc:docMkLst>
      <pc:sldChg chg="delSp mod">
        <pc:chgData name="Russ Henderson" userId="1a9b2c94-14ea-443c-90c9-9fd3fcb66448" providerId="ADAL" clId="{6BF9A4BF-0DF1-4972-A686-D522D97E8780}" dt="2020-09-08T13:58:53.742" v="22" actId="478"/>
        <pc:sldMkLst>
          <pc:docMk/>
          <pc:sldMk cId="1956434879" sldId="262"/>
        </pc:sldMkLst>
        <pc:spChg chg="del">
          <ac:chgData name="Russ Henderson" userId="1a9b2c94-14ea-443c-90c9-9fd3fcb66448" providerId="ADAL" clId="{6BF9A4BF-0DF1-4972-A686-D522D97E8780}" dt="2020-09-08T13:58:46.906" v="20" actId="478"/>
          <ac:spMkLst>
            <pc:docMk/>
            <pc:sldMk cId="1956434879" sldId="262"/>
            <ac:spMk id="6" creationId="{D5F06A8A-3544-487A-AC0E-D80BF7D64CFE}"/>
          </ac:spMkLst>
        </pc:spChg>
        <pc:spChg chg="del">
          <ac:chgData name="Russ Henderson" userId="1a9b2c94-14ea-443c-90c9-9fd3fcb66448" providerId="ADAL" clId="{6BF9A4BF-0DF1-4972-A686-D522D97E8780}" dt="2020-09-08T13:58:49.126" v="21" actId="478"/>
          <ac:spMkLst>
            <pc:docMk/>
            <pc:sldMk cId="1956434879" sldId="262"/>
            <ac:spMk id="8" creationId="{54EFFC78-CBF4-4FD8-9964-BDE675A02D4D}"/>
          </ac:spMkLst>
        </pc:spChg>
        <pc:cxnChg chg="del">
          <ac:chgData name="Russ Henderson" userId="1a9b2c94-14ea-443c-90c9-9fd3fcb66448" providerId="ADAL" clId="{6BF9A4BF-0DF1-4972-A686-D522D97E8780}" dt="2020-09-08T13:58:53.742" v="22" actId="478"/>
          <ac:cxnSpMkLst>
            <pc:docMk/>
            <pc:sldMk cId="1956434879" sldId="262"/>
            <ac:cxnSpMk id="4" creationId="{93EC93F6-55CE-4F6C-8C41-6D020B840485}"/>
          </ac:cxnSpMkLst>
        </pc:cxnChg>
        <pc:cxnChg chg="del">
          <ac:chgData name="Russ Henderson" userId="1a9b2c94-14ea-443c-90c9-9fd3fcb66448" providerId="ADAL" clId="{6BF9A4BF-0DF1-4972-A686-D522D97E8780}" dt="2020-09-08T13:58:53.742" v="22" actId="478"/>
          <ac:cxnSpMkLst>
            <pc:docMk/>
            <pc:sldMk cId="1956434879" sldId="262"/>
            <ac:cxnSpMk id="5" creationId="{91CBD2FC-0473-407C-9FD0-D2B229513DC1}"/>
          </ac:cxnSpMkLst>
        </pc:cxnChg>
      </pc:sldChg>
    </pc:docChg>
  </pc:docChgLst>
  <pc:docChgLst>
    <pc:chgData name="Mark Hanson" userId="f2be9522-6338-4975-883c-af9ff5125fcb" providerId="ADAL" clId="{510B0776-DB86-4B8A-9988-B9296BFB0C42}"/>
    <pc:docChg chg="undo custSel modSld">
      <pc:chgData name="Mark Hanson" userId="f2be9522-6338-4975-883c-af9ff5125fcb" providerId="ADAL" clId="{510B0776-DB86-4B8A-9988-B9296BFB0C42}" dt="2020-10-19T17:46:15.121" v="1" actId="1076"/>
      <pc:docMkLst>
        <pc:docMk/>
      </pc:docMkLst>
      <pc:sldChg chg="modSp mod">
        <pc:chgData name="Mark Hanson" userId="f2be9522-6338-4975-883c-af9ff5125fcb" providerId="ADAL" clId="{510B0776-DB86-4B8A-9988-B9296BFB0C42}" dt="2020-10-19T17:46:15.121" v="1" actId="1076"/>
        <pc:sldMkLst>
          <pc:docMk/>
          <pc:sldMk cId="1173897663" sldId="261"/>
        </pc:sldMkLst>
        <pc:spChg chg="mod">
          <ac:chgData name="Mark Hanson" userId="f2be9522-6338-4975-883c-af9ff5125fcb" providerId="ADAL" clId="{510B0776-DB86-4B8A-9988-B9296BFB0C42}" dt="2020-10-19T17:46:15.121" v="1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Mark Hanson" userId="f2be9522-6338-4975-883c-af9ff5125fcb" providerId="ADAL" clId="{0A13F318-99E4-45A4-A5EE-9A35B23EACAE}"/>
    <pc:docChg chg="custSel modSld">
      <pc:chgData name="Mark Hanson" userId="f2be9522-6338-4975-883c-af9ff5125fcb" providerId="ADAL" clId="{0A13F318-99E4-45A4-A5EE-9A35B23EACAE}" dt="2020-08-25T21:32:01.048" v="6" actId="20577"/>
      <pc:docMkLst>
        <pc:docMk/>
      </pc:docMkLst>
      <pc:sldChg chg="modSp mod">
        <pc:chgData name="Mark Hanson" userId="f2be9522-6338-4975-883c-af9ff5125fcb" providerId="ADAL" clId="{0A13F318-99E4-45A4-A5EE-9A35B23EACAE}" dt="2020-08-25T21:32:01.048" v="6" actId="20577"/>
        <pc:sldMkLst>
          <pc:docMk/>
          <pc:sldMk cId="1173897663" sldId="261"/>
        </pc:sldMkLst>
        <pc:spChg chg="mod">
          <ac:chgData name="Mark Hanson" userId="f2be9522-6338-4975-883c-af9ff5125fcb" providerId="ADAL" clId="{0A13F318-99E4-45A4-A5EE-9A35B23EACAE}" dt="2020-08-25T21:32:01.048" v="6" actId="20577"/>
          <ac:spMkLst>
            <pc:docMk/>
            <pc:sldMk cId="1173897663" sldId="261"/>
            <ac:spMk id="56" creationId="{B1003535-DD27-47C0-B59A-E47FE84DE96D}"/>
          </ac:spMkLst>
        </pc:spChg>
      </pc:sldChg>
      <pc:sldChg chg="addSp delSp modSp mod">
        <pc:chgData name="Mark Hanson" userId="f2be9522-6338-4975-883c-af9ff5125fcb" providerId="ADAL" clId="{0A13F318-99E4-45A4-A5EE-9A35B23EACAE}" dt="2020-08-25T21:31:17.469" v="4" actId="14100"/>
        <pc:sldMkLst>
          <pc:docMk/>
          <pc:sldMk cId="2550420645" sldId="263"/>
        </pc:sldMkLst>
        <pc:picChg chg="add mod">
          <ac:chgData name="Mark Hanson" userId="f2be9522-6338-4975-883c-af9ff5125fcb" providerId="ADAL" clId="{0A13F318-99E4-45A4-A5EE-9A35B23EACAE}" dt="2020-08-25T21:31:17.469" v="4" actId="14100"/>
          <ac:picMkLst>
            <pc:docMk/>
            <pc:sldMk cId="2550420645" sldId="263"/>
            <ac:picMk id="3" creationId="{CCB5E9E5-D24B-45AE-9266-8286C56122F1}"/>
          </ac:picMkLst>
        </pc:picChg>
        <pc:picChg chg="del">
          <ac:chgData name="Mark Hanson" userId="f2be9522-6338-4975-883c-af9ff5125fcb" providerId="ADAL" clId="{0A13F318-99E4-45A4-A5EE-9A35B23EACAE}" dt="2020-08-25T21:31:03.664" v="0" actId="478"/>
          <ac:picMkLst>
            <pc:docMk/>
            <pc:sldMk cId="2550420645" sldId="263"/>
            <ac:picMk id="8" creationId="{E2ADB677-9B03-46B1-8EF8-F5C1F09493D5}"/>
          </ac:picMkLst>
        </pc:picChg>
      </pc:sldChg>
    </pc:docChg>
  </pc:docChgLst>
  <pc:docChgLst>
    <pc:chgData name="Russ Henderson" userId="1a9b2c94-14ea-443c-90c9-9fd3fcb66448" providerId="ADAL" clId="{3AE1A7C2-60FA-4E1C-A94B-03935BDBF4F4}"/>
    <pc:docChg chg="undo custSel modSld">
      <pc:chgData name="Russ Henderson" userId="1a9b2c94-14ea-443c-90c9-9fd3fcb66448" providerId="ADAL" clId="{3AE1A7C2-60FA-4E1C-A94B-03935BDBF4F4}" dt="2020-08-18T14:20:47.932" v="671" actId="20577"/>
      <pc:docMkLst>
        <pc:docMk/>
      </pc:docMkLst>
      <pc:sldChg chg="addSp modSp mod">
        <pc:chgData name="Russ Henderson" userId="1a9b2c94-14ea-443c-90c9-9fd3fcb66448" providerId="ADAL" clId="{3AE1A7C2-60FA-4E1C-A94B-03935BDBF4F4}" dt="2020-08-18T14:20:47.932" v="67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AE1A7C2-60FA-4E1C-A94B-03935BDBF4F4}" dt="2020-08-18T14:10:19.033" v="16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AE1A7C2-60FA-4E1C-A94B-03935BDBF4F4}" dt="2020-08-18T14:20:47.932" v="671" actId="20577"/>
          <ac:spMkLst>
            <pc:docMk/>
            <pc:sldMk cId="1173897663" sldId="261"/>
            <ac:spMk id="7" creationId="{AB9C70F5-AB10-472A-9D6A-2B8EF001CA0E}"/>
          </ac:spMkLst>
        </pc:spChg>
        <pc:spChg chg="add mod">
          <ac:chgData name="Russ Henderson" userId="1a9b2c94-14ea-443c-90c9-9fd3fcb66448" providerId="ADAL" clId="{3AE1A7C2-60FA-4E1C-A94B-03935BDBF4F4}" dt="2020-08-18T14:09:53.276" v="153" actId="1038"/>
          <ac:spMkLst>
            <pc:docMk/>
            <pc:sldMk cId="1173897663" sldId="261"/>
            <ac:spMk id="8" creationId="{D316B60C-1F2F-4586-B90F-CB792B9D4E61}"/>
          </ac:spMkLst>
        </pc:spChg>
        <pc:spChg chg="mod">
          <ac:chgData name="Russ Henderson" userId="1a9b2c94-14ea-443c-90c9-9fd3fcb66448" providerId="ADAL" clId="{3AE1A7C2-60FA-4E1C-A94B-03935BDBF4F4}" dt="2020-08-18T14:19:27.666" v="395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AE1A7C2-60FA-4E1C-A94B-03935BDBF4F4}" dt="2020-08-18T14:20:28.186" v="628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3AE1A7C2-60FA-4E1C-A94B-03935BDBF4F4}" dt="2020-08-18T14:09:27.772" v="108" actId="1036"/>
          <ac:spMkLst>
            <pc:docMk/>
            <pc:sldMk cId="1173897663" sldId="261"/>
            <ac:spMk id="47" creationId="{E6953A68-610C-4B85-946B-84D8FF9CF291}"/>
          </ac:spMkLst>
        </pc:spChg>
        <pc:spChg chg="mod">
          <ac:chgData name="Russ Henderson" userId="1a9b2c94-14ea-443c-90c9-9fd3fcb66448" providerId="ADAL" clId="{3AE1A7C2-60FA-4E1C-A94B-03935BDBF4F4}" dt="2020-08-18T14:10:06.678" v="162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3AE1A7C2-60FA-4E1C-A94B-03935BDBF4F4}" dt="2020-08-18T14:10:06.678" v="162" actId="103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3AE1A7C2-60FA-4E1C-A94B-03935BDBF4F4}" dt="2020-08-18T14:09:17.171" v="61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3AE1A7C2-60FA-4E1C-A94B-03935BDBF4F4}" dt="2020-08-18T14:10:14.765" v="166" actId="103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3AE1A7C2-60FA-4E1C-A94B-03935BDBF4F4}" dt="2020-08-18T14:09:35.351" v="139" actId="1036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3AE1A7C2-60FA-4E1C-A94B-03935BDBF4F4}" dt="2020-08-18T14:08:34.289" v="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3AE1A7C2-60FA-4E1C-A94B-03935BDBF4F4}" dt="2020-08-18T14:08:29.920" v="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addSp modSp mod">
        <pc:chgData name="Russ Henderson" userId="1a9b2c94-14ea-443c-90c9-9fd3fcb66448" providerId="ADAL" clId="{3AE1A7C2-60FA-4E1C-A94B-03935BDBF4F4}" dt="2020-08-18T14:18:42.729" v="284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3AE1A7C2-60FA-4E1C-A94B-03935BDBF4F4}" dt="2020-08-18T14:17:25.652" v="272" actId="1038"/>
          <ac:spMkLst>
            <pc:docMk/>
            <pc:sldMk cId="1956434879" sldId="262"/>
            <ac:spMk id="6" creationId="{D5F06A8A-3544-487A-AC0E-D80BF7D64CFE}"/>
          </ac:spMkLst>
        </pc:spChg>
        <pc:spChg chg="add mod">
          <ac:chgData name="Russ Henderson" userId="1a9b2c94-14ea-443c-90c9-9fd3fcb66448" providerId="ADAL" clId="{3AE1A7C2-60FA-4E1C-A94B-03935BDBF4F4}" dt="2020-08-18T14:18:18.483" v="277" actId="20577"/>
          <ac:spMkLst>
            <pc:docMk/>
            <pc:sldMk cId="1956434879" sldId="262"/>
            <ac:spMk id="8" creationId="{54EFFC78-CBF4-4FD8-9964-BDE675A02D4D}"/>
          </ac:spMkLst>
        </pc:spChg>
        <pc:cxnChg chg="add mod">
          <ac:chgData name="Russ Henderson" userId="1a9b2c94-14ea-443c-90c9-9fd3fcb66448" providerId="ADAL" clId="{3AE1A7C2-60FA-4E1C-A94B-03935BDBF4F4}" dt="2020-08-18T14:18:00.473" v="274" actId="208"/>
          <ac:cxnSpMkLst>
            <pc:docMk/>
            <pc:sldMk cId="1956434879" sldId="262"/>
            <ac:cxnSpMk id="4" creationId="{93EC93F6-55CE-4F6C-8C41-6D020B840485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Elekta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BassPro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</c:v>
                </c:pt>
                <c:pt idx="1">
                  <c:v>17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Providence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12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E5-4A15-A705-B9F781274E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0.63492063492063489</c:v>
                </c:pt>
                <c:pt idx="1">
                  <c:v>0.59523809523809523</c:v>
                </c:pt>
                <c:pt idx="2">
                  <c:v>0.65674603174603174</c:v>
                </c:pt>
                <c:pt idx="3">
                  <c:v>0.91269841269841268</c:v>
                </c:pt>
                <c:pt idx="4">
                  <c:v>0.99206349206349209</c:v>
                </c:pt>
                <c:pt idx="5">
                  <c:v>0.95238095238095233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160</c:v>
                      </c:pt>
                      <c:pt idx="1">
                        <c:v>150</c:v>
                      </c:pt>
                      <c:pt idx="2">
                        <c:v>165.5</c:v>
                      </c:pt>
                      <c:pt idx="3">
                        <c:v>230</c:v>
                      </c:pt>
                      <c:pt idx="4">
                        <c:v>250</c:v>
                      </c:pt>
                      <c:pt idx="5">
                        <c:v>240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</c:v>
                </c:pt>
                <c:pt idx="1">
                  <c:v>35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0.8214285714285714</c:v>
                </c:pt>
                <c:pt idx="1">
                  <c:v>0.62301587301587302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Billed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207</c:v>
                      </c:pt>
                      <c:pt idx="1">
                        <c:v>157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Dashboard- 10/6/2020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17710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0000"/>
                </a:highlight>
              </a:rPr>
              <a:t>Hussmann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389174"/>
            <a:ext cx="1575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Panasonic (LZ, </a:t>
            </a:r>
            <a:r>
              <a:rPr lang="en-US" sz="1000" dirty="0" err="1"/>
              <a:t>Mig</a:t>
            </a:r>
            <a:r>
              <a:rPr lang="en-US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CU Direct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Univ of Wisconsin (LZ)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Service Expansion</a:t>
            </a:r>
          </a:p>
          <a:p>
            <a:pPr lvl="1"/>
            <a:r>
              <a:rPr lang="en-US" sz="1000" dirty="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Azure VMware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WVD </a:t>
            </a:r>
            <a:r>
              <a:rPr lang="en-US" sz="1000" dirty="0" err="1"/>
              <a:t>Quickstart</a:t>
            </a:r>
            <a:r>
              <a:rPr lang="en-US" sz="1000" dirty="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/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00709"/>
            <a:ext cx="2961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Hussmann – major pushback from the app owners on their end.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66112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2778157" y="2379366"/>
            <a:ext cx="1616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On Hold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32540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6" y="2711845"/>
            <a:ext cx="1903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Flow Intl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LZ deployment and code improvements – more standardized approach, easier deployment methods.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2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374793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671036"/>
            <a:ext cx="16446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Substantial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CDW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Stone Brewing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C70F5-AB10-472A-9D6A-2B8EF001CA0E}"/>
              </a:ext>
            </a:extLst>
          </p:cNvPr>
          <p:cNvSpPr txBox="1"/>
          <p:nvPr/>
        </p:nvSpPr>
        <p:spPr>
          <a:xfrm>
            <a:off x="4956330" y="964796"/>
            <a:ext cx="6063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See next slide for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BassPro is ramping up, and looks like it will be extended until mid-end of September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Elekta will likely have to be reduced in a week or two until migrations get started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Providence should start ramping up in the next week or two as applications are discovered and planned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6B60C-1F2F-4586-B90F-CB792B9D4E61}"/>
              </a:ext>
            </a:extLst>
          </p:cNvPr>
          <p:cNvSpPr txBox="1"/>
          <p:nvPr/>
        </p:nvSpPr>
        <p:spPr>
          <a:xfrm>
            <a:off x="2086193" y="232862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400F1-85C0-4737-9A2F-A5B3E9BB4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3" y="636923"/>
            <a:ext cx="9934514" cy="558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9151165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7341417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3319565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6041749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769C7C-D2D7-4B2B-96BE-2857F7180038}">
  <ds:schemaRefs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2c4e1b44-4198-4e94-9bea-673078799ec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A6E3BB4-58CD-4656-8CAC-A4855EB20FDB}"/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289</Words>
  <Application>Microsoft Office PowerPoint</Application>
  <PresentationFormat>Widescreen</PresentationFormat>
  <Paragraphs>96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Mark Hanson</cp:lastModifiedBy>
  <cp:revision>2</cp:revision>
  <dcterms:created xsi:type="dcterms:W3CDTF">2020-07-21T14:33:41Z</dcterms:created>
  <dcterms:modified xsi:type="dcterms:W3CDTF">2020-10-19T17:46:45Z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