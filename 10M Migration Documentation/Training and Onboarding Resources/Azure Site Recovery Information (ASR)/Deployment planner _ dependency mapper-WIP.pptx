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customXml/itemProps4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65.xml" ContentType="application/vnd.openxmlformats-officedocument.presentationml.slideLayout+xml"/>
  <Override PartName="/ppt/slideLayouts/slideLayout66.xml" ContentType="application/vnd.openxmlformats-officedocument.presentationml.slideLayout+xml"/>
  <Override PartName="/ppt/slideLayouts/slideLayout67.xml" ContentType="application/vnd.openxmlformats-officedocument.presentationml.slideLayout+xml"/>
  <Override PartName="/ppt/slideLayouts/slideLayout68.xml" ContentType="application/vnd.openxmlformats-officedocument.presentationml.slideLayout+xml"/>
  <Override PartName="/ppt/slideLayouts/slideLayout69.xml" ContentType="application/vnd.openxmlformats-officedocument.presentationml.slideLayout+xml"/>
  <Override PartName="/ppt/slideLayouts/slideLayout70.xml" ContentType="application/vnd.openxmlformats-officedocument.presentationml.slideLayout+xml"/>
  <Override PartName="/ppt/slideLayouts/slideLayout71.xml" ContentType="application/vnd.openxmlformats-officedocument.presentationml.slideLayout+xml"/>
  <Override PartName="/ppt/slideLayouts/slideLayout72.xml" ContentType="application/vnd.openxmlformats-officedocument.presentationml.slideLayout+xml"/>
  <Override PartName="/ppt/slideLayouts/slideLayout73.xml" ContentType="application/vnd.openxmlformats-officedocument.presentationml.slideLayout+xml"/>
  <Override PartName="/ppt/slideLayouts/slideLayout74.xml" ContentType="application/vnd.openxmlformats-officedocument.presentationml.slideLayout+xml"/>
  <Override PartName="/ppt/slideLayouts/slideLayout75.xml" ContentType="application/vnd.openxmlformats-officedocument.presentationml.slideLayout+xml"/>
  <Override PartName="/ppt/slideLayouts/slideLayout76.xml" ContentType="application/vnd.openxmlformats-officedocument.presentationml.slideLayout+xml"/>
  <Override PartName="/ppt/slideLayouts/slideLayout77.xml" ContentType="application/vnd.openxmlformats-officedocument.presentationml.slideLayout+xml"/>
  <Override PartName="/ppt/slideLayouts/slideLayout78.xml" ContentType="application/vnd.openxmlformats-officedocument.presentationml.slideLayout+xml"/>
  <Override PartName="/ppt/slideLayouts/slideLayout79.xml" ContentType="application/vnd.openxmlformats-officedocument.presentationml.slideLayout+xml"/>
  <Override PartName="/ppt/slideLayouts/slideLayout80.xml" ContentType="application/vnd.openxmlformats-officedocument.presentationml.slideLayout+xml"/>
  <Override PartName="/ppt/slideLayouts/slideLayout81.xml" ContentType="application/vnd.openxmlformats-officedocument.presentationml.slideLayout+xml"/>
  <Override PartName="/ppt/slideLayouts/slideLayout82.xml" ContentType="application/vnd.openxmlformats-officedocument.presentationml.slideLayout+xml"/>
  <Override PartName="/ppt/slideLayouts/slideLayout8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16" r:id="rId5"/>
  </p:sldMasterIdLst>
  <p:notesMasterIdLst>
    <p:notesMasterId r:id="rId16"/>
  </p:notesMasterIdLst>
  <p:handoutMasterIdLst>
    <p:handoutMasterId r:id="rId17"/>
  </p:handoutMasterIdLst>
  <p:sldIdLst>
    <p:sldId id="294" r:id="rId6"/>
    <p:sldId id="295" r:id="rId7"/>
    <p:sldId id="296" r:id="rId8"/>
    <p:sldId id="297" r:id="rId9"/>
    <p:sldId id="306" r:id="rId10"/>
    <p:sldId id="298" r:id="rId11"/>
    <p:sldId id="302" r:id="rId12"/>
    <p:sldId id="301" r:id="rId13"/>
    <p:sldId id="305" r:id="rId14"/>
    <p:sldId id="265" r:id="rId1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Guidelines and Best Practices" id="{3AED45FF-E823-400D-9EF9-7F78CFE8D542}">
          <p14:sldIdLst/>
        </p14:section>
        <p14:section name="Start PPT" id="{3F3D9734-B858-4FB2-9B7E-31AFFD62E3C1}">
          <p14:sldIdLst>
            <p14:sldId id="294"/>
            <p14:sldId id="295"/>
            <p14:sldId id="296"/>
            <p14:sldId id="297"/>
            <p14:sldId id="306"/>
            <p14:sldId id="298"/>
            <p14:sldId id="302"/>
            <p14:sldId id="301"/>
            <p14:sldId id="305"/>
            <p14:sldId id="265"/>
          </p14:sldIdLst>
        </p14:section>
      </p14:sectionLst>
    </p:ex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Alex Brown" initials="AB" lastIdx="6" clrIdx="0">
    <p:extLst>
      <p:ext uri="{19B8F6BF-5375-455C-9EA6-DF929625EA0E}">
        <p15:presenceInfo xmlns:p15="http://schemas.microsoft.com/office/powerpoint/2012/main" userId="S::alex@10thmagnitude.com::50b7bf4c-7676-4ac1-9a0b-718b5a795b75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52125"/>
    <a:srgbClr val="F1F1EF"/>
    <a:srgbClr val="DDDDDD"/>
    <a:srgbClr val="C0C0C0"/>
    <a:srgbClr val="EAEAEA"/>
    <a:srgbClr val="2DAB95"/>
    <a:srgbClr val="215691"/>
    <a:srgbClr val="FFFFFF"/>
    <a:srgbClr val="F26322"/>
    <a:srgbClr val="B2AC9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  <p:ext uri="{1BD7E111-0CB8-44D6-8891-C1BB2F81B7CC}">
      <p1710:readonlyRecommended xmlns:p1710="http://schemas.microsoft.com/office/powerpoint/2017/10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1E171933-4619-4E11-9A3F-F7608DF75F80}" styleName="Medium Style 1 - Accent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4">
              <a:tint val="20000"/>
            </a:schemeClr>
          </a:solidFill>
        </a:fill>
      </a:tcStyle>
    </a:band1H>
    <a:band1V>
      <a:tcStyle>
        <a:tcBdr/>
        <a:fill>
          <a:solidFill>
            <a:schemeClr val="accent4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Row>
  </a:tblStyle>
  <a:tblStyle styleId="{B301B821-A1FF-4177-AEE7-76D212191A09}" styleName="Medium Style 1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793D81CF-94F2-401A-BA57-92F5A7B2D0C5}" styleName="Medium Style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  <a:tblStyle styleId="{7E9639D4-E3E2-4D34-9284-5A2195B3D0D7}" styleName="Light Styl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59" d="100"/>
          <a:sy n="159" d="100"/>
        </p:scale>
        <p:origin x="276" y="1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>
        <p:scale>
          <a:sx n="1" d="2"/>
          <a:sy n="1" d="2"/>
        </p:scale>
        <p:origin x="0" y="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3.xml"/><Relationship Id="rId13" Type="http://schemas.openxmlformats.org/officeDocument/2006/relationships/slide" Target="slides/slide8.xml"/><Relationship Id="rId18" Type="http://schemas.openxmlformats.org/officeDocument/2006/relationships/commentAuthors" Target="commentAuthors.xml"/><Relationship Id="rId3" Type="http://schemas.openxmlformats.org/officeDocument/2006/relationships/customXml" Target="../customXml/item3.xml"/><Relationship Id="rId21" Type="http://schemas.openxmlformats.org/officeDocument/2006/relationships/theme" Target="theme/theme1.xml"/><Relationship Id="rId7" Type="http://schemas.openxmlformats.org/officeDocument/2006/relationships/slide" Target="slides/slide2.xml"/><Relationship Id="rId12" Type="http://schemas.openxmlformats.org/officeDocument/2006/relationships/slide" Target="slides/slide7.xml"/><Relationship Id="rId17" Type="http://schemas.openxmlformats.org/officeDocument/2006/relationships/handoutMaster" Target="handoutMasters/handoutMaster1.xml"/><Relationship Id="rId2" Type="http://schemas.openxmlformats.org/officeDocument/2006/relationships/customXml" Target="../customXml/item2.xml"/><Relationship Id="rId16" Type="http://schemas.openxmlformats.org/officeDocument/2006/relationships/notesMaster" Target="notesMasters/notesMaster1.xml"/><Relationship Id="rId20" Type="http://schemas.openxmlformats.org/officeDocument/2006/relationships/viewProps" Target="viewProps.xml"/><Relationship Id="rId11" Type="http://schemas.openxmlformats.org/officeDocument/2006/relationships/slide" Target="slides/slide6.xml"/><Relationship Id="rId6" Type="http://schemas.openxmlformats.org/officeDocument/2006/relationships/slide" Target="slides/slide1.xml"/><Relationship Id="rId5" Type="http://schemas.openxmlformats.org/officeDocument/2006/relationships/slideMaster" Target="slideMasters/slideMaster1.xml"/><Relationship Id="rId15" Type="http://schemas.openxmlformats.org/officeDocument/2006/relationships/slide" Target="slides/slide10.xml"/><Relationship Id="rId10" Type="http://schemas.openxmlformats.org/officeDocument/2006/relationships/slide" Target="slides/slide5.xml"/><Relationship Id="rId19" Type="http://schemas.openxmlformats.org/officeDocument/2006/relationships/presProps" Target="presProps.xml"/><Relationship Id="rId4" Type="http://schemas.openxmlformats.org/officeDocument/2006/relationships/customXml" Target="../customXml/item4.xml"/><Relationship Id="rId9" Type="http://schemas.openxmlformats.org/officeDocument/2006/relationships/slide" Target="slides/slide4.xml"/><Relationship Id="rId14" Type="http://schemas.openxmlformats.org/officeDocument/2006/relationships/slide" Target="slides/slide9.xml"/><Relationship Id="rId22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E94A4F7F-F8C1-44FA-BDD1-6147D7289658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8474068-8D1F-44A1-9847-0BC00F94E7B1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AB3AFD1-C2A3-433B-8FEF-D7465F9A1AB9}" type="datetimeFigureOut">
              <a:rPr lang="en-US" smtClean="0"/>
              <a:t>4/13/2020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EF5872E-13E3-44F3-B859-5551A0FFF597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F702B1E-D569-4063-ADEC-C3ABB56432F7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8281677-4535-4437-B1C7-3731F6AB810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18255723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DCAF69C-96D0-9448-BCF0-A31C706EAED2}" type="datetimeFigureOut">
              <a:rPr lang="en-US" smtClean="0"/>
              <a:t>4/13/2020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7201AB1-CA0A-614A-919B-04C2597CF91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926366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2.png"/><Relationship Id="rId1" Type="http://schemas.openxmlformats.org/officeDocument/2006/relationships/slideMaster" Target="../slideMasters/slideMaster1.xml"/></Relationships>
</file>

<file path=ppt/slideLayouts/_rels/slideLayout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5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5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5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5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5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5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5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15.png"/></Relationships>
</file>

<file path=ppt/slideLayouts/_rels/slideLayout6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6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6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6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6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6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6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6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6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6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7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7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7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7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7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7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7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7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7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7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8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8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8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8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15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AD859845-B811-1543-82D4-C8F6A0800CFF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12500" r="20833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99B1C352-727C-F047-994A-B707A0F71EA0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266007" y="2661557"/>
            <a:ext cx="11654444" cy="2007736"/>
          </a:xfrm>
        </p:spPr>
        <p:txBody>
          <a:bodyPr anchor="b"/>
          <a:lstStyle>
            <a:lvl1pPr algn="ctr">
              <a:defRPr sz="6000" b="1">
                <a:solidFill>
                  <a:srgbClr val="F1F1EF"/>
                </a:solidFill>
                <a:latin typeface="+mj-lt"/>
                <a:cs typeface="Segoe UI" panose="020B0502040204020203" pitchFamily="34" charset="0"/>
              </a:defRPr>
            </a:lvl1pPr>
          </a:lstStyle>
          <a:p>
            <a:r>
              <a:rPr lang="en-US"/>
              <a:t>CLICK TO EDIT TITLE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5C87025-B3A2-C443-B755-ED8340E03CF2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266007" y="4816928"/>
            <a:ext cx="11654444" cy="440871"/>
          </a:xfrm>
        </p:spPr>
        <p:txBody>
          <a:bodyPr>
            <a:normAutofit/>
          </a:bodyPr>
          <a:lstStyle>
            <a:lvl1pPr marL="0" indent="0" algn="ctr">
              <a:buNone/>
              <a:defRPr sz="2000" b="0" i="0">
                <a:solidFill>
                  <a:srgbClr val="F1F1EF"/>
                </a:solidFill>
                <a:latin typeface="+mn-lt"/>
                <a:cs typeface="Segoe UI" panose="020B0502040204020203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subtitle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122DCA8-B922-934B-A931-B61C825CF91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22480" y="1061356"/>
            <a:ext cx="3147039" cy="1407886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CAF9FBEB-387C-4FFE-947A-5D9A5B8A243B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l="12500" r="20833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B4C9AF7F-5844-4D87-9A6B-33B0D708B54A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4522480" y="1061356"/>
            <a:ext cx="3147039" cy="14078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5558078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ustom Layou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22B55DC7-B8D0-4625-B71F-6D0AFE9622B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5" name="Title 1">
            <a:extLst>
              <a:ext uri="{FF2B5EF4-FFF2-40B4-BE49-F238E27FC236}">
                <a16:creationId xmlns:a16="http://schemas.microsoft.com/office/drawing/2014/main" id="{38FA3AD1-591D-4F75-A051-9933102FD323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268778" y="2653245"/>
            <a:ext cx="11654443" cy="2007736"/>
          </a:xfrm>
        </p:spPr>
        <p:txBody>
          <a:bodyPr anchor="b"/>
          <a:lstStyle>
            <a:lvl1pPr algn="ctr">
              <a:defRPr sz="6000" b="1">
                <a:solidFill>
                  <a:schemeClr val="tx2"/>
                </a:solidFill>
                <a:latin typeface="+mj-lt"/>
                <a:cs typeface="Segoe UI" panose="020B0502040204020203" pitchFamily="34" charset="0"/>
              </a:defRPr>
            </a:lvl1pPr>
          </a:lstStyle>
          <a:p>
            <a:r>
              <a:rPr lang="en-US"/>
              <a:t>CLICK TO EDIT TITLE</a:t>
            </a:r>
          </a:p>
        </p:txBody>
      </p:sp>
      <p:sp>
        <p:nvSpPr>
          <p:cNvPr id="6" name="Subtitle 2">
            <a:extLst>
              <a:ext uri="{FF2B5EF4-FFF2-40B4-BE49-F238E27FC236}">
                <a16:creationId xmlns:a16="http://schemas.microsoft.com/office/drawing/2014/main" id="{600639AB-FE0D-4476-979D-43E2D750D7F0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268778" y="4808616"/>
            <a:ext cx="11654443" cy="440871"/>
          </a:xfrm>
        </p:spPr>
        <p:txBody>
          <a:bodyPr>
            <a:normAutofit/>
          </a:bodyPr>
          <a:lstStyle>
            <a:lvl1pPr marL="0" indent="0" algn="ctr">
              <a:buNone/>
              <a:defRPr sz="2000" b="0" i="0">
                <a:solidFill>
                  <a:schemeClr val="tx2"/>
                </a:solidFill>
                <a:latin typeface="+mn-lt"/>
                <a:cs typeface="Segoe UI" panose="020B0502040204020203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subtitle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B0663268-9D23-481A-A733-D598391A0366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8018979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5_Section Head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5642752D-0D8E-45C3-9249-5CEDBE11F91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FA12A0A7-4CF2-4743-858C-719C761D6A7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1850" y="1709738"/>
            <a:ext cx="10515600" cy="2852737"/>
          </a:xfrm>
        </p:spPr>
        <p:txBody>
          <a:bodyPr anchor="b">
            <a:normAutofit/>
          </a:bodyPr>
          <a:lstStyle>
            <a:lvl1pPr>
              <a:defRPr sz="4400" b="1">
                <a:solidFill>
                  <a:srgbClr val="F1F1EF"/>
                </a:solidFill>
                <a:latin typeface="+mj-lt"/>
                <a:cs typeface="Segoe UI" panose="020B0502040204020203" pitchFamily="34" charset="0"/>
              </a:defRPr>
            </a:lvl1pPr>
          </a:lstStyle>
          <a:p>
            <a:r>
              <a:rPr lang="en-US"/>
              <a:t>CLICK TO EDIT TITLE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4AB00D5-0002-EB43-B596-CD3FCE26D7FF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rgbClr val="F1F1EF"/>
                </a:solidFill>
                <a:latin typeface="+mn-lt"/>
                <a:cs typeface="Segoe UI" panose="020B0502040204020203" pitchFamily="34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subtitle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87B315BF-030E-704F-AC88-07233555212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41667" y="5725249"/>
            <a:ext cx="1042416" cy="937623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3BFE351E-B0FF-401A-8C59-B8244B19EB96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7A1779BE-3857-4BBD-A154-C658AAADA472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0941667" y="5725249"/>
            <a:ext cx="1042416" cy="9376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8319794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onten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E96BAE-F822-E34A-990A-9C2771C072A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>
            <a:normAutofit/>
          </a:bodyPr>
          <a:lstStyle>
            <a:lvl1pPr>
              <a:defRPr sz="4000" b="1">
                <a:solidFill>
                  <a:schemeClr val="accent2"/>
                </a:solidFill>
                <a:latin typeface="+mj-lt"/>
                <a:cs typeface="Segoe UI" panose="020B0502040204020203" pitchFamily="34" charset="0"/>
              </a:defRPr>
            </a:lvl1pPr>
          </a:lstStyle>
          <a:p>
            <a:r>
              <a:rPr lang="en-US"/>
              <a:t>CLICK TO EDIT TITLE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DAB2EFE-DD9F-E146-A0F0-1CC9263E135A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838200" y="1825625"/>
            <a:ext cx="10515600" cy="4351338"/>
          </a:xfrm>
        </p:spPr>
        <p:txBody>
          <a:bodyPr/>
          <a:lstStyle>
            <a:lvl1pPr>
              <a:lnSpc>
                <a:spcPct val="100000"/>
              </a:lnSpc>
              <a:spcAft>
                <a:spcPts val="600"/>
              </a:spcAft>
              <a:defRPr sz="2400">
                <a:solidFill>
                  <a:schemeClr val="tx1"/>
                </a:solidFill>
                <a:latin typeface="+mn-lt"/>
                <a:cs typeface="Segoe UI" panose="020B0502040204020203" pitchFamily="34" charset="0"/>
              </a:defRPr>
            </a:lvl1pPr>
            <a:lvl2pPr>
              <a:lnSpc>
                <a:spcPct val="100000"/>
              </a:lnSpc>
              <a:spcAft>
                <a:spcPts val="600"/>
              </a:spcAft>
              <a:defRPr sz="2000">
                <a:solidFill>
                  <a:schemeClr val="tx1"/>
                </a:solidFill>
                <a:latin typeface="+mn-lt"/>
                <a:cs typeface="Segoe UI" panose="020B0502040204020203" pitchFamily="34" charset="0"/>
              </a:defRPr>
            </a:lvl2pPr>
            <a:lvl3pPr>
              <a:lnSpc>
                <a:spcPct val="100000"/>
              </a:lnSpc>
              <a:spcAft>
                <a:spcPts val="600"/>
              </a:spcAft>
              <a:defRPr sz="1800">
                <a:solidFill>
                  <a:schemeClr val="tx1"/>
                </a:solidFill>
                <a:latin typeface="+mn-lt"/>
                <a:cs typeface="Segoe UI" panose="020B0502040204020203" pitchFamily="34" charset="0"/>
              </a:defRPr>
            </a:lvl3pPr>
            <a:lvl4pPr>
              <a:lnSpc>
                <a:spcPct val="100000"/>
              </a:lnSpc>
              <a:spcAft>
                <a:spcPts val="0"/>
              </a:spcAft>
              <a:defRPr sz="1600">
                <a:solidFill>
                  <a:schemeClr val="tx1"/>
                </a:solidFill>
                <a:latin typeface="+mn-lt"/>
                <a:cs typeface="Segoe UI" panose="020B0502040204020203" pitchFamily="34" charset="0"/>
              </a:defRPr>
            </a:lvl4pPr>
            <a:lvl5pPr>
              <a:lnSpc>
                <a:spcPct val="100000"/>
              </a:lnSpc>
              <a:spcAft>
                <a:spcPts val="0"/>
              </a:spcAft>
              <a:defRPr sz="1400">
                <a:solidFill>
                  <a:schemeClr val="tx1"/>
                </a:solidFill>
                <a:latin typeface="+mn-lt"/>
                <a:cs typeface="Segoe UI" panose="020B0502040204020203" pitchFamily="34" charset="0"/>
              </a:defRPr>
            </a:lvl5pPr>
          </a:lstStyle>
          <a:p>
            <a:pPr lvl="0"/>
            <a:r>
              <a:rPr lang="en-US"/>
              <a:t>Click to edit text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9DB85484-F698-6E44-9BC7-625676C8120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53799" y="6102302"/>
            <a:ext cx="630283" cy="566921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88134E87-7756-A448-85CF-70F97B3E0E16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47786" r="48893"/>
          <a:stretch/>
        </p:blipFill>
        <p:spPr>
          <a:xfrm>
            <a:off x="5442" y="0"/>
            <a:ext cx="404949" cy="685800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4AA4988B-65AB-4EA1-AE5D-04CF940B31A1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1353799" y="6102302"/>
            <a:ext cx="630283" cy="566921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7C9F9772-CE11-4545-8A59-7FFEC939094F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/>
          <a:srcRect l="47786" r="48893"/>
          <a:stretch/>
        </p:blipFill>
        <p:spPr>
          <a:xfrm>
            <a:off x="5442" y="0"/>
            <a:ext cx="404949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5826789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1_Two Conten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E54D9B-8987-0D4C-A48D-AC224E43243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>
            <a:normAutofit/>
          </a:bodyPr>
          <a:lstStyle>
            <a:lvl1pPr>
              <a:defRPr sz="4000" b="1">
                <a:solidFill>
                  <a:schemeClr val="accent2"/>
                </a:solidFill>
                <a:latin typeface="+mj-lt"/>
                <a:cs typeface="Segoe UI" panose="020B0502040204020203" pitchFamily="34" charset="0"/>
              </a:defRPr>
            </a:lvl1pPr>
          </a:lstStyle>
          <a:p>
            <a:r>
              <a:rPr lang="en-US"/>
              <a:t>CLICK TO EDIT TITLE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830977D-D50B-F34A-A72B-3B2E6C9B12F6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838200" y="1825625"/>
            <a:ext cx="5181600" cy="4351338"/>
          </a:xfrm>
        </p:spPr>
        <p:txBody>
          <a:bodyPr/>
          <a:lstStyle>
            <a:lvl1pPr>
              <a:lnSpc>
                <a:spcPct val="100000"/>
              </a:lnSpc>
              <a:defRPr sz="2400">
                <a:solidFill>
                  <a:schemeClr val="tx1"/>
                </a:solidFill>
                <a:latin typeface="+mn-lt"/>
                <a:cs typeface="Segoe UI" panose="020B0502040204020203" pitchFamily="34" charset="0"/>
              </a:defRPr>
            </a:lvl1pPr>
            <a:lvl2pPr>
              <a:lnSpc>
                <a:spcPct val="100000"/>
              </a:lnSpc>
              <a:defRPr sz="2000">
                <a:solidFill>
                  <a:schemeClr val="tx1"/>
                </a:solidFill>
                <a:latin typeface="+mn-lt"/>
                <a:cs typeface="Segoe UI" panose="020B0502040204020203" pitchFamily="34" charset="0"/>
              </a:defRPr>
            </a:lvl2pPr>
            <a:lvl3pPr>
              <a:lnSpc>
                <a:spcPct val="100000"/>
              </a:lnSpc>
              <a:defRPr sz="1800">
                <a:solidFill>
                  <a:schemeClr val="tx1"/>
                </a:solidFill>
                <a:latin typeface="+mn-lt"/>
                <a:cs typeface="Segoe UI" panose="020B0502040204020203" pitchFamily="34" charset="0"/>
              </a:defRPr>
            </a:lvl3pPr>
            <a:lvl4pPr>
              <a:lnSpc>
                <a:spcPct val="100000"/>
              </a:lnSpc>
              <a:defRPr sz="1600">
                <a:solidFill>
                  <a:schemeClr val="tx1"/>
                </a:solidFill>
                <a:latin typeface="+mn-lt"/>
                <a:cs typeface="Segoe UI" panose="020B0502040204020203" pitchFamily="34" charset="0"/>
              </a:defRPr>
            </a:lvl4pPr>
            <a:lvl5pPr>
              <a:lnSpc>
                <a:spcPct val="100000"/>
              </a:lnSpc>
              <a:defRPr sz="1400">
                <a:solidFill>
                  <a:schemeClr val="tx1"/>
                </a:solidFill>
                <a:latin typeface="+mn-lt"/>
                <a:cs typeface="Segoe UI" panose="020B0502040204020203" pitchFamily="34" charset="0"/>
              </a:defRPr>
            </a:lvl5pPr>
          </a:lstStyle>
          <a:p>
            <a:pPr lvl="0"/>
            <a:r>
              <a:rPr lang="en-US"/>
              <a:t>Click to edit text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66A8F47-B8E2-2147-BF7A-36D46A6796E7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6172200" y="1825625"/>
            <a:ext cx="5181600" cy="4351338"/>
          </a:xfrm>
        </p:spPr>
        <p:txBody>
          <a:bodyPr/>
          <a:lstStyle>
            <a:lvl1pPr>
              <a:lnSpc>
                <a:spcPct val="100000"/>
              </a:lnSpc>
              <a:defRPr sz="2400">
                <a:solidFill>
                  <a:schemeClr val="tx1"/>
                </a:solidFill>
                <a:latin typeface="+mn-lt"/>
                <a:cs typeface="Segoe UI" panose="020B0502040204020203" pitchFamily="34" charset="0"/>
              </a:defRPr>
            </a:lvl1pPr>
            <a:lvl2pPr>
              <a:lnSpc>
                <a:spcPct val="100000"/>
              </a:lnSpc>
              <a:defRPr sz="2000">
                <a:solidFill>
                  <a:schemeClr val="tx1"/>
                </a:solidFill>
                <a:latin typeface="+mn-lt"/>
                <a:cs typeface="Segoe UI" panose="020B0502040204020203" pitchFamily="34" charset="0"/>
              </a:defRPr>
            </a:lvl2pPr>
            <a:lvl3pPr>
              <a:lnSpc>
                <a:spcPct val="100000"/>
              </a:lnSpc>
              <a:defRPr sz="1800">
                <a:solidFill>
                  <a:schemeClr val="tx1"/>
                </a:solidFill>
                <a:latin typeface="+mn-lt"/>
                <a:cs typeface="Segoe UI" panose="020B0502040204020203" pitchFamily="34" charset="0"/>
              </a:defRPr>
            </a:lvl3pPr>
            <a:lvl4pPr>
              <a:lnSpc>
                <a:spcPct val="100000"/>
              </a:lnSpc>
              <a:defRPr sz="1600">
                <a:solidFill>
                  <a:schemeClr val="tx1"/>
                </a:solidFill>
                <a:latin typeface="+mn-lt"/>
                <a:cs typeface="Segoe UI" panose="020B0502040204020203" pitchFamily="34" charset="0"/>
              </a:defRPr>
            </a:lvl4pPr>
            <a:lvl5pPr>
              <a:lnSpc>
                <a:spcPct val="100000"/>
              </a:lnSpc>
              <a:defRPr sz="1400">
                <a:solidFill>
                  <a:schemeClr val="tx1"/>
                </a:solidFill>
                <a:latin typeface="+mn-lt"/>
                <a:cs typeface="Segoe UI" panose="020B0502040204020203" pitchFamily="34" charset="0"/>
              </a:defRPr>
            </a:lvl5pPr>
          </a:lstStyle>
          <a:p>
            <a:pPr lvl="0"/>
            <a:r>
              <a:rPr lang="en-US"/>
              <a:t>Click to edit text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5A07F695-7E0C-034D-9F2B-547AAABC08BC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47786" r="48893"/>
          <a:stretch/>
        </p:blipFill>
        <p:spPr>
          <a:xfrm>
            <a:off x="5442" y="0"/>
            <a:ext cx="404949" cy="685800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503078E9-8E80-4049-845B-55B7433C13D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353799" y="6102302"/>
            <a:ext cx="630283" cy="566921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6B73937D-4DFA-4746-8082-DDE920F4F4B8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l="47786" r="48893"/>
          <a:stretch/>
        </p:blipFill>
        <p:spPr>
          <a:xfrm>
            <a:off x="5442" y="0"/>
            <a:ext cx="404949" cy="685800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C3FEDEC3-9275-4852-9F15-C4043FC07890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1353799" y="6102302"/>
            <a:ext cx="630283" cy="5669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6523862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1_Comparison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320160-DB07-FA41-A195-10DBA0F84C6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9788" y="365125"/>
            <a:ext cx="10515600" cy="1325563"/>
          </a:xfrm>
        </p:spPr>
        <p:txBody>
          <a:bodyPr>
            <a:normAutofit/>
          </a:bodyPr>
          <a:lstStyle>
            <a:lvl1pPr>
              <a:defRPr sz="4000" b="1">
                <a:solidFill>
                  <a:schemeClr val="accent2"/>
                </a:solidFill>
                <a:latin typeface="+mj-lt"/>
                <a:cs typeface="Segoe UI" panose="020B0502040204020203" pitchFamily="34" charset="0"/>
              </a:defRPr>
            </a:lvl1pPr>
          </a:lstStyle>
          <a:p>
            <a:r>
              <a:rPr lang="en-US"/>
              <a:t>CLICK TO EDIT TITLE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8265D98-7F86-E241-96F3-5AE4DBD2D062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839788" y="1681163"/>
            <a:ext cx="5157787" cy="823912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spcAft>
                <a:spcPts val="600"/>
              </a:spcAft>
              <a:buNone/>
              <a:defRPr sz="2800" b="1">
                <a:solidFill>
                  <a:schemeClr val="tx1"/>
                </a:solidFill>
                <a:latin typeface="+mn-lt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text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7326700-521D-4B43-A2D4-FACEAE7B527F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839788" y="2505075"/>
            <a:ext cx="5157787" cy="3684588"/>
          </a:xfrm>
        </p:spPr>
        <p:txBody>
          <a:bodyPr/>
          <a:lstStyle>
            <a:lvl1pPr>
              <a:lnSpc>
                <a:spcPct val="100000"/>
              </a:lnSpc>
              <a:spcAft>
                <a:spcPts val="600"/>
              </a:spcAft>
              <a:defRPr sz="2400">
                <a:solidFill>
                  <a:schemeClr val="tx1"/>
                </a:solidFill>
                <a:latin typeface="+mn-lt"/>
                <a:cs typeface="Segoe UI" panose="020B0502040204020203" pitchFamily="34" charset="0"/>
              </a:defRPr>
            </a:lvl1pPr>
            <a:lvl2pPr>
              <a:lnSpc>
                <a:spcPct val="100000"/>
              </a:lnSpc>
              <a:spcAft>
                <a:spcPts val="600"/>
              </a:spcAft>
              <a:defRPr sz="2000">
                <a:solidFill>
                  <a:schemeClr val="tx1"/>
                </a:solidFill>
                <a:latin typeface="+mn-lt"/>
                <a:cs typeface="Segoe UI" panose="020B0502040204020203" pitchFamily="34" charset="0"/>
              </a:defRPr>
            </a:lvl2pPr>
            <a:lvl3pPr>
              <a:lnSpc>
                <a:spcPct val="100000"/>
              </a:lnSpc>
              <a:spcAft>
                <a:spcPts val="600"/>
              </a:spcAft>
              <a:defRPr sz="1800">
                <a:solidFill>
                  <a:schemeClr val="tx1"/>
                </a:solidFill>
                <a:latin typeface="+mn-lt"/>
                <a:cs typeface="Segoe UI" panose="020B0502040204020203" pitchFamily="34" charset="0"/>
              </a:defRPr>
            </a:lvl3pPr>
            <a:lvl4pPr>
              <a:lnSpc>
                <a:spcPct val="100000"/>
              </a:lnSpc>
              <a:defRPr sz="1600">
                <a:solidFill>
                  <a:schemeClr val="tx1"/>
                </a:solidFill>
                <a:latin typeface="+mn-lt"/>
                <a:cs typeface="Segoe UI" panose="020B0502040204020203" pitchFamily="34" charset="0"/>
              </a:defRPr>
            </a:lvl4pPr>
            <a:lvl5pPr>
              <a:lnSpc>
                <a:spcPct val="100000"/>
              </a:lnSpc>
              <a:defRPr sz="1400">
                <a:solidFill>
                  <a:schemeClr val="tx1"/>
                </a:solidFill>
                <a:latin typeface="+mn-lt"/>
                <a:cs typeface="Segoe UI" panose="020B0502040204020203" pitchFamily="34" charset="0"/>
              </a:defRPr>
            </a:lvl5pPr>
          </a:lstStyle>
          <a:p>
            <a:pPr lvl="0"/>
            <a:r>
              <a:rPr lang="en-US"/>
              <a:t>Click to edit text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FE9CCF1-FBF1-9743-BC0F-7FF24538351E}"/>
              </a:ext>
            </a:extLst>
          </p:cNvPr>
          <p:cNvSpPr>
            <a:spLocks noGrp="1"/>
          </p:cNvSpPr>
          <p:nvPr>
            <p:ph type="body" sz="quarter" idx="3" hasCustomPrompt="1"/>
          </p:nvPr>
        </p:nvSpPr>
        <p:spPr>
          <a:xfrm>
            <a:off x="6172200" y="1681163"/>
            <a:ext cx="5183188" cy="823912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spcAft>
                <a:spcPts val="600"/>
              </a:spcAft>
              <a:buNone/>
              <a:defRPr sz="2800" b="1">
                <a:solidFill>
                  <a:schemeClr val="tx1"/>
                </a:solidFill>
                <a:latin typeface="+mn-lt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text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3BE9C37-AAE6-9046-8B66-3BF2E4EFD234}"/>
              </a:ext>
            </a:extLst>
          </p:cNvPr>
          <p:cNvSpPr>
            <a:spLocks noGrp="1"/>
          </p:cNvSpPr>
          <p:nvPr>
            <p:ph sz="quarter" idx="4" hasCustomPrompt="1"/>
          </p:nvPr>
        </p:nvSpPr>
        <p:spPr>
          <a:xfrm>
            <a:off x="6172200" y="2505075"/>
            <a:ext cx="5183188" cy="3684588"/>
          </a:xfrm>
        </p:spPr>
        <p:txBody>
          <a:bodyPr/>
          <a:lstStyle>
            <a:lvl1pPr>
              <a:lnSpc>
                <a:spcPct val="100000"/>
              </a:lnSpc>
              <a:spcAft>
                <a:spcPts val="600"/>
              </a:spcAft>
              <a:defRPr sz="2400">
                <a:solidFill>
                  <a:schemeClr val="tx1"/>
                </a:solidFill>
                <a:latin typeface="+mn-lt"/>
                <a:cs typeface="Segoe UI" panose="020B0502040204020203" pitchFamily="34" charset="0"/>
              </a:defRPr>
            </a:lvl1pPr>
            <a:lvl2pPr>
              <a:lnSpc>
                <a:spcPct val="100000"/>
              </a:lnSpc>
              <a:spcAft>
                <a:spcPts val="600"/>
              </a:spcAft>
              <a:defRPr sz="2000">
                <a:solidFill>
                  <a:schemeClr val="tx1"/>
                </a:solidFill>
                <a:latin typeface="+mn-lt"/>
                <a:cs typeface="Segoe UI" panose="020B0502040204020203" pitchFamily="34" charset="0"/>
              </a:defRPr>
            </a:lvl2pPr>
            <a:lvl3pPr>
              <a:lnSpc>
                <a:spcPct val="100000"/>
              </a:lnSpc>
              <a:spcAft>
                <a:spcPts val="600"/>
              </a:spcAft>
              <a:defRPr sz="1800">
                <a:solidFill>
                  <a:schemeClr val="tx1"/>
                </a:solidFill>
                <a:latin typeface="+mn-lt"/>
                <a:cs typeface="Segoe UI" panose="020B0502040204020203" pitchFamily="34" charset="0"/>
              </a:defRPr>
            </a:lvl3pPr>
            <a:lvl4pPr>
              <a:lnSpc>
                <a:spcPct val="100000"/>
              </a:lnSpc>
              <a:defRPr sz="1600">
                <a:solidFill>
                  <a:schemeClr val="tx1"/>
                </a:solidFill>
                <a:latin typeface="+mn-lt"/>
                <a:cs typeface="Segoe UI" panose="020B0502040204020203" pitchFamily="34" charset="0"/>
              </a:defRPr>
            </a:lvl4pPr>
            <a:lvl5pPr>
              <a:lnSpc>
                <a:spcPct val="100000"/>
              </a:lnSpc>
              <a:defRPr sz="1400">
                <a:solidFill>
                  <a:schemeClr val="tx1"/>
                </a:solidFill>
                <a:latin typeface="+mn-lt"/>
                <a:cs typeface="Segoe UI" panose="020B0502040204020203" pitchFamily="34" charset="0"/>
              </a:defRPr>
            </a:lvl5pPr>
          </a:lstStyle>
          <a:p>
            <a:pPr lvl="0"/>
            <a:r>
              <a:rPr lang="en-US"/>
              <a:t>Click to edit text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2E2BE504-908F-6148-95A8-E45954D7CD48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47786" r="48893"/>
          <a:stretch/>
        </p:blipFill>
        <p:spPr>
          <a:xfrm>
            <a:off x="5442" y="0"/>
            <a:ext cx="404949" cy="685800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4C59A07E-FD69-E045-B8A5-321D99AEB88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353799" y="6102302"/>
            <a:ext cx="630283" cy="566921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615B8B96-1994-44A5-909F-9D730554CA7A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l="47786" r="48893"/>
          <a:stretch/>
        </p:blipFill>
        <p:spPr>
          <a:xfrm>
            <a:off x="5442" y="0"/>
            <a:ext cx="404949" cy="6858000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89A86D2D-8D80-4836-93F6-36AA2D7B2DC0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1353799" y="6102302"/>
            <a:ext cx="630283" cy="5669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0172566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1_Title Only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228945-86BB-2F46-A588-79A48E6F385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>
            <a:normAutofit/>
          </a:bodyPr>
          <a:lstStyle>
            <a:lvl1pPr>
              <a:defRPr sz="4000" b="1">
                <a:solidFill>
                  <a:schemeClr val="accent2"/>
                </a:solidFill>
                <a:latin typeface="+mj-lt"/>
                <a:cs typeface="Segoe UI" panose="020B0502040204020203" pitchFamily="34" charset="0"/>
              </a:defRPr>
            </a:lvl1pPr>
          </a:lstStyle>
          <a:p>
            <a:r>
              <a:rPr lang="en-US"/>
              <a:t>CLICK TO EDIT TITLE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3200840-C9E9-634E-8D4C-F05B12685963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47786" r="48893"/>
          <a:stretch/>
        </p:blipFill>
        <p:spPr>
          <a:xfrm>
            <a:off x="5442" y="0"/>
            <a:ext cx="404949" cy="685800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2002DAAB-B753-6343-9EE4-D905FC447CB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353799" y="6102302"/>
            <a:ext cx="630283" cy="566921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95A09AC6-49BB-4047-A567-566997F4F2B5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l="47786" r="48893"/>
          <a:stretch/>
        </p:blipFill>
        <p:spPr>
          <a:xfrm>
            <a:off x="5442" y="0"/>
            <a:ext cx="404949" cy="685800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D4C8C34B-BEC8-4471-9EA0-6E6BB51C168F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1353799" y="6102302"/>
            <a:ext cx="630283" cy="5669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2466845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2_Blank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75F2CA6B-AEB6-9547-92AD-4ECA07C5A367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47786" r="48893"/>
          <a:stretch/>
        </p:blipFill>
        <p:spPr>
          <a:xfrm>
            <a:off x="5442" y="0"/>
            <a:ext cx="404949" cy="6858000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BF9D3F99-E3F6-8E4E-9FCD-A16E1DF22FF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353799" y="6102302"/>
            <a:ext cx="630283" cy="566921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981F6B9C-61FE-4D2E-AA68-69D74B69288D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l="47786" r="48893"/>
          <a:stretch/>
        </p:blipFill>
        <p:spPr>
          <a:xfrm>
            <a:off x="5442" y="0"/>
            <a:ext cx="404949" cy="685800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3A86E3E6-DC6B-4886-B50B-9249A0DD912E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1353799" y="6102302"/>
            <a:ext cx="630283" cy="5669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8958024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1_Content with Caption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94708B-F85D-B244-B76D-7665363E927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9788" y="457200"/>
            <a:ext cx="3932237" cy="1600200"/>
          </a:xfrm>
        </p:spPr>
        <p:txBody>
          <a:bodyPr anchor="b">
            <a:normAutofit/>
          </a:bodyPr>
          <a:lstStyle>
            <a:lvl1pPr>
              <a:defRPr sz="3200" b="1">
                <a:solidFill>
                  <a:schemeClr val="accent2"/>
                </a:solidFill>
                <a:latin typeface="+mj-lt"/>
                <a:cs typeface="Segoe UI" panose="020B0502040204020203" pitchFamily="34" charset="0"/>
              </a:defRPr>
            </a:lvl1pPr>
          </a:lstStyle>
          <a:p>
            <a:r>
              <a:rPr lang="en-US"/>
              <a:t>CLICK TO EDIT TITLE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4699D82-DB1D-334C-9D0C-24A2DAEF50D0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5183188" y="987425"/>
            <a:ext cx="6172200" cy="4873625"/>
          </a:xfrm>
        </p:spPr>
        <p:txBody>
          <a:bodyPr>
            <a:normAutofit/>
          </a:bodyPr>
          <a:lstStyle>
            <a:lvl1pPr>
              <a:lnSpc>
                <a:spcPct val="100000"/>
              </a:lnSpc>
              <a:spcAft>
                <a:spcPts val="600"/>
              </a:spcAft>
              <a:defRPr sz="2400">
                <a:solidFill>
                  <a:schemeClr val="tx1"/>
                </a:solidFill>
                <a:latin typeface="+mn-lt"/>
                <a:cs typeface="Segoe UI" panose="020B0502040204020203" pitchFamily="34" charset="0"/>
              </a:defRPr>
            </a:lvl1pPr>
            <a:lvl2pPr>
              <a:lnSpc>
                <a:spcPct val="100000"/>
              </a:lnSpc>
              <a:spcAft>
                <a:spcPts val="600"/>
              </a:spcAft>
              <a:defRPr sz="2000">
                <a:solidFill>
                  <a:schemeClr val="tx1"/>
                </a:solidFill>
                <a:latin typeface="+mn-lt"/>
                <a:cs typeface="Segoe UI" panose="020B0502040204020203" pitchFamily="34" charset="0"/>
              </a:defRPr>
            </a:lvl2pPr>
            <a:lvl3pPr>
              <a:lnSpc>
                <a:spcPct val="100000"/>
              </a:lnSpc>
              <a:spcAft>
                <a:spcPts val="600"/>
              </a:spcAft>
              <a:defRPr sz="1800">
                <a:solidFill>
                  <a:schemeClr val="tx1"/>
                </a:solidFill>
                <a:latin typeface="+mn-lt"/>
                <a:cs typeface="Segoe UI" panose="020B0502040204020203" pitchFamily="34" charset="0"/>
              </a:defRPr>
            </a:lvl3pPr>
            <a:lvl4pPr>
              <a:lnSpc>
                <a:spcPct val="100000"/>
              </a:lnSpc>
              <a:defRPr sz="1600">
                <a:solidFill>
                  <a:schemeClr val="tx1"/>
                </a:solidFill>
                <a:latin typeface="+mn-lt"/>
                <a:cs typeface="Segoe UI" panose="020B0502040204020203" pitchFamily="34" charset="0"/>
              </a:defRPr>
            </a:lvl4pPr>
            <a:lvl5pPr>
              <a:lnSpc>
                <a:spcPct val="100000"/>
              </a:lnSpc>
              <a:defRPr sz="1400">
                <a:solidFill>
                  <a:schemeClr val="tx1"/>
                </a:solidFill>
                <a:latin typeface="+mn-lt"/>
                <a:cs typeface="Segoe UI" panose="020B0502040204020203" pitchFamily="34" charset="0"/>
              </a:defRPr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text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48442DC-2A24-1246-A016-34C036D5BDBB}"/>
              </a:ext>
            </a:extLst>
          </p:cNvPr>
          <p:cNvSpPr>
            <a:spLocks noGrp="1"/>
          </p:cNvSpPr>
          <p:nvPr>
            <p:ph type="body" sz="half" idx="2" hasCustomPrompt="1"/>
          </p:nvPr>
        </p:nvSpPr>
        <p:spPr>
          <a:xfrm>
            <a:off x="839788" y="2057400"/>
            <a:ext cx="3932237" cy="3811588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Aft>
                <a:spcPts val="600"/>
              </a:spcAft>
              <a:buNone/>
              <a:defRPr sz="1800">
                <a:solidFill>
                  <a:schemeClr val="tx1"/>
                </a:solidFill>
                <a:latin typeface="+mn-lt"/>
                <a:cs typeface="Segoe UI" panose="020B0502040204020203" pitchFamily="34" charset="0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text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8C2B6028-2834-A047-9F99-7065866043D6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47786" r="48893"/>
          <a:stretch/>
        </p:blipFill>
        <p:spPr>
          <a:xfrm>
            <a:off x="5442" y="0"/>
            <a:ext cx="404949" cy="685800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EDAA725D-D060-7544-BC63-875695A5E20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353799" y="6102302"/>
            <a:ext cx="630283" cy="566921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1DE4516B-3DC9-44F6-A27B-F0C511A2A80D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l="47786" r="48893"/>
          <a:stretch/>
        </p:blipFill>
        <p:spPr>
          <a:xfrm>
            <a:off x="5442" y="0"/>
            <a:ext cx="404949" cy="685800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BCF80C14-39D7-4DA4-8D42-02260C5D01EC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1353799" y="6102302"/>
            <a:ext cx="630283" cy="5669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599133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1_Picture with Caption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04FBA5-6B4E-EC4E-A1BD-ADC2BADFF96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9788" y="457200"/>
            <a:ext cx="3932237" cy="1600200"/>
          </a:xfrm>
        </p:spPr>
        <p:txBody>
          <a:bodyPr anchor="b">
            <a:normAutofit/>
          </a:bodyPr>
          <a:lstStyle>
            <a:lvl1pPr>
              <a:defRPr sz="3200" b="1">
                <a:solidFill>
                  <a:schemeClr val="accent2"/>
                </a:solidFill>
                <a:latin typeface="+mj-lt"/>
                <a:cs typeface="Segoe UI" panose="020B0502040204020203" pitchFamily="34" charset="0"/>
              </a:defRPr>
            </a:lvl1pPr>
          </a:lstStyle>
          <a:p>
            <a:r>
              <a:rPr lang="en-US"/>
              <a:t>CLICK TO EDIT TITLE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3C65746-ACAD-4648-A241-DBEAE0D9205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lnSpc>
                <a:spcPct val="100000"/>
              </a:lnSpc>
              <a:spcAft>
                <a:spcPts val="600"/>
              </a:spcAft>
              <a:buNone/>
              <a:defRPr sz="3200">
                <a:solidFill>
                  <a:schemeClr val="tx2"/>
                </a:solidFill>
                <a:latin typeface="+mn-lt"/>
                <a:cs typeface="Segoe UI" panose="020B0502040204020203" pitchFamily="34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D49BA78-2353-F449-809F-A41F92D937CE}"/>
              </a:ext>
            </a:extLst>
          </p:cNvPr>
          <p:cNvSpPr>
            <a:spLocks noGrp="1"/>
          </p:cNvSpPr>
          <p:nvPr>
            <p:ph type="body" sz="half" idx="2" hasCustomPrompt="1"/>
          </p:nvPr>
        </p:nvSpPr>
        <p:spPr>
          <a:xfrm>
            <a:off x="839788" y="2057400"/>
            <a:ext cx="3932237" cy="3811588"/>
          </a:xfrm>
        </p:spPr>
        <p:txBody>
          <a:bodyPr>
            <a:normAutofit/>
          </a:bodyPr>
          <a:lstStyle>
            <a:lvl1pPr marL="0" indent="0">
              <a:lnSpc>
                <a:spcPct val="150000"/>
              </a:lnSpc>
              <a:spcAft>
                <a:spcPts val="600"/>
              </a:spcAft>
              <a:buNone/>
              <a:defRPr sz="1800">
                <a:solidFill>
                  <a:schemeClr val="tx2"/>
                </a:solidFill>
                <a:latin typeface="+mn-lt"/>
                <a:cs typeface="Segoe UI" panose="020B0502040204020203" pitchFamily="34" charset="0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text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592547B1-B0A2-4D47-82A9-A0F6D79B6A53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47786" r="48893"/>
          <a:stretch/>
        </p:blipFill>
        <p:spPr>
          <a:xfrm>
            <a:off x="5442" y="0"/>
            <a:ext cx="404949" cy="685800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35ACFBBF-A61D-4A4B-BDF6-818AB68ACBA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353799" y="6102302"/>
            <a:ext cx="630283" cy="566921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BB5F0489-23CA-475B-916B-C0BEC56C770F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l="47786" r="48893"/>
          <a:stretch/>
        </p:blipFill>
        <p:spPr>
          <a:xfrm>
            <a:off x="5442" y="0"/>
            <a:ext cx="404949" cy="685800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E5927DDC-9F8B-44B6-8EBD-71B6AAFFD365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1353799" y="6102302"/>
            <a:ext cx="630283" cy="5669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5412854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0CBFB60E-9BAD-4834-8003-BE44033BFDF4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-9" r="21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FA12A0A7-4CF2-4743-858C-719C761D6A7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1850" y="1709738"/>
            <a:ext cx="10515600" cy="2852737"/>
          </a:xfrm>
        </p:spPr>
        <p:txBody>
          <a:bodyPr anchor="b">
            <a:normAutofit/>
          </a:bodyPr>
          <a:lstStyle>
            <a:lvl1pPr>
              <a:defRPr sz="4400" b="1">
                <a:solidFill>
                  <a:srgbClr val="F1F1EF"/>
                </a:solidFill>
                <a:latin typeface="+mj-lt"/>
                <a:cs typeface="Segoe UI" panose="020B0502040204020203" pitchFamily="34" charset="0"/>
              </a:defRPr>
            </a:lvl1pPr>
          </a:lstStyle>
          <a:p>
            <a:r>
              <a:rPr lang="en-US"/>
              <a:t>CLICK TO EDIT TITLE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4AB00D5-0002-EB43-B596-CD3FCE26D7FF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rgbClr val="F1F1EF"/>
                </a:solidFill>
                <a:latin typeface="+mn-lt"/>
                <a:cs typeface="Segoe UI" panose="020B0502040204020203" pitchFamily="34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subtitle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87B315BF-030E-704F-AC88-07233555212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41667" y="5725249"/>
            <a:ext cx="1042416" cy="937623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8629D1E3-12FC-4DEF-9CEA-03EC715A07F4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l="-9" r="21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C617F0CF-034A-470B-858E-19791C08C90D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0941667" y="5725249"/>
            <a:ext cx="1042416" cy="9376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9224244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_Title and Conten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E96BAE-F822-E34A-990A-9C2771C072A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>
            <a:normAutofit/>
          </a:bodyPr>
          <a:lstStyle>
            <a:lvl1pPr>
              <a:defRPr sz="4000" b="1">
                <a:solidFill>
                  <a:schemeClr val="accent1"/>
                </a:solidFill>
                <a:latin typeface="+mj-lt"/>
                <a:cs typeface="Segoe UI" panose="020B0502040204020203" pitchFamily="34" charset="0"/>
              </a:defRPr>
            </a:lvl1pPr>
          </a:lstStyle>
          <a:p>
            <a:r>
              <a:rPr lang="en-US"/>
              <a:t>CLICK TO EDIT TITLE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DAB2EFE-DD9F-E146-A0F0-1CC9263E135A}"/>
              </a:ext>
            </a:extLst>
          </p:cNvPr>
          <p:cNvSpPr>
            <a:spLocks noGrp="1"/>
          </p:cNvSpPr>
          <p:nvPr>
            <p:ph idx="1" hasCustomPrompt="1"/>
          </p:nvPr>
        </p:nvSpPr>
        <p:spPr/>
        <p:txBody>
          <a:bodyPr/>
          <a:lstStyle>
            <a:lvl1pPr>
              <a:lnSpc>
                <a:spcPct val="100000"/>
              </a:lnSpc>
              <a:spcAft>
                <a:spcPts val="600"/>
              </a:spcAft>
              <a:defRPr sz="2400">
                <a:solidFill>
                  <a:schemeClr val="tx1"/>
                </a:solidFill>
                <a:latin typeface="+mn-lt"/>
                <a:cs typeface="Segoe UI" panose="020B0502040204020203" pitchFamily="34" charset="0"/>
              </a:defRPr>
            </a:lvl1pPr>
            <a:lvl2pPr>
              <a:lnSpc>
                <a:spcPct val="100000"/>
              </a:lnSpc>
              <a:spcAft>
                <a:spcPts val="600"/>
              </a:spcAft>
              <a:defRPr sz="2000">
                <a:solidFill>
                  <a:schemeClr val="tx1"/>
                </a:solidFill>
                <a:latin typeface="+mn-lt"/>
                <a:cs typeface="Segoe UI" panose="020B0502040204020203" pitchFamily="34" charset="0"/>
              </a:defRPr>
            </a:lvl2pPr>
            <a:lvl3pPr>
              <a:lnSpc>
                <a:spcPct val="100000"/>
              </a:lnSpc>
              <a:spcAft>
                <a:spcPts val="600"/>
              </a:spcAft>
              <a:defRPr sz="1800">
                <a:solidFill>
                  <a:schemeClr val="tx1"/>
                </a:solidFill>
                <a:latin typeface="+mn-lt"/>
                <a:cs typeface="Segoe UI" panose="020B0502040204020203" pitchFamily="34" charset="0"/>
              </a:defRPr>
            </a:lvl3pPr>
            <a:lvl4pPr>
              <a:lnSpc>
                <a:spcPct val="100000"/>
              </a:lnSpc>
              <a:defRPr sz="1600">
                <a:solidFill>
                  <a:schemeClr val="tx1"/>
                </a:solidFill>
                <a:latin typeface="+mn-lt"/>
                <a:cs typeface="Segoe UI" panose="020B0502040204020203" pitchFamily="34" charset="0"/>
              </a:defRPr>
            </a:lvl4pPr>
            <a:lvl5pPr>
              <a:lnSpc>
                <a:spcPct val="100000"/>
              </a:lnSpc>
              <a:defRPr sz="1400">
                <a:solidFill>
                  <a:schemeClr val="tx1"/>
                </a:solidFill>
                <a:latin typeface="+mn-lt"/>
                <a:cs typeface="Segoe UI" panose="020B0502040204020203" pitchFamily="34" charset="0"/>
              </a:defRPr>
            </a:lvl5pPr>
          </a:lstStyle>
          <a:p>
            <a:pPr lvl="0"/>
            <a:r>
              <a:rPr lang="en-US"/>
              <a:t>Click to edit text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9DB85484-F698-6E44-9BC7-625676C8120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53799" y="6102302"/>
            <a:ext cx="630283" cy="566921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A053AD66-5A39-4DAC-BD67-EB47A61CA2CE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r="96679"/>
          <a:stretch/>
        </p:blipFill>
        <p:spPr>
          <a:xfrm>
            <a:off x="0" y="0"/>
            <a:ext cx="404949" cy="685800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B67F2EC5-F5F7-420E-BCBD-6EBDC69C74A8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1353799" y="6102302"/>
            <a:ext cx="630283" cy="566921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3503F0C2-4C9A-4D30-9113-54B9E7801AFB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/>
          <a:srcRect r="96679"/>
          <a:stretch/>
        </p:blipFill>
        <p:spPr>
          <a:xfrm>
            <a:off x="0" y="0"/>
            <a:ext cx="404949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2666203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3_Two Conten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E54D9B-8987-0D4C-A48D-AC224E43243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>
            <a:normAutofit/>
          </a:bodyPr>
          <a:lstStyle>
            <a:lvl1pPr>
              <a:defRPr sz="4000" b="1" i="0">
                <a:solidFill>
                  <a:schemeClr val="accent1"/>
                </a:solidFill>
                <a:latin typeface="+mj-lt"/>
                <a:cs typeface="Segoe UI" panose="020B0502040204020203" pitchFamily="34" charset="0"/>
              </a:defRPr>
            </a:lvl1pPr>
          </a:lstStyle>
          <a:p>
            <a:r>
              <a:rPr lang="en-US"/>
              <a:t>CLICK TO EDIT TITLE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830977D-D50B-F34A-A72B-3B2E6C9B12F6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838200" y="1825625"/>
            <a:ext cx="5181600" cy="4351338"/>
          </a:xfrm>
        </p:spPr>
        <p:txBody>
          <a:bodyPr/>
          <a:lstStyle>
            <a:lvl1pPr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 sz="2400">
                <a:solidFill>
                  <a:schemeClr val="tx1"/>
                </a:solidFill>
                <a:latin typeface="+mn-lt"/>
                <a:cs typeface="Segoe UI" panose="020B0502040204020203" pitchFamily="34" charset="0"/>
              </a:defRPr>
            </a:lvl1pPr>
            <a:lvl2pPr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 sz="2000">
                <a:solidFill>
                  <a:schemeClr val="tx1"/>
                </a:solidFill>
                <a:latin typeface="+mn-lt"/>
                <a:cs typeface="Segoe UI" panose="020B0502040204020203" pitchFamily="34" charset="0"/>
              </a:defRPr>
            </a:lvl2pPr>
            <a:lvl3pPr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 sz="1800">
                <a:solidFill>
                  <a:schemeClr val="tx1"/>
                </a:solidFill>
                <a:latin typeface="+mn-lt"/>
                <a:cs typeface="Segoe UI" panose="020B0502040204020203" pitchFamily="34" charset="0"/>
              </a:defRPr>
            </a:lvl3pPr>
            <a:lvl4pPr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 sz="1600">
                <a:solidFill>
                  <a:schemeClr val="tx1"/>
                </a:solidFill>
                <a:latin typeface="+mn-lt"/>
                <a:cs typeface="Segoe UI" panose="020B0502040204020203" pitchFamily="34" charset="0"/>
              </a:defRPr>
            </a:lvl4pPr>
            <a:lvl5pPr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 sz="1400">
                <a:solidFill>
                  <a:schemeClr val="tx1"/>
                </a:solidFill>
                <a:latin typeface="+mn-lt"/>
                <a:cs typeface="Segoe UI" panose="020B0502040204020203" pitchFamily="34" charset="0"/>
              </a:defRPr>
            </a:lvl5pPr>
          </a:lstStyle>
          <a:p>
            <a:pPr lvl="0"/>
            <a:r>
              <a:rPr lang="en-US"/>
              <a:t>Click to edit text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66A8F47-B8E2-2147-BF7A-36D46A6796E7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6172200" y="1825625"/>
            <a:ext cx="5181600" cy="4351338"/>
          </a:xfrm>
        </p:spPr>
        <p:txBody>
          <a:bodyPr/>
          <a:lstStyle>
            <a:lvl1pPr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 sz="2400">
                <a:solidFill>
                  <a:schemeClr val="tx1"/>
                </a:solidFill>
                <a:latin typeface="+mn-lt"/>
                <a:cs typeface="Segoe UI" panose="020B0502040204020203" pitchFamily="34" charset="0"/>
              </a:defRPr>
            </a:lvl1pPr>
            <a:lvl2pPr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 sz="2000">
                <a:solidFill>
                  <a:schemeClr val="tx1"/>
                </a:solidFill>
                <a:latin typeface="+mn-lt"/>
                <a:cs typeface="Segoe UI" panose="020B0502040204020203" pitchFamily="34" charset="0"/>
              </a:defRPr>
            </a:lvl2pPr>
            <a:lvl3pPr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 sz="1800">
                <a:solidFill>
                  <a:schemeClr val="tx1"/>
                </a:solidFill>
                <a:latin typeface="+mn-lt"/>
                <a:cs typeface="Segoe UI" panose="020B0502040204020203" pitchFamily="34" charset="0"/>
              </a:defRPr>
            </a:lvl3pPr>
            <a:lvl4pPr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 sz="1600">
                <a:solidFill>
                  <a:schemeClr val="tx1"/>
                </a:solidFill>
                <a:latin typeface="+mn-lt"/>
                <a:cs typeface="Segoe UI" panose="020B0502040204020203" pitchFamily="34" charset="0"/>
              </a:defRPr>
            </a:lvl4pPr>
            <a:lvl5pPr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 sz="1400">
                <a:solidFill>
                  <a:schemeClr val="tx1"/>
                </a:solidFill>
                <a:latin typeface="+mn-lt"/>
                <a:cs typeface="Segoe UI" panose="020B0502040204020203" pitchFamily="34" charset="0"/>
              </a:defRPr>
            </a:lvl5pPr>
          </a:lstStyle>
          <a:p>
            <a:pPr lvl="0"/>
            <a:r>
              <a:rPr lang="en-US"/>
              <a:t>Click to edit text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503078E9-8E80-4049-845B-55B7433C13D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53799" y="6102302"/>
            <a:ext cx="630283" cy="566921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B8475CA8-CA6E-46FE-980C-8BBB31F50435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r="96679"/>
          <a:stretch/>
        </p:blipFill>
        <p:spPr>
          <a:xfrm>
            <a:off x="0" y="0"/>
            <a:ext cx="404949" cy="685800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4297CFA7-1B7D-4739-B563-A7AEDD7AC1D8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1353799" y="6102302"/>
            <a:ext cx="630283" cy="566921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406D9A42-35B3-4B4F-8DF5-D6ACFD5B03F3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/>
          <a:srcRect r="96679"/>
          <a:stretch/>
        </p:blipFill>
        <p:spPr>
          <a:xfrm>
            <a:off x="0" y="0"/>
            <a:ext cx="404949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9900105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3_Comparison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320160-DB07-FA41-A195-10DBA0F84C6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9788" y="365125"/>
            <a:ext cx="10515600" cy="1325563"/>
          </a:xfrm>
        </p:spPr>
        <p:txBody>
          <a:bodyPr>
            <a:normAutofit/>
          </a:bodyPr>
          <a:lstStyle>
            <a:lvl1pPr>
              <a:defRPr sz="4000" b="1">
                <a:solidFill>
                  <a:schemeClr val="accent1"/>
                </a:solidFill>
                <a:latin typeface="+mj-lt"/>
                <a:cs typeface="Segoe UI" panose="020B0502040204020203" pitchFamily="34" charset="0"/>
              </a:defRPr>
            </a:lvl1pPr>
          </a:lstStyle>
          <a:p>
            <a:r>
              <a:rPr lang="en-US"/>
              <a:t>CLICK TO EDIT TITLE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8265D98-7F86-E241-96F3-5AE4DBD2D062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839788" y="1681163"/>
            <a:ext cx="5157787" cy="823912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spcAft>
                <a:spcPts val="600"/>
              </a:spcAft>
              <a:buNone/>
              <a:defRPr sz="2800" b="1">
                <a:solidFill>
                  <a:schemeClr val="tx1"/>
                </a:solidFill>
                <a:latin typeface="+mn-lt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text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7326700-521D-4B43-A2D4-FACEAE7B527F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839788" y="2505075"/>
            <a:ext cx="5157787" cy="3684588"/>
          </a:xfrm>
        </p:spPr>
        <p:txBody>
          <a:bodyPr/>
          <a:lstStyle>
            <a:lvl1pPr>
              <a:lnSpc>
                <a:spcPct val="100000"/>
              </a:lnSpc>
              <a:spcAft>
                <a:spcPts val="600"/>
              </a:spcAft>
              <a:defRPr sz="2400">
                <a:solidFill>
                  <a:schemeClr val="tx1"/>
                </a:solidFill>
                <a:latin typeface="+mn-lt"/>
                <a:cs typeface="Segoe UI" panose="020B0502040204020203" pitchFamily="34" charset="0"/>
              </a:defRPr>
            </a:lvl1pPr>
            <a:lvl2pPr>
              <a:lnSpc>
                <a:spcPct val="100000"/>
              </a:lnSpc>
              <a:spcAft>
                <a:spcPts val="600"/>
              </a:spcAft>
              <a:defRPr sz="2000">
                <a:solidFill>
                  <a:schemeClr val="tx1"/>
                </a:solidFill>
                <a:latin typeface="+mn-lt"/>
                <a:cs typeface="Segoe UI" panose="020B0502040204020203" pitchFamily="34" charset="0"/>
              </a:defRPr>
            </a:lvl2pPr>
            <a:lvl3pPr>
              <a:lnSpc>
                <a:spcPct val="100000"/>
              </a:lnSpc>
              <a:spcAft>
                <a:spcPts val="600"/>
              </a:spcAft>
              <a:defRPr sz="1800">
                <a:solidFill>
                  <a:schemeClr val="tx1"/>
                </a:solidFill>
                <a:latin typeface="+mn-lt"/>
                <a:cs typeface="Segoe UI" panose="020B0502040204020203" pitchFamily="34" charset="0"/>
              </a:defRPr>
            </a:lvl3pPr>
            <a:lvl4pPr>
              <a:lnSpc>
                <a:spcPct val="100000"/>
              </a:lnSpc>
              <a:defRPr sz="1600">
                <a:solidFill>
                  <a:schemeClr val="tx1"/>
                </a:solidFill>
                <a:latin typeface="+mn-lt"/>
                <a:cs typeface="Segoe UI" panose="020B0502040204020203" pitchFamily="34" charset="0"/>
              </a:defRPr>
            </a:lvl4pPr>
            <a:lvl5pPr>
              <a:lnSpc>
                <a:spcPct val="100000"/>
              </a:lnSpc>
              <a:defRPr sz="1400">
                <a:solidFill>
                  <a:schemeClr val="tx1"/>
                </a:solidFill>
                <a:latin typeface="+mn-lt"/>
                <a:cs typeface="Segoe UI" panose="020B0502040204020203" pitchFamily="34" charset="0"/>
              </a:defRPr>
            </a:lvl5pPr>
          </a:lstStyle>
          <a:p>
            <a:pPr lvl="0"/>
            <a:r>
              <a:rPr lang="en-US"/>
              <a:t>Click to edit text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FE9CCF1-FBF1-9743-BC0F-7FF24538351E}"/>
              </a:ext>
            </a:extLst>
          </p:cNvPr>
          <p:cNvSpPr>
            <a:spLocks noGrp="1"/>
          </p:cNvSpPr>
          <p:nvPr>
            <p:ph type="body" sz="quarter" idx="3" hasCustomPrompt="1"/>
          </p:nvPr>
        </p:nvSpPr>
        <p:spPr>
          <a:xfrm>
            <a:off x="6172200" y="1681163"/>
            <a:ext cx="5183188" cy="823912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spcAft>
                <a:spcPts val="600"/>
              </a:spcAft>
              <a:buNone/>
              <a:defRPr sz="2800" b="1">
                <a:solidFill>
                  <a:schemeClr val="tx1"/>
                </a:solidFill>
                <a:latin typeface="+mn-lt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text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3BE9C37-AAE6-9046-8B66-3BF2E4EFD234}"/>
              </a:ext>
            </a:extLst>
          </p:cNvPr>
          <p:cNvSpPr>
            <a:spLocks noGrp="1"/>
          </p:cNvSpPr>
          <p:nvPr>
            <p:ph sz="quarter" idx="4" hasCustomPrompt="1"/>
          </p:nvPr>
        </p:nvSpPr>
        <p:spPr>
          <a:xfrm>
            <a:off x="6172200" y="2505075"/>
            <a:ext cx="5183188" cy="3684588"/>
          </a:xfrm>
        </p:spPr>
        <p:txBody>
          <a:bodyPr/>
          <a:lstStyle>
            <a:lvl1pPr>
              <a:lnSpc>
                <a:spcPct val="100000"/>
              </a:lnSpc>
              <a:spcAft>
                <a:spcPts val="600"/>
              </a:spcAft>
              <a:defRPr sz="2400">
                <a:solidFill>
                  <a:schemeClr val="tx1"/>
                </a:solidFill>
                <a:latin typeface="+mn-lt"/>
                <a:cs typeface="Segoe UI" panose="020B0502040204020203" pitchFamily="34" charset="0"/>
              </a:defRPr>
            </a:lvl1pPr>
            <a:lvl2pPr>
              <a:lnSpc>
                <a:spcPct val="100000"/>
              </a:lnSpc>
              <a:spcAft>
                <a:spcPts val="600"/>
              </a:spcAft>
              <a:defRPr sz="2000">
                <a:solidFill>
                  <a:schemeClr val="tx1"/>
                </a:solidFill>
                <a:latin typeface="+mn-lt"/>
                <a:cs typeface="Segoe UI" panose="020B0502040204020203" pitchFamily="34" charset="0"/>
              </a:defRPr>
            </a:lvl2pPr>
            <a:lvl3pPr>
              <a:lnSpc>
                <a:spcPct val="100000"/>
              </a:lnSpc>
              <a:spcAft>
                <a:spcPts val="600"/>
              </a:spcAft>
              <a:defRPr sz="1800">
                <a:solidFill>
                  <a:schemeClr val="tx1"/>
                </a:solidFill>
                <a:latin typeface="+mn-lt"/>
                <a:cs typeface="Segoe UI" panose="020B0502040204020203" pitchFamily="34" charset="0"/>
              </a:defRPr>
            </a:lvl3pPr>
            <a:lvl4pPr>
              <a:lnSpc>
                <a:spcPct val="100000"/>
              </a:lnSpc>
              <a:defRPr sz="1600">
                <a:solidFill>
                  <a:schemeClr val="tx1"/>
                </a:solidFill>
                <a:latin typeface="+mn-lt"/>
                <a:cs typeface="Segoe UI" panose="020B0502040204020203" pitchFamily="34" charset="0"/>
              </a:defRPr>
            </a:lvl4pPr>
            <a:lvl5pPr>
              <a:lnSpc>
                <a:spcPct val="100000"/>
              </a:lnSpc>
              <a:defRPr sz="1400">
                <a:solidFill>
                  <a:schemeClr val="tx1"/>
                </a:solidFill>
                <a:latin typeface="+mn-lt"/>
                <a:cs typeface="Segoe UI" panose="020B0502040204020203" pitchFamily="34" charset="0"/>
              </a:defRPr>
            </a:lvl5pPr>
          </a:lstStyle>
          <a:p>
            <a:pPr lvl="0"/>
            <a:r>
              <a:rPr lang="en-US"/>
              <a:t>Click to edit text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4C59A07E-FD69-E045-B8A5-321D99AEB88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53799" y="6102302"/>
            <a:ext cx="630283" cy="566921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5AA879BC-A935-4C20-B979-A2214053CADF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r="96679"/>
          <a:stretch/>
        </p:blipFill>
        <p:spPr>
          <a:xfrm>
            <a:off x="0" y="0"/>
            <a:ext cx="404949" cy="6858000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C4FD781B-D28F-4006-B180-FC19725E211E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1353799" y="6102302"/>
            <a:ext cx="630283" cy="566921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9C11CC16-1D60-4E87-9AA3-DDC65918C432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/>
          <a:srcRect r="96679"/>
          <a:stretch/>
        </p:blipFill>
        <p:spPr>
          <a:xfrm>
            <a:off x="0" y="0"/>
            <a:ext cx="404949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909685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3_Title Only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228945-86BB-2F46-A588-79A48E6F385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>
            <a:normAutofit/>
          </a:bodyPr>
          <a:lstStyle>
            <a:lvl1pPr>
              <a:defRPr sz="4000" b="1">
                <a:solidFill>
                  <a:schemeClr val="accent1"/>
                </a:solidFill>
                <a:latin typeface="+mj-lt"/>
                <a:cs typeface="Segoe UI" panose="020B0502040204020203" pitchFamily="34" charset="0"/>
              </a:defRPr>
            </a:lvl1pPr>
          </a:lstStyle>
          <a:p>
            <a:r>
              <a:rPr lang="en-US"/>
              <a:t>CLICK TO EDIT TITLE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002DAAB-B753-6343-9EE4-D905FC447CB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53799" y="6102302"/>
            <a:ext cx="630283" cy="566921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8C37A136-F65D-43D2-8230-9A37FEAFB4B6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r="96679"/>
          <a:stretch/>
        </p:blipFill>
        <p:spPr>
          <a:xfrm>
            <a:off x="0" y="0"/>
            <a:ext cx="404949" cy="685800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EFA0C3C6-2E2D-4A50-8C98-6582FB46158C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1353799" y="6102302"/>
            <a:ext cx="630283" cy="566921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EFD3E1FC-CA22-4980-89AC-14C0D08EECB8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/>
          <a:srcRect r="96679"/>
          <a:stretch/>
        </p:blipFill>
        <p:spPr>
          <a:xfrm>
            <a:off x="0" y="0"/>
            <a:ext cx="404949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690143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4_Blank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BF9D3F99-E3F6-8E4E-9FCD-A16E1DF22FF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53799" y="6102302"/>
            <a:ext cx="630283" cy="566921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AAE17F94-67EA-4790-BB13-48100658886D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r="96679"/>
          <a:stretch/>
        </p:blipFill>
        <p:spPr>
          <a:xfrm>
            <a:off x="0" y="0"/>
            <a:ext cx="404949" cy="685800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10A1F11C-6313-4430-857A-BF6021C09947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1353799" y="6102302"/>
            <a:ext cx="630283" cy="566921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862625F3-86B3-428B-8CA2-0891C57003B0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/>
          <a:srcRect r="96679"/>
          <a:stretch/>
        </p:blipFill>
        <p:spPr>
          <a:xfrm>
            <a:off x="0" y="0"/>
            <a:ext cx="404949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8785576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3_Content with Caption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94708B-F85D-B244-B76D-7665363E927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9788" y="457200"/>
            <a:ext cx="3932237" cy="1600200"/>
          </a:xfrm>
        </p:spPr>
        <p:txBody>
          <a:bodyPr anchor="b">
            <a:normAutofit/>
          </a:bodyPr>
          <a:lstStyle>
            <a:lvl1pPr>
              <a:spcAft>
                <a:spcPts val="600"/>
              </a:spcAft>
              <a:defRPr sz="3200" b="1">
                <a:solidFill>
                  <a:schemeClr val="accent1"/>
                </a:solidFill>
                <a:latin typeface="+mj-lt"/>
                <a:cs typeface="Segoe UI" panose="020B0502040204020203" pitchFamily="34" charset="0"/>
              </a:defRPr>
            </a:lvl1pPr>
          </a:lstStyle>
          <a:p>
            <a:r>
              <a:rPr lang="en-US"/>
              <a:t>CLICK TO EDIT TITLE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4699D82-DB1D-334C-9D0C-24A2DAEF50D0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5183188" y="987425"/>
            <a:ext cx="6172200" cy="4873625"/>
          </a:xfrm>
        </p:spPr>
        <p:txBody>
          <a:bodyPr>
            <a:normAutofit/>
          </a:bodyPr>
          <a:lstStyle>
            <a:lvl1pPr>
              <a:lnSpc>
                <a:spcPct val="100000"/>
              </a:lnSpc>
              <a:spcAft>
                <a:spcPts val="600"/>
              </a:spcAft>
              <a:defRPr sz="2400">
                <a:solidFill>
                  <a:schemeClr val="tx1"/>
                </a:solidFill>
                <a:latin typeface="+mn-lt"/>
                <a:cs typeface="Segoe UI" panose="020B0502040204020203" pitchFamily="34" charset="0"/>
              </a:defRPr>
            </a:lvl1pPr>
            <a:lvl2pPr>
              <a:lnSpc>
                <a:spcPct val="100000"/>
              </a:lnSpc>
              <a:spcAft>
                <a:spcPts val="600"/>
              </a:spcAft>
              <a:defRPr sz="2000">
                <a:solidFill>
                  <a:schemeClr val="tx1"/>
                </a:solidFill>
                <a:latin typeface="+mn-lt"/>
                <a:cs typeface="Segoe UI" panose="020B0502040204020203" pitchFamily="34" charset="0"/>
              </a:defRPr>
            </a:lvl2pPr>
            <a:lvl3pPr>
              <a:lnSpc>
                <a:spcPct val="100000"/>
              </a:lnSpc>
              <a:spcAft>
                <a:spcPts val="600"/>
              </a:spcAft>
              <a:defRPr sz="1800">
                <a:solidFill>
                  <a:schemeClr val="tx1"/>
                </a:solidFill>
                <a:latin typeface="+mn-lt"/>
                <a:cs typeface="Segoe UI" panose="020B0502040204020203" pitchFamily="34" charset="0"/>
              </a:defRPr>
            </a:lvl3pPr>
            <a:lvl4pPr>
              <a:lnSpc>
                <a:spcPct val="100000"/>
              </a:lnSpc>
              <a:defRPr sz="1600">
                <a:solidFill>
                  <a:schemeClr val="tx1"/>
                </a:solidFill>
                <a:latin typeface="+mn-lt"/>
                <a:cs typeface="Segoe UI" panose="020B0502040204020203" pitchFamily="34" charset="0"/>
              </a:defRPr>
            </a:lvl4pPr>
            <a:lvl5pPr>
              <a:lnSpc>
                <a:spcPct val="100000"/>
              </a:lnSpc>
              <a:defRPr sz="1400">
                <a:solidFill>
                  <a:schemeClr val="tx1"/>
                </a:solidFill>
                <a:latin typeface="+mn-lt"/>
                <a:cs typeface="Segoe UI" panose="020B0502040204020203" pitchFamily="34" charset="0"/>
              </a:defRPr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text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48442DC-2A24-1246-A016-34C036D5BDBB}"/>
              </a:ext>
            </a:extLst>
          </p:cNvPr>
          <p:cNvSpPr>
            <a:spLocks noGrp="1"/>
          </p:cNvSpPr>
          <p:nvPr>
            <p:ph type="body" sz="half" idx="2" hasCustomPrompt="1"/>
          </p:nvPr>
        </p:nvSpPr>
        <p:spPr>
          <a:xfrm>
            <a:off x="839788" y="2057400"/>
            <a:ext cx="3932237" cy="3811588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Aft>
                <a:spcPts val="600"/>
              </a:spcAft>
              <a:buNone/>
              <a:defRPr sz="1800">
                <a:solidFill>
                  <a:schemeClr val="tx1"/>
                </a:solidFill>
                <a:latin typeface="+mn-lt"/>
                <a:cs typeface="Segoe UI" panose="020B0502040204020203" pitchFamily="34" charset="0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text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EDAA725D-D060-7544-BC63-875695A5E20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53799" y="6102302"/>
            <a:ext cx="630283" cy="566921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768C7762-1F18-484C-B564-083C87A6CD2E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r="96679"/>
          <a:stretch/>
        </p:blipFill>
        <p:spPr>
          <a:xfrm>
            <a:off x="0" y="0"/>
            <a:ext cx="404949" cy="685800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E8359EB6-C448-4ACF-9042-3A5991BB0F8A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1353799" y="6102302"/>
            <a:ext cx="630283" cy="566921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562B554C-F7B6-4809-B089-6810BA200D40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/>
          <a:srcRect r="96679"/>
          <a:stretch/>
        </p:blipFill>
        <p:spPr>
          <a:xfrm>
            <a:off x="0" y="0"/>
            <a:ext cx="404949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4893461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4_Picture with Caption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04FBA5-6B4E-EC4E-A1BD-ADC2BADFF96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9788" y="457200"/>
            <a:ext cx="3932237" cy="1600200"/>
          </a:xfrm>
        </p:spPr>
        <p:txBody>
          <a:bodyPr anchor="b">
            <a:normAutofit/>
          </a:bodyPr>
          <a:lstStyle>
            <a:lvl1pPr>
              <a:spcAft>
                <a:spcPts val="600"/>
              </a:spcAft>
              <a:defRPr sz="3200" b="1">
                <a:solidFill>
                  <a:schemeClr val="accent1"/>
                </a:solidFill>
                <a:latin typeface="+mj-lt"/>
                <a:cs typeface="Segoe UI" panose="020B0502040204020203" pitchFamily="34" charset="0"/>
              </a:defRPr>
            </a:lvl1pPr>
          </a:lstStyle>
          <a:p>
            <a:r>
              <a:rPr lang="en-US"/>
              <a:t>CLICK TO EDIT TITLE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3C65746-ACAD-4648-A241-DBEAE0D9205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lnSpc>
                <a:spcPct val="100000"/>
              </a:lnSpc>
              <a:spcAft>
                <a:spcPts val="600"/>
              </a:spcAft>
              <a:buNone/>
              <a:defRPr sz="3200">
                <a:solidFill>
                  <a:schemeClr val="tx2"/>
                </a:solidFill>
                <a:latin typeface="+mn-lt"/>
                <a:cs typeface="Segoe UI" panose="020B0502040204020203" pitchFamily="34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D49BA78-2353-F449-809F-A41F92D937CE}"/>
              </a:ext>
            </a:extLst>
          </p:cNvPr>
          <p:cNvSpPr>
            <a:spLocks noGrp="1"/>
          </p:cNvSpPr>
          <p:nvPr>
            <p:ph type="body" sz="half" idx="2" hasCustomPrompt="1"/>
          </p:nvPr>
        </p:nvSpPr>
        <p:spPr>
          <a:xfrm>
            <a:off x="839788" y="2057400"/>
            <a:ext cx="3932237" cy="3811588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Aft>
                <a:spcPts val="600"/>
              </a:spcAft>
              <a:buNone/>
              <a:defRPr sz="1800">
                <a:solidFill>
                  <a:schemeClr val="tx2"/>
                </a:solidFill>
                <a:latin typeface="+mn-lt"/>
                <a:cs typeface="Segoe UI" panose="020B0502040204020203" pitchFamily="34" charset="0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text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35ACFBBF-A61D-4A4B-BDF6-818AB68ACBA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53799" y="6102302"/>
            <a:ext cx="630283" cy="566921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90918EFC-86AE-4BC4-ADC8-6E07AFB78596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r="96679"/>
          <a:stretch/>
        </p:blipFill>
        <p:spPr>
          <a:xfrm>
            <a:off x="0" y="0"/>
            <a:ext cx="404949" cy="685800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16CB9B9C-6DD4-4FB7-8D6C-1D7C0149B2C0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1353799" y="6102302"/>
            <a:ext cx="630283" cy="566921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09B2971D-8402-4B3F-A8FC-451E1E868B5D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/>
          <a:srcRect r="96679"/>
          <a:stretch/>
        </p:blipFill>
        <p:spPr>
          <a:xfrm>
            <a:off x="0" y="0"/>
            <a:ext cx="404949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868684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1_Section Head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A219721D-FD99-4ABD-B6D2-2E3439EFD7C9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-9" r="21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FA12A0A7-4CF2-4743-858C-719C761D6A7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1850" y="1709738"/>
            <a:ext cx="10515600" cy="2852737"/>
          </a:xfrm>
        </p:spPr>
        <p:txBody>
          <a:bodyPr anchor="b">
            <a:normAutofit/>
          </a:bodyPr>
          <a:lstStyle>
            <a:lvl1pPr>
              <a:defRPr sz="4400" b="1">
                <a:solidFill>
                  <a:srgbClr val="F1F1EF"/>
                </a:solidFill>
                <a:latin typeface="+mj-lt"/>
                <a:cs typeface="Segoe UI" panose="020B0502040204020203" pitchFamily="34" charset="0"/>
              </a:defRPr>
            </a:lvl1pPr>
          </a:lstStyle>
          <a:p>
            <a:r>
              <a:rPr lang="en-US"/>
              <a:t>CLICK TO EDIT TITLE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4AB00D5-0002-EB43-B596-CD3FCE26D7FF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rgbClr val="F1F1EF"/>
                </a:solidFill>
                <a:latin typeface="+mn-lt"/>
                <a:cs typeface="Segoe UI" panose="020B0502040204020203" pitchFamily="34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subtitle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87B315BF-030E-704F-AC88-07233555212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41667" y="5725249"/>
            <a:ext cx="1042416" cy="937623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E99E4133-3F51-471B-8D36-0D9BC30CAF9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l="-9" r="21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4127F25B-4E60-4EE1-ADBA-E25394FD4249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0941667" y="5725249"/>
            <a:ext cx="1042416" cy="9376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8638597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_Title and Conten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E96BAE-F822-E34A-990A-9C2771C072A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>
            <a:normAutofit/>
          </a:bodyPr>
          <a:lstStyle>
            <a:lvl1pPr>
              <a:defRPr sz="4000" b="1" i="0">
                <a:solidFill>
                  <a:schemeClr val="accent4"/>
                </a:solidFill>
                <a:latin typeface="+mj-lt"/>
                <a:cs typeface="Segoe UI" panose="020B0502040204020203" pitchFamily="34" charset="0"/>
              </a:defRPr>
            </a:lvl1pPr>
          </a:lstStyle>
          <a:p>
            <a:r>
              <a:rPr lang="en-US"/>
              <a:t>CLICK TO EDIT TITLE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DAB2EFE-DD9F-E146-A0F0-1CC9263E135A}"/>
              </a:ext>
            </a:extLst>
          </p:cNvPr>
          <p:cNvSpPr>
            <a:spLocks noGrp="1"/>
          </p:cNvSpPr>
          <p:nvPr>
            <p:ph idx="1" hasCustomPrompt="1"/>
          </p:nvPr>
        </p:nvSpPr>
        <p:spPr/>
        <p:txBody>
          <a:bodyPr/>
          <a:lstStyle>
            <a:lvl1pPr>
              <a:lnSpc>
                <a:spcPct val="100000"/>
              </a:lnSpc>
              <a:defRPr sz="2400">
                <a:solidFill>
                  <a:schemeClr val="tx1"/>
                </a:solidFill>
                <a:latin typeface="+mn-lt"/>
                <a:cs typeface="Segoe UI" panose="020B0502040204020203" pitchFamily="34" charset="0"/>
              </a:defRPr>
            </a:lvl1pPr>
            <a:lvl2pPr>
              <a:lnSpc>
                <a:spcPct val="100000"/>
              </a:lnSpc>
              <a:defRPr sz="2000">
                <a:solidFill>
                  <a:schemeClr val="tx1"/>
                </a:solidFill>
                <a:latin typeface="+mn-lt"/>
                <a:cs typeface="Segoe UI" panose="020B0502040204020203" pitchFamily="34" charset="0"/>
              </a:defRPr>
            </a:lvl2pPr>
            <a:lvl3pPr>
              <a:lnSpc>
                <a:spcPct val="100000"/>
              </a:lnSpc>
              <a:defRPr sz="1800">
                <a:solidFill>
                  <a:schemeClr val="tx1"/>
                </a:solidFill>
                <a:latin typeface="+mn-lt"/>
                <a:cs typeface="Segoe UI" panose="020B0502040204020203" pitchFamily="34" charset="0"/>
              </a:defRPr>
            </a:lvl3pPr>
            <a:lvl4pPr>
              <a:lnSpc>
                <a:spcPct val="100000"/>
              </a:lnSpc>
              <a:defRPr sz="1600">
                <a:solidFill>
                  <a:schemeClr val="tx1"/>
                </a:solidFill>
                <a:latin typeface="+mn-lt"/>
                <a:cs typeface="Segoe UI" panose="020B0502040204020203" pitchFamily="34" charset="0"/>
              </a:defRPr>
            </a:lvl4pPr>
            <a:lvl5pPr>
              <a:lnSpc>
                <a:spcPct val="100000"/>
              </a:lnSpc>
              <a:defRPr sz="1400">
                <a:solidFill>
                  <a:schemeClr val="tx1"/>
                </a:solidFill>
                <a:latin typeface="+mn-lt"/>
                <a:cs typeface="Segoe UI" panose="020B0502040204020203" pitchFamily="34" charset="0"/>
              </a:defRPr>
            </a:lvl5pPr>
          </a:lstStyle>
          <a:p>
            <a:pPr lvl="0"/>
            <a:r>
              <a:rPr lang="en-US"/>
              <a:t>Click to edit text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78863D59-2C71-E346-B7BF-148F5CFFBF5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53799" y="6102302"/>
            <a:ext cx="630283" cy="566921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CCA93537-633A-452A-9AB1-892BF7CBC84A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r="96679"/>
          <a:stretch/>
        </p:blipFill>
        <p:spPr>
          <a:xfrm>
            <a:off x="0" y="0"/>
            <a:ext cx="404949" cy="685800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BB038613-5351-4E44-9B10-B97EE700BCDA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1353799" y="6102302"/>
            <a:ext cx="630283" cy="566921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42364E44-7901-4324-952C-76D0F24B6056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/>
          <a:srcRect r="96679"/>
          <a:stretch/>
        </p:blipFill>
        <p:spPr>
          <a:xfrm>
            <a:off x="0" y="0"/>
            <a:ext cx="404949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6852850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wo Conten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E54D9B-8987-0D4C-A48D-AC224E43243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>
            <a:normAutofit/>
          </a:bodyPr>
          <a:lstStyle>
            <a:lvl1pPr>
              <a:defRPr sz="4000">
                <a:solidFill>
                  <a:schemeClr val="accent4"/>
                </a:solidFill>
                <a:latin typeface="+mj-lt"/>
              </a:defRPr>
            </a:lvl1pPr>
          </a:lstStyle>
          <a:p>
            <a:r>
              <a:rPr lang="en-US"/>
              <a:t>CLICK TO EDIT TITLE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830977D-D50B-F34A-A72B-3B2E6C9B12F6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838200" y="1825625"/>
            <a:ext cx="5181600" cy="4351338"/>
          </a:xfrm>
        </p:spPr>
        <p:txBody>
          <a:bodyPr>
            <a:normAutofit/>
          </a:bodyPr>
          <a:lstStyle>
            <a:lvl1pPr>
              <a:lnSpc>
                <a:spcPct val="100000"/>
              </a:lnSpc>
              <a:defRPr sz="2400">
                <a:solidFill>
                  <a:schemeClr val="tx2"/>
                </a:solidFill>
                <a:latin typeface="+mn-lt"/>
              </a:defRPr>
            </a:lvl1pPr>
            <a:lvl2pPr>
              <a:lnSpc>
                <a:spcPct val="100000"/>
              </a:lnSpc>
              <a:defRPr sz="2000">
                <a:solidFill>
                  <a:schemeClr val="tx2"/>
                </a:solidFill>
                <a:latin typeface="+mn-lt"/>
              </a:defRPr>
            </a:lvl2pPr>
            <a:lvl3pPr>
              <a:lnSpc>
                <a:spcPct val="100000"/>
              </a:lnSpc>
              <a:defRPr sz="1800">
                <a:solidFill>
                  <a:schemeClr val="tx2"/>
                </a:solidFill>
                <a:latin typeface="+mn-lt"/>
              </a:defRPr>
            </a:lvl3pPr>
            <a:lvl4pPr>
              <a:lnSpc>
                <a:spcPct val="100000"/>
              </a:lnSpc>
              <a:defRPr sz="1600">
                <a:solidFill>
                  <a:schemeClr val="tx2"/>
                </a:solidFill>
                <a:latin typeface="+mn-lt"/>
              </a:defRPr>
            </a:lvl4pPr>
            <a:lvl5pPr>
              <a:lnSpc>
                <a:spcPct val="100000"/>
              </a:lnSpc>
              <a:defRPr sz="1400">
                <a:solidFill>
                  <a:schemeClr val="tx2"/>
                </a:solidFill>
                <a:latin typeface="+mn-lt"/>
              </a:defRPr>
            </a:lvl5pPr>
          </a:lstStyle>
          <a:p>
            <a:pPr lvl="0"/>
            <a:r>
              <a:rPr lang="en-US"/>
              <a:t>Click to edit text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66A8F47-B8E2-2147-BF7A-36D46A6796E7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6172200" y="1825625"/>
            <a:ext cx="5181600" cy="4351338"/>
          </a:xfrm>
        </p:spPr>
        <p:txBody>
          <a:bodyPr>
            <a:normAutofit/>
          </a:bodyPr>
          <a:lstStyle>
            <a:lvl1pPr>
              <a:lnSpc>
                <a:spcPct val="100000"/>
              </a:lnSpc>
              <a:defRPr sz="2400">
                <a:solidFill>
                  <a:schemeClr val="tx2"/>
                </a:solidFill>
                <a:latin typeface="+mn-lt"/>
              </a:defRPr>
            </a:lvl1pPr>
            <a:lvl2pPr>
              <a:lnSpc>
                <a:spcPct val="100000"/>
              </a:lnSpc>
              <a:defRPr sz="2000">
                <a:solidFill>
                  <a:schemeClr val="tx2"/>
                </a:solidFill>
                <a:latin typeface="+mn-lt"/>
              </a:defRPr>
            </a:lvl2pPr>
            <a:lvl3pPr>
              <a:lnSpc>
                <a:spcPct val="100000"/>
              </a:lnSpc>
              <a:defRPr sz="1800">
                <a:solidFill>
                  <a:schemeClr val="tx2"/>
                </a:solidFill>
                <a:latin typeface="+mn-lt"/>
              </a:defRPr>
            </a:lvl3pPr>
            <a:lvl4pPr>
              <a:lnSpc>
                <a:spcPct val="100000"/>
              </a:lnSpc>
              <a:defRPr sz="1600">
                <a:solidFill>
                  <a:schemeClr val="tx2"/>
                </a:solidFill>
                <a:latin typeface="+mn-lt"/>
              </a:defRPr>
            </a:lvl4pPr>
            <a:lvl5pPr>
              <a:lnSpc>
                <a:spcPct val="100000"/>
              </a:lnSpc>
              <a:defRPr sz="1400">
                <a:solidFill>
                  <a:schemeClr val="tx2"/>
                </a:solidFill>
                <a:latin typeface="+mn-lt"/>
              </a:defRPr>
            </a:lvl5pPr>
          </a:lstStyle>
          <a:p>
            <a:pPr lvl="0"/>
            <a:r>
              <a:rPr lang="en-US"/>
              <a:t>Click to edit text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86A77431-0588-914D-A216-28EC5A9A8A8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53799" y="6102302"/>
            <a:ext cx="630283" cy="566921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E6E95673-3381-4F08-9109-14F99C278D30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r="96679"/>
          <a:stretch/>
        </p:blipFill>
        <p:spPr>
          <a:xfrm>
            <a:off x="0" y="0"/>
            <a:ext cx="404949" cy="685800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45DB6AAB-CEE8-41C1-9A11-30C450219F82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1353799" y="6102302"/>
            <a:ext cx="630283" cy="566921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F2EE648E-C6F8-49D1-A8F3-3571965A872B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/>
          <a:srcRect r="96679"/>
          <a:stretch/>
        </p:blipFill>
        <p:spPr>
          <a:xfrm>
            <a:off x="0" y="0"/>
            <a:ext cx="404949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698921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mparison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320160-DB07-FA41-A195-10DBA0F84C6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9788" y="365125"/>
            <a:ext cx="10515600" cy="1325563"/>
          </a:xfrm>
        </p:spPr>
        <p:txBody>
          <a:bodyPr>
            <a:normAutofit/>
          </a:bodyPr>
          <a:lstStyle>
            <a:lvl1pPr>
              <a:defRPr sz="4000">
                <a:solidFill>
                  <a:schemeClr val="accent4"/>
                </a:solidFill>
                <a:latin typeface="+mj-lt"/>
              </a:defRPr>
            </a:lvl1pPr>
          </a:lstStyle>
          <a:p>
            <a:r>
              <a:rPr lang="en-US"/>
              <a:t>CLICK TO EDIT TITLE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8265D98-7F86-E241-96F3-5AE4DBD2D062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839788" y="1681163"/>
            <a:ext cx="5157787" cy="823912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800" b="1">
                <a:solidFill>
                  <a:schemeClr val="tx2"/>
                </a:solidFill>
                <a:latin typeface="+mn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text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7326700-521D-4B43-A2D4-FACEAE7B527F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839788" y="2505075"/>
            <a:ext cx="5157787" cy="3684588"/>
          </a:xfrm>
        </p:spPr>
        <p:txBody>
          <a:bodyPr/>
          <a:lstStyle>
            <a:lvl1pPr>
              <a:lnSpc>
                <a:spcPct val="100000"/>
              </a:lnSpc>
              <a:defRPr sz="2400">
                <a:solidFill>
                  <a:schemeClr val="tx2"/>
                </a:solidFill>
                <a:latin typeface="+mn-lt"/>
              </a:defRPr>
            </a:lvl1pPr>
            <a:lvl2pPr>
              <a:lnSpc>
                <a:spcPct val="100000"/>
              </a:lnSpc>
              <a:defRPr sz="2000">
                <a:solidFill>
                  <a:schemeClr val="tx2"/>
                </a:solidFill>
                <a:latin typeface="+mn-lt"/>
              </a:defRPr>
            </a:lvl2pPr>
            <a:lvl3pPr>
              <a:lnSpc>
                <a:spcPct val="100000"/>
              </a:lnSpc>
              <a:defRPr sz="1800">
                <a:solidFill>
                  <a:schemeClr val="tx2"/>
                </a:solidFill>
                <a:latin typeface="+mn-lt"/>
              </a:defRPr>
            </a:lvl3pPr>
            <a:lvl4pPr>
              <a:lnSpc>
                <a:spcPct val="100000"/>
              </a:lnSpc>
              <a:defRPr sz="1600">
                <a:solidFill>
                  <a:schemeClr val="tx2"/>
                </a:solidFill>
                <a:latin typeface="+mn-lt"/>
              </a:defRPr>
            </a:lvl4pPr>
            <a:lvl5pPr>
              <a:lnSpc>
                <a:spcPct val="100000"/>
              </a:lnSpc>
              <a:defRPr sz="1400">
                <a:solidFill>
                  <a:schemeClr val="tx2"/>
                </a:solidFill>
                <a:latin typeface="+mn-lt"/>
              </a:defRPr>
            </a:lvl5pPr>
          </a:lstStyle>
          <a:p>
            <a:pPr lvl="0"/>
            <a:r>
              <a:rPr lang="en-US"/>
              <a:t>Click to edit text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FE9CCF1-FBF1-9743-BC0F-7FF24538351E}"/>
              </a:ext>
            </a:extLst>
          </p:cNvPr>
          <p:cNvSpPr>
            <a:spLocks noGrp="1"/>
          </p:cNvSpPr>
          <p:nvPr>
            <p:ph type="body" sz="quarter" idx="3" hasCustomPrompt="1"/>
          </p:nvPr>
        </p:nvSpPr>
        <p:spPr>
          <a:xfrm>
            <a:off x="6172200" y="1681163"/>
            <a:ext cx="5183188" cy="823912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800" b="1">
                <a:solidFill>
                  <a:schemeClr val="tx2"/>
                </a:solidFill>
                <a:latin typeface="+mn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text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3BE9C37-AAE6-9046-8B66-3BF2E4EFD234}"/>
              </a:ext>
            </a:extLst>
          </p:cNvPr>
          <p:cNvSpPr>
            <a:spLocks noGrp="1"/>
          </p:cNvSpPr>
          <p:nvPr>
            <p:ph sz="quarter" idx="4" hasCustomPrompt="1"/>
          </p:nvPr>
        </p:nvSpPr>
        <p:spPr>
          <a:xfrm>
            <a:off x="6172200" y="2505075"/>
            <a:ext cx="5183188" cy="3684588"/>
          </a:xfrm>
        </p:spPr>
        <p:txBody>
          <a:bodyPr/>
          <a:lstStyle>
            <a:lvl1pPr>
              <a:lnSpc>
                <a:spcPct val="100000"/>
              </a:lnSpc>
              <a:defRPr sz="2400">
                <a:solidFill>
                  <a:schemeClr val="tx2"/>
                </a:solidFill>
                <a:latin typeface="+mn-lt"/>
              </a:defRPr>
            </a:lvl1pPr>
            <a:lvl2pPr>
              <a:lnSpc>
                <a:spcPct val="100000"/>
              </a:lnSpc>
              <a:defRPr sz="2000">
                <a:solidFill>
                  <a:schemeClr val="tx2"/>
                </a:solidFill>
                <a:latin typeface="+mn-lt"/>
              </a:defRPr>
            </a:lvl2pPr>
            <a:lvl3pPr>
              <a:lnSpc>
                <a:spcPct val="100000"/>
              </a:lnSpc>
              <a:defRPr sz="1800">
                <a:solidFill>
                  <a:schemeClr val="tx2"/>
                </a:solidFill>
                <a:latin typeface="+mn-lt"/>
              </a:defRPr>
            </a:lvl3pPr>
            <a:lvl4pPr>
              <a:lnSpc>
                <a:spcPct val="100000"/>
              </a:lnSpc>
              <a:defRPr sz="1600">
                <a:solidFill>
                  <a:schemeClr val="tx2"/>
                </a:solidFill>
                <a:latin typeface="+mn-lt"/>
              </a:defRPr>
            </a:lvl4pPr>
            <a:lvl5pPr>
              <a:lnSpc>
                <a:spcPct val="100000"/>
              </a:lnSpc>
              <a:defRPr sz="1400">
                <a:solidFill>
                  <a:schemeClr val="tx2"/>
                </a:solidFill>
                <a:latin typeface="+mn-lt"/>
              </a:defRPr>
            </a:lvl5pPr>
          </a:lstStyle>
          <a:p>
            <a:pPr lvl="0"/>
            <a:r>
              <a:rPr lang="en-US"/>
              <a:t>Click to edit text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AE6E0398-11EA-CA4E-8CEF-209FB0E571C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53799" y="6102302"/>
            <a:ext cx="630283" cy="566921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715D744F-2CD4-4357-9920-DBE78CD05D77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r="96679"/>
          <a:stretch/>
        </p:blipFill>
        <p:spPr>
          <a:xfrm>
            <a:off x="0" y="0"/>
            <a:ext cx="404949" cy="685800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221D5F4A-21D0-43C1-8A2B-9CC10CB01274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1353799" y="6102302"/>
            <a:ext cx="630283" cy="566921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126555F1-29F7-4CB4-A876-740C66B6A93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/>
          <a:srcRect r="96679"/>
          <a:stretch/>
        </p:blipFill>
        <p:spPr>
          <a:xfrm>
            <a:off x="0" y="0"/>
            <a:ext cx="404949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7062202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Only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228945-86BB-2F46-A588-79A48E6F385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>
            <a:normAutofit/>
          </a:bodyPr>
          <a:lstStyle>
            <a:lvl1pPr>
              <a:defRPr sz="4000" b="1">
                <a:solidFill>
                  <a:schemeClr val="accent4"/>
                </a:solidFill>
                <a:latin typeface="+mj-lt"/>
                <a:cs typeface="Segoe UI" panose="020B0502040204020203" pitchFamily="34" charset="0"/>
              </a:defRPr>
            </a:lvl1pPr>
          </a:lstStyle>
          <a:p>
            <a:r>
              <a:rPr lang="en-US"/>
              <a:t>CLICK TO EDIT TITLE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9060FD44-8B57-FE4C-BDC8-651AF654EA2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53799" y="6102302"/>
            <a:ext cx="630283" cy="566921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66EBE165-4020-4AE6-A4F8-FC0F3008EE5A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r="96679"/>
          <a:stretch/>
        </p:blipFill>
        <p:spPr>
          <a:xfrm>
            <a:off x="0" y="0"/>
            <a:ext cx="404949" cy="685800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D541F792-4194-48D6-8C22-045249FBC1D0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1353799" y="6102302"/>
            <a:ext cx="630283" cy="566921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15EEA098-278C-464C-8E68-71826F19B2D8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/>
          <a:srcRect r="96679"/>
          <a:stretch/>
        </p:blipFill>
        <p:spPr>
          <a:xfrm>
            <a:off x="0" y="0"/>
            <a:ext cx="404949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300311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3BD2D64C-6261-9846-B401-C0516D62E23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53799" y="6102302"/>
            <a:ext cx="630283" cy="566921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28F418F1-2677-43D4-80D8-CC3E811A3412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r="96679"/>
          <a:stretch/>
        </p:blipFill>
        <p:spPr>
          <a:xfrm>
            <a:off x="0" y="0"/>
            <a:ext cx="404949" cy="6858000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6957E698-BFA0-4534-A2CB-37E11E919A58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1353799" y="6102302"/>
            <a:ext cx="630283" cy="566921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693A8C96-38E9-43C2-9769-60259CFF4A2F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/>
          <a:srcRect r="96679"/>
          <a:stretch/>
        </p:blipFill>
        <p:spPr>
          <a:xfrm>
            <a:off x="0" y="0"/>
            <a:ext cx="404949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7915944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94708B-F85D-B244-B76D-7665363E927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9788" y="457200"/>
            <a:ext cx="3932237" cy="1600200"/>
          </a:xfrm>
        </p:spPr>
        <p:txBody>
          <a:bodyPr anchor="b">
            <a:normAutofit/>
          </a:bodyPr>
          <a:lstStyle>
            <a:lvl1pPr>
              <a:defRPr sz="3200" b="1">
                <a:solidFill>
                  <a:schemeClr val="accent4"/>
                </a:solidFill>
                <a:latin typeface="+mj-lt"/>
                <a:cs typeface="Segoe UI" panose="020B0502040204020203" pitchFamily="34" charset="0"/>
              </a:defRPr>
            </a:lvl1pPr>
          </a:lstStyle>
          <a:p>
            <a:r>
              <a:rPr lang="en-US"/>
              <a:t>CLICK TO EDIT TITLE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4699D82-DB1D-334C-9D0C-24A2DAEF50D0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5183188" y="987425"/>
            <a:ext cx="6172200" cy="4873625"/>
          </a:xfrm>
        </p:spPr>
        <p:txBody>
          <a:bodyPr>
            <a:normAutofit/>
          </a:bodyPr>
          <a:lstStyle>
            <a:lvl1pPr>
              <a:lnSpc>
                <a:spcPct val="100000"/>
              </a:lnSpc>
              <a:defRPr sz="2400">
                <a:solidFill>
                  <a:schemeClr val="tx1"/>
                </a:solidFill>
                <a:latin typeface="+mn-lt"/>
                <a:cs typeface="Segoe UI" panose="020B0502040204020203" pitchFamily="34" charset="0"/>
              </a:defRPr>
            </a:lvl1pPr>
            <a:lvl2pPr>
              <a:lnSpc>
                <a:spcPct val="100000"/>
              </a:lnSpc>
              <a:defRPr sz="2000">
                <a:solidFill>
                  <a:schemeClr val="tx1"/>
                </a:solidFill>
                <a:latin typeface="+mn-lt"/>
                <a:cs typeface="Segoe UI" panose="020B0502040204020203" pitchFamily="34" charset="0"/>
              </a:defRPr>
            </a:lvl2pPr>
            <a:lvl3pPr>
              <a:lnSpc>
                <a:spcPct val="100000"/>
              </a:lnSpc>
              <a:defRPr sz="1800">
                <a:solidFill>
                  <a:schemeClr val="tx1"/>
                </a:solidFill>
                <a:latin typeface="+mn-lt"/>
                <a:cs typeface="Segoe UI" panose="020B0502040204020203" pitchFamily="34" charset="0"/>
              </a:defRPr>
            </a:lvl3pPr>
            <a:lvl4pPr>
              <a:lnSpc>
                <a:spcPct val="100000"/>
              </a:lnSpc>
              <a:defRPr sz="1600">
                <a:solidFill>
                  <a:schemeClr val="tx1"/>
                </a:solidFill>
                <a:latin typeface="+mn-lt"/>
                <a:cs typeface="Segoe UI" panose="020B0502040204020203" pitchFamily="34" charset="0"/>
              </a:defRPr>
            </a:lvl4pPr>
            <a:lvl5pPr>
              <a:lnSpc>
                <a:spcPct val="100000"/>
              </a:lnSpc>
              <a:defRPr sz="1400">
                <a:solidFill>
                  <a:schemeClr val="tx1"/>
                </a:solidFill>
                <a:latin typeface="+mn-lt"/>
                <a:cs typeface="Segoe UI" panose="020B0502040204020203" pitchFamily="34" charset="0"/>
              </a:defRPr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text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48442DC-2A24-1246-A016-34C036D5BDBB}"/>
              </a:ext>
            </a:extLst>
          </p:cNvPr>
          <p:cNvSpPr>
            <a:spLocks noGrp="1"/>
          </p:cNvSpPr>
          <p:nvPr>
            <p:ph type="body" sz="half" idx="2" hasCustomPrompt="1"/>
          </p:nvPr>
        </p:nvSpPr>
        <p:spPr>
          <a:xfrm>
            <a:off x="839788" y="2057400"/>
            <a:ext cx="3932237" cy="3811588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None/>
              <a:defRPr sz="1800">
                <a:solidFill>
                  <a:schemeClr val="tx1"/>
                </a:solidFill>
                <a:latin typeface="+mn-lt"/>
                <a:cs typeface="Segoe UI" panose="020B0502040204020203" pitchFamily="34" charset="0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text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A6D398F6-9B1E-B840-AD2C-7C078BE8EBA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53799" y="6102302"/>
            <a:ext cx="630283" cy="566921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30AE15B2-717A-465B-B036-E780501CEDCF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r="96679"/>
          <a:stretch/>
        </p:blipFill>
        <p:spPr>
          <a:xfrm>
            <a:off x="0" y="0"/>
            <a:ext cx="404949" cy="685800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F8ED67AD-F791-46E4-99E1-259D63ED7D63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1353799" y="6102302"/>
            <a:ext cx="630283" cy="566921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AC4801FE-DD6D-4767-AC8B-7F1652CFEE00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/>
          <a:srcRect r="96679"/>
          <a:stretch/>
        </p:blipFill>
        <p:spPr>
          <a:xfrm>
            <a:off x="0" y="0"/>
            <a:ext cx="404949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5956495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04FBA5-6B4E-EC4E-A1BD-ADC2BADFF96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9788" y="457200"/>
            <a:ext cx="3932237" cy="1600200"/>
          </a:xfrm>
        </p:spPr>
        <p:txBody>
          <a:bodyPr anchor="b">
            <a:normAutofit/>
          </a:bodyPr>
          <a:lstStyle>
            <a:lvl1pPr>
              <a:defRPr sz="3200" b="1">
                <a:solidFill>
                  <a:schemeClr val="accent4"/>
                </a:solidFill>
                <a:latin typeface="+mj-lt"/>
                <a:cs typeface="Segoe UI" panose="020B0502040204020203" pitchFamily="34" charset="0"/>
              </a:defRPr>
            </a:lvl1pPr>
          </a:lstStyle>
          <a:p>
            <a:r>
              <a:rPr lang="en-US"/>
              <a:t>CLICK TO EDIT TITLE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3C65746-ACAD-4648-A241-DBEAE0D9205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lnSpc>
                <a:spcPct val="100000"/>
              </a:lnSpc>
              <a:buNone/>
              <a:defRPr sz="3200">
                <a:solidFill>
                  <a:schemeClr val="tx2"/>
                </a:solidFill>
                <a:latin typeface="+mn-lt"/>
                <a:cs typeface="Segoe UI" panose="020B0502040204020203" pitchFamily="34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D49BA78-2353-F449-809F-A41F92D937CE}"/>
              </a:ext>
            </a:extLst>
          </p:cNvPr>
          <p:cNvSpPr>
            <a:spLocks noGrp="1"/>
          </p:cNvSpPr>
          <p:nvPr>
            <p:ph type="body" sz="half" idx="2" hasCustomPrompt="1"/>
          </p:nvPr>
        </p:nvSpPr>
        <p:spPr>
          <a:xfrm>
            <a:off x="839788" y="2057400"/>
            <a:ext cx="3932237" cy="3811588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None/>
              <a:defRPr sz="1800">
                <a:solidFill>
                  <a:schemeClr val="tx2"/>
                </a:solidFill>
                <a:latin typeface="+mn-lt"/>
                <a:cs typeface="Segoe UI" panose="020B0502040204020203" pitchFamily="34" charset="0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text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0F22FF10-724D-9941-B9E8-CE4BD3CA01B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53799" y="6102302"/>
            <a:ext cx="630283" cy="566921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608453BD-F858-48A3-9559-84F847FA91E1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r="96679"/>
          <a:stretch/>
        </p:blipFill>
        <p:spPr>
          <a:xfrm>
            <a:off x="0" y="0"/>
            <a:ext cx="404949" cy="685800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8E5B2113-41F5-44EE-BB28-A0A97DE546D2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1353799" y="6102302"/>
            <a:ext cx="630283" cy="566921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E885206C-2CAE-46CB-96C1-6EED7821C933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/>
          <a:srcRect r="96679"/>
          <a:stretch/>
        </p:blipFill>
        <p:spPr>
          <a:xfrm>
            <a:off x="0" y="0"/>
            <a:ext cx="404949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7045121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2_Section Head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97801D65-D4DD-49CE-9BFE-23E59749E8EE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-9" r="21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FA12A0A7-4CF2-4743-858C-719C761D6A7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1850" y="1709738"/>
            <a:ext cx="10515600" cy="2852737"/>
          </a:xfrm>
        </p:spPr>
        <p:txBody>
          <a:bodyPr anchor="b">
            <a:normAutofit/>
          </a:bodyPr>
          <a:lstStyle>
            <a:lvl1pPr>
              <a:defRPr sz="4400" b="1">
                <a:solidFill>
                  <a:srgbClr val="F1F1EF"/>
                </a:solidFill>
                <a:latin typeface="+mj-lt"/>
                <a:cs typeface="Segoe UI" panose="020B0502040204020203" pitchFamily="34" charset="0"/>
              </a:defRPr>
            </a:lvl1pPr>
          </a:lstStyle>
          <a:p>
            <a:r>
              <a:rPr lang="en-US"/>
              <a:t>CLICK TO EDIT TITLE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4AB00D5-0002-EB43-B596-CD3FCE26D7FF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rgbClr val="F1F1EF"/>
                </a:solidFill>
                <a:latin typeface="+mn-lt"/>
                <a:cs typeface="Segoe UI" panose="020B0502040204020203" pitchFamily="34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subtitle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87B315BF-030E-704F-AC88-07233555212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41667" y="5725249"/>
            <a:ext cx="1042416" cy="937623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228AC903-1CBE-4145-901A-C323ECE2F07E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l="-9" r="21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06F1F151-6EBA-4D53-9EB4-32711D976BEC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0941667" y="5725249"/>
            <a:ext cx="1042416" cy="9376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2459649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4_Title and Conten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E96BAE-F822-E34A-990A-9C2771C072A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>
            <a:normAutofit/>
          </a:bodyPr>
          <a:lstStyle>
            <a:lvl1pPr>
              <a:defRPr sz="4000" b="1">
                <a:solidFill>
                  <a:schemeClr val="accent3"/>
                </a:solidFill>
                <a:latin typeface="+mj-lt"/>
                <a:cs typeface="Segoe UI" panose="020B0502040204020203" pitchFamily="34" charset="0"/>
              </a:defRPr>
            </a:lvl1pPr>
          </a:lstStyle>
          <a:p>
            <a:r>
              <a:rPr lang="en-US"/>
              <a:t>CLICK TO EDIT TITLE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DAB2EFE-DD9F-E146-A0F0-1CC9263E135A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838200" y="1825625"/>
            <a:ext cx="10515600" cy="4389120"/>
          </a:xfrm>
        </p:spPr>
        <p:txBody>
          <a:bodyPr/>
          <a:lstStyle>
            <a:lvl1pPr>
              <a:lnSpc>
                <a:spcPct val="100000"/>
              </a:lnSpc>
              <a:defRPr sz="2400">
                <a:solidFill>
                  <a:schemeClr val="tx2"/>
                </a:solidFill>
                <a:latin typeface="+mn-lt"/>
                <a:cs typeface="Segoe UI" panose="020B0502040204020203" pitchFamily="34" charset="0"/>
              </a:defRPr>
            </a:lvl1pPr>
            <a:lvl2pPr>
              <a:lnSpc>
                <a:spcPct val="100000"/>
              </a:lnSpc>
              <a:defRPr sz="2000">
                <a:solidFill>
                  <a:schemeClr val="tx2"/>
                </a:solidFill>
                <a:latin typeface="+mn-lt"/>
                <a:cs typeface="Segoe UI" panose="020B0502040204020203" pitchFamily="34" charset="0"/>
              </a:defRPr>
            </a:lvl2pPr>
            <a:lvl3pPr>
              <a:lnSpc>
                <a:spcPct val="100000"/>
              </a:lnSpc>
              <a:defRPr sz="1800">
                <a:solidFill>
                  <a:schemeClr val="tx2"/>
                </a:solidFill>
                <a:latin typeface="+mn-lt"/>
                <a:cs typeface="Segoe UI" panose="020B0502040204020203" pitchFamily="34" charset="0"/>
              </a:defRPr>
            </a:lvl3pPr>
            <a:lvl4pPr>
              <a:lnSpc>
                <a:spcPct val="100000"/>
              </a:lnSpc>
              <a:defRPr sz="1600">
                <a:solidFill>
                  <a:schemeClr val="tx2"/>
                </a:solidFill>
                <a:latin typeface="+mn-lt"/>
                <a:cs typeface="Segoe UI" panose="020B0502040204020203" pitchFamily="34" charset="0"/>
              </a:defRPr>
            </a:lvl4pPr>
            <a:lvl5pPr>
              <a:lnSpc>
                <a:spcPct val="100000"/>
              </a:lnSpc>
              <a:defRPr sz="1400">
                <a:solidFill>
                  <a:schemeClr val="tx2"/>
                </a:solidFill>
                <a:latin typeface="+mn-lt"/>
                <a:cs typeface="Segoe UI" panose="020B0502040204020203" pitchFamily="34" charset="0"/>
              </a:defRPr>
            </a:lvl5pPr>
          </a:lstStyle>
          <a:p>
            <a:pPr lvl="0"/>
            <a:r>
              <a:rPr lang="en-US"/>
              <a:t>Click to edit text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78863D59-2C71-E346-B7BF-148F5CFFBF5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53799" y="6102302"/>
            <a:ext cx="630283" cy="566921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0334BCDE-4FAE-4480-8FFD-AE9B4EE69BD9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r="96679"/>
          <a:stretch/>
        </p:blipFill>
        <p:spPr>
          <a:xfrm>
            <a:off x="0" y="0"/>
            <a:ext cx="404949" cy="685800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75659055-6C62-4657-8BC0-244F238856C8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1353799" y="6102302"/>
            <a:ext cx="630283" cy="566921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92CF1955-12BB-4044-B081-B5753C2F2F50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/>
          <a:srcRect r="96679"/>
          <a:stretch/>
        </p:blipFill>
        <p:spPr>
          <a:xfrm>
            <a:off x="0" y="0"/>
            <a:ext cx="404949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3525307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_Two Conten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E54D9B-8987-0D4C-A48D-AC224E43243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>
            <a:normAutofit/>
          </a:bodyPr>
          <a:lstStyle>
            <a:lvl1pPr>
              <a:defRPr sz="4000" b="1">
                <a:solidFill>
                  <a:schemeClr val="accent3"/>
                </a:solidFill>
                <a:latin typeface="+mj-lt"/>
                <a:cs typeface="Segoe UI" panose="020B0502040204020203" pitchFamily="34" charset="0"/>
              </a:defRPr>
            </a:lvl1pPr>
          </a:lstStyle>
          <a:p>
            <a:r>
              <a:rPr lang="en-US"/>
              <a:t>CLICK TO EDIT TITLE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830977D-D50B-F34A-A72B-3B2E6C9B12F6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838200" y="1825625"/>
            <a:ext cx="5181600" cy="4351338"/>
          </a:xfrm>
        </p:spPr>
        <p:txBody>
          <a:bodyPr>
            <a:normAutofit/>
          </a:bodyPr>
          <a:lstStyle>
            <a:lvl1pPr>
              <a:lnSpc>
                <a:spcPct val="100000"/>
              </a:lnSpc>
              <a:defRPr sz="2400">
                <a:solidFill>
                  <a:schemeClr val="tx1"/>
                </a:solidFill>
                <a:latin typeface="+mn-lt"/>
                <a:cs typeface="Segoe UI" panose="020B0502040204020203" pitchFamily="34" charset="0"/>
              </a:defRPr>
            </a:lvl1pPr>
            <a:lvl2pPr>
              <a:lnSpc>
                <a:spcPct val="100000"/>
              </a:lnSpc>
              <a:defRPr sz="2000">
                <a:solidFill>
                  <a:schemeClr val="tx1"/>
                </a:solidFill>
                <a:latin typeface="+mn-lt"/>
                <a:cs typeface="Segoe UI" panose="020B0502040204020203" pitchFamily="34" charset="0"/>
              </a:defRPr>
            </a:lvl2pPr>
            <a:lvl3pPr>
              <a:lnSpc>
                <a:spcPct val="100000"/>
              </a:lnSpc>
              <a:defRPr sz="1800">
                <a:solidFill>
                  <a:schemeClr val="tx1"/>
                </a:solidFill>
                <a:latin typeface="+mn-lt"/>
                <a:cs typeface="Segoe UI" panose="020B0502040204020203" pitchFamily="34" charset="0"/>
              </a:defRPr>
            </a:lvl3pPr>
            <a:lvl4pPr>
              <a:lnSpc>
                <a:spcPct val="100000"/>
              </a:lnSpc>
              <a:defRPr sz="1600">
                <a:solidFill>
                  <a:schemeClr val="tx1"/>
                </a:solidFill>
                <a:latin typeface="+mn-lt"/>
                <a:cs typeface="Segoe UI" panose="020B0502040204020203" pitchFamily="34" charset="0"/>
              </a:defRPr>
            </a:lvl4pPr>
            <a:lvl5pPr>
              <a:lnSpc>
                <a:spcPct val="100000"/>
              </a:lnSpc>
              <a:defRPr sz="1400">
                <a:solidFill>
                  <a:schemeClr val="tx1"/>
                </a:solidFill>
                <a:latin typeface="+mn-lt"/>
                <a:cs typeface="Segoe UI" panose="020B0502040204020203" pitchFamily="34" charset="0"/>
              </a:defRPr>
            </a:lvl5pPr>
          </a:lstStyle>
          <a:p>
            <a:pPr lvl="0"/>
            <a:r>
              <a:rPr lang="en-US"/>
              <a:t>Click to edit text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66A8F47-B8E2-2147-BF7A-36D46A6796E7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6172200" y="1825625"/>
            <a:ext cx="5181600" cy="4351338"/>
          </a:xfrm>
        </p:spPr>
        <p:txBody>
          <a:bodyPr>
            <a:normAutofit/>
          </a:bodyPr>
          <a:lstStyle>
            <a:lvl1pPr>
              <a:lnSpc>
                <a:spcPct val="100000"/>
              </a:lnSpc>
              <a:defRPr sz="2400">
                <a:solidFill>
                  <a:schemeClr val="tx1"/>
                </a:solidFill>
                <a:latin typeface="+mn-lt"/>
                <a:cs typeface="Segoe UI" panose="020B0502040204020203" pitchFamily="34" charset="0"/>
              </a:defRPr>
            </a:lvl1pPr>
            <a:lvl2pPr>
              <a:lnSpc>
                <a:spcPct val="100000"/>
              </a:lnSpc>
              <a:defRPr sz="2000">
                <a:solidFill>
                  <a:schemeClr val="tx1"/>
                </a:solidFill>
                <a:latin typeface="+mn-lt"/>
                <a:cs typeface="Segoe UI" panose="020B0502040204020203" pitchFamily="34" charset="0"/>
              </a:defRPr>
            </a:lvl2pPr>
            <a:lvl3pPr>
              <a:lnSpc>
                <a:spcPct val="100000"/>
              </a:lnSpc>
              <a:defRPr sz="1800">
                <a:solidFill>
                  <a:schemeClr val="tx1"/>
                </a:solidFill>
                <a:latin typeface="+mn-lt"/>
                <a:cs typeface="Segoe UI" panose="020B0502040204020203" pitchFamily="34" charset="0"/>
              </a:defRPr>
            </a:lvl3pPr>
            <a:lvl4pPr>
              <a:lnSpc>
                <a:spcPct val="100000"/>
              </a:lnSpc>
              <a:defRPr sz="1600">
                <a:solidFill>
                  <a:schemeClr val="tx1"/>
                </a:solidFill>
                <a:latin typeface="+mn-lt"/>
                <a:cs typeface="Segoe UI" panose="020B0502040204020203" pitchFamily="34" charset="0"/>
              </a:defRPr>
            </a:lvl4pPr>
            <a:lvl5pPr>
              <a:lnSpc>
                <a:spcPct val="100000"/>
              </a:lnSpc>
              <a:defRPr sz="1400">
                <a:solidFill>
                  <a:schemeClr val="tx1"/>
                </a:solidFill>
                <a:latin typeface="+mn-lt"/>
                <a:cs typeface="Segoe UI" panose="020B0502040204020203" pitchFamily="34" charset="0"/>
              </a:defRPr>
            </a:lvl5pPr>
          </a:lstStyle>
          <a:p>
            <a:pPr lvl="0"/>
            <a:r>
              <a:rPr lang="en-US"/>
              <a:t>Click to edit text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86A77431-0588-914D-A216-28EC5A9A8A8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53799" y="6102302"/>
            <a:ext cx="630283" cy="566921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940E8D9B-1180-4BCF-ACA9-05A2B602054B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r="96679"/>
          <a:stretch/>
        </p:blipFill>
        <p:spPr>
          <a:xfrm>
            <a:off x="0" y="0"/>
            <a:ext cx="404949" cy="685800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EE876561-EA8B-475B-AE5C-AD1359939044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1353799" y="6102302"/>
            <a:ext cx="630283" cy="566921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A872A995-E504-470B-9820-FD5C8AA7824F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/>
          <a:srcRect r="96679"/>
          <a:stretch/>
        </p:blipFill>
        <p:spPr>
          <a:xfrm>
            <a:off x="0" y="0"/>
            <a:ext cx="404949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7648666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_Comparison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320160-DB07-FA41-A195-10DBA0F84C6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9788" y="365125"/>
            <a:ext cx="10515600" cy="1325563"/>
          </a:xfrm>
        </p:spPr>
        <p:txBody>
          <a:bodyPr>
            <a:normAutofit/>
          </a:bodyPr>
          <a:lstStyle>
            <a:lvl1pPr>
              <a:lnSpc>
                <a:spcPct val="100000"/>
              </a:lnSpc>
              <a:defRPr sz="4000" b="1">
                <a:solidFill>
                  <a:schemeClr val="accent3"/>
                </a:solidFill>
                <a:latin typeface="+mj-lt"/>
                <a:cs typeface="Segoe UI" panose="020B0502040204020203" pitchFamily="34" charset="0"/>
              </a:defRPr>
            </a:lvl1pPr>
          </a:lstStyle>
          <a:p>
            <a:r>
              <a:rPr lang="en-US"/>
              <a:t>CLICK TO EDIT TITLE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8265D98-7F86-E241-96F3-5AE4DBD2D062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839788" y="1681163"/>
            <a:ext cx="5157787" cy="823912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800" b="1">
                <a:solidFill>
                  <a:schemeClr val="tx1"/>
                </a:solidFill>
                <a:latin typeface="+mn-lt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text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7326700-521D-4B43-A2D4-FACEAE7B527F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839788" y="2505075"/>
            <a:ext cx="5157787" cy="3684588"/>
          </a:xfrm>
        </p:spPr>
        <p:txBody>
          <a:bodyPr>
            <a:normAutofit/>
          </a:bodyPr>
          <a:lstStyle>
            <a:lvl1pPr>
              <a:lnSpc>
                <a:spcPct val="100000"/>
              </a:lnSpc>
              <a:defRPr sz="2400">
                <a:solidFill>
                  <a:schemeClr val="tx1"/>
                </a:solidFill>
                <a:latin typeface="+mn-lt"/>
                <a:cs typeface="Segoe UI" panose="020B0502040204020203" pitchFamily="34" charset="0"/>
              </a:defRPr>
            </a:lvl1pPr>
            <a:lvl2pPr>
              <a:lnSpc>
                <a:spcPct val="100000"/>
              </a:lnSpc>
              <a:defRPr sz="2000">
                <a:solidFill>
                  <a:schemeClr val="tx1"/>
                </a:solidFill>
                <a:latin typeface="+mn-lt"/>
                <a:cs typeface="Segoe UI" panose="020B0502040204020203" pitchFamily="34" charset="0"/>
              </a:defRPr>
            </a:lvl2pPr>
            <a:lvl3pPr>
              <a:lnSpc>
                <a:spcPct val="100000"/>
              </a:lnSpc>
              <a:defRPr sz="1800">
                <a:solidFill>
                  <a:schemeClr val="tx1"/>
                </a:solidFill>
                <a:latin typeface="+mn-lt"/>
                <a:cs typeface="Segoe UI" panose="020B0502040204020203" pitchFamily="34" charset="0"/>
              </a:defRPr>
            </a:lvl3pPr>
            <a:lvl4pPr>
              <a:lnSpc>
                <a:spcPct val="100000"/>
              </a:lnSpc>
              <a:defRPr sz="1600">
                <a:solidFill>
                  <a:schemeClr val="tx1"/>
                </a:solidFill>
                <a:latin typeface="+mn-lt"/>
                <a:cs typeface="Segoe UI" panose="020B0502040204020203" pitchFamily="34" charset="0"/>
              </a:defRPr>
            </a:lvl4pPr>
            <a:lvl5pPr>
              <a:lnSpc>
                <a:spcPct val="100000"/>
              </a:lnSpc>
              <a:defRPr sz="1400">
                <a:solidFill>
                  <a:schemeClr val="tx1"/>
                </a:solidFill>
                <a:latin typeface="+mn-lt"/>
                <a:cs typeface="Segoe UI" panose="020B0502040204020203" pitchFamily="34" charset="0"/>
              </a:defRPr>
            </a:lvl5pPr>
          </a:lstStyle>
          <a:p>
            <a:pPr lvl="0"/>
            <a:r>
              <a:rPr lang="en-US"/>
              <a:t>Click to edit text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FE9CCF1-FBF1-9743-BC0F-7FF24538351E}"/>
              </a:ext>
            </a:extLst>
          </p:cNvPr>
          <p:cNvSpPr>
            <a:spLocks noGrp="1"/>
          </p:cNvSpPr>
          <p:nvPr>
            <p:ph type="body" sz="quarter" idx="3" hasCustomPrompt="1"/>
          </p:nvPr>
        </p:nvSpPr>
        <p:spPr>
          <a:xfrm>
            <a:off x="6172200" y="1681163"/>
            <a:ext cx="5183188" cy="823912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800" b="1">
                <a:solidFill>
                  <a:schemeClr val="tx1"/>
                </a:solidFill>
                <a:latin typeface="+mn-lt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text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3BE9C37-AAE6-9046-8B66-3BF2E4EFD234}"/>
              </a:ext>
            </a:extLst>
          </p:cNvPr>
          <p:cNvSpPr>
            <a:spLocks noGrp="1"/>
          </p:cNvSpPr>
          <p:nvPr>
            <p:ph sz="quarter" idx="4" hasCustomPrompt="1"/>
          </p:nvPr>
        </p:nvSpPr>
        <p:spPr>
          <a:xfrm>
            <a:off x="6172200" y="2505075"/>
            <a:ext cx="5183188" cy="3684588"/>
          </a:xfrm>
        </p:spPr>
        <p:txBody>
          <a:bodyPr/>
          <a:lstStyle>
            <a:lvl1pPr>
              <a:lnSpc>
                <a:spcPct val="100000"/>
              </a:lnSpc>
              <a:defRPr sz="2400">
                <a:solidFill>
                  <a:schemeClr val="tx1"/>
                </a:solidFill>
                <a:latin typeface="+mn-lt"/>
                <a:cs typeface="Segoe UI" panose="020B0502040204020203" pitchFamily="34" charset="0"/>
              </a:defRPr>
            </a:lvl1pPr>
            <a:lvl2pPr>
              <a:lnSpc>
                <a:spcPct val="100000"/>
              </a:lnSpc>
              <a:defRPr sz="2000">
                <a:solidFill>
                  <a:schemeClr val="tx1"/>
                </a:solidFill>
                <a:latin typeface="+mn-lt"/>
                <a:cs typeface="Segoe UI" panose="020B0502040204020203" pitchFamily="34" charset="0"/>
              </a:defRPr>
            </a:lvl2pPr>
            <a:lvl3pPr>
              <a:lnSpc>
                <a:spcPct val="100000"/>
              </a:lnSpc>
              <a:defRPr sz="1800">
                <a:solidFill>
                  <a:schemeClr val="tx1"/>
                </a:solidFill>
                <a:latin typeface="+mn-lt"/>
                <a:cs typeface="Segoe UI" panose="020B0502040204020203" pitchFamily="34" charset="0"/>
              </a:defRPr>
            </a:lvl3pPr>
            <a:lvl4pPr>
              <a:lnSpc>
                <a:spcPct val="100000"/>
              </a:lnSpc>
              <a:defRPr sz="1600">
                <a:solidFill>
                  <a:schemeClr val="tx1"/>
                </a:solidFill>
                <a:latin typeface="+mn-lt"/>
                <a:cs typeface="Segoe UI" panose="020B0502040204020203" pitchFamily="34" charset="0"/>
              </a:defRPr>
            </a:lvl4pPr>
            <a:lvl5pPr>
              <a:lnSpc>
                <a:spcPct val="100000"/>
              </a:lnSpc>
              <a:defRPr sz="1400">
                <a:solidFill>
                  <a:schemeClr val="tx1"/>
                </a:solidFill>
                <a:latin typeface="+mn-lt"/>
                <a:cs typeface="Segoe UI" panose="020B0502040204020203" pitchFamily="34" charset="0"/>
              </a:defRPr>
            </a:lvl5pPr>
          </a:lstStyle>
          <a:p>
            <a:pPr lvl="0"/>
            <a:r>
              <a:rPr lang="en-US"/>
              <a:t>Click to edit text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AE6E0398-11EA-CA4E-8CEF-209FB0E571C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53799" y="6102302"/>
            <a:ext cx="630283" cy="566921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0F00B128-5709-4F73-BFC0-8205AE42FABF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r="96679"/>
          <a:stretch/>
        </p:blipFill>
        <p:spPr>
          <a:xfrm>
            <a:off x="0" y="0"/>
            <a:ext cx="404949" cy="6858000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451BC2A4-E3B3-4631-A163-FEF6778C88DD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1353799" y="6102302"/>
            <a:ext cx="630283" cy="566921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2B1C97B9-CF09-4ABF-A8B8-2F57758444A6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/>
          <a:srcRect r="96679"/>
          <a:stretch/>
        </p:blipFill>
        <p:spPr>
          <a:xfrm>
            <a:off x="0" y="0"/>
            <a:ext cx="404949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6206120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_Title Only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228945-86BB-2F46-A588-79A48E6F385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>
            <a:normAutofit/>
          </a:bodyPr>
          <a:lstStyle>
            <a:lvl1pPr>
              <a:defRPr sz="4000" b="1">
                <a:solidFill>
                  <a:schemeClr val="accent3"/>
                </a:solidFill>
                <a:latin typeface="+mj-lt"/>
                <a:cs typeface="Segoe UI" panose="020B0502040204020203" pitchFamily="34" charset="0"/>
              </a:defRPr>
            </a:lvl1pPr>
          </a:lstStyle>
          <a:p>
            <a:r>
              <a:rPr lang="en-US"/>
              <a:t>CLICK TO EDIT TITLE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9060FD44-8B57-FE4C-BDC8-651AF654EA2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53799" y="6102302"/>
            <a:ext cx="630283" cy="566921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C9932095-5E91-4AD3-981B-38C3FF852FB6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r="96679"/>
          <a:stretch/>
        </p:blipFill>
        <p:spPr>
          <a:xfrm>
            <a:off x="0" y="0"/>
            <a:ext cx="404949" cy="685800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5486040E-44C7-4914-9D34-9ED4BEA35D4B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1353799" y="6102302"/>
            <a:ext cx="630283" cy="566921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303CF1FD-8D82-480B-BA01-C8BAB03BE7A4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/>
          <a:srcRect r="96679"/>
          <a:stretch/>
        </p:blipFill>
        <p:spPr>
          <a:xfrm>
            <a:off x="0" y="0"/>
            <a:ext cx="404949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2994416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3_Blank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3BD2D64C-6261-9846-B401-C0516D62E23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53799" y="6102302"/>
            <a:ext cx="630283" cy="566921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B50AC943-B4D3-4EDA-8FD1-F67B3AAA6CF0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r="96679"/>
          <a:stretch/>
        </p:blipFill>
        <p:spPr>
          <a:xfrm>
            <a:off x="0" y="0"/>
            <a:ext cx="404949" cy="685800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5D9037A0-8058-4229-AFB5-F20E31C45AC5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1353799" y="6102302"/>
            <a:ext cx="630283" cy="566921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764FBD58-68B0-4AC5-AF5D-8B27176E662F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/>
          <a:srcRect r="96679"/>
          <a:stretch/>
        </p:blipFill>
        <p:spPr>
          <a:xfrm>
            <a:off x="0" y="0"/>
            <a:ext cx="404949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0821770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2_Content with Caption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94708B-F85D-B244-B76D-7665363E927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9788" y="457200"/>
            <a:ext cx="3932237" cy="1600200"/>
          </a:xfrm>
        </p:spPr>
        <p:txBody>
          <a:bodyPr anchor="b">
            <a:normAutofit/>
          </a:bodyPr>
          <a:lstStyle>
            <a:lvl1pPr>
              <a:defRPr sz="3200" b="1">
                <a:solidFill>
                  <a:schemeClr val="accent3"/>
                </a:solidFill>
                <a:latin typeface="+mj-lt"/>
                <a:cs typeface="Segoe UI" panose="020B0502040204020203" pitchFamily="34" charset="0"/>
              </a:defRPr>
            </a:lvl1pPr>
          </a:lstStyle>
          <a:p>
            <a:r>
              <a:rPr lang="en-US"/>
              <a:t>CLICK TO EDIT TITLE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4699D82-DB1D-334C-9D0C-24A2DAEF50D0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5183188" y="987425"/>
            <a:ext cx="6172200" cy="4873625"/>
          </a:xfrm>
        </p:spPr>
        <p:txBody>
          <a:bodyPr>
            <a:normAutofit/>
          </a:bodyPr>
          <a:lstStyle>
            <a:lvl1pPr>
              <a:lnSpc>
                <a:spcPct val="100000"/>
              </a:lnSpc>
              <a:defRPr sz="2400">
                <a:solidFill>
                  <a:schemeClr val="tx1"/>
                </a:solidFill>
                <a:latin typeface="+mn-lt"/>
                <a:cs typeface="Segoe UI" panose="020B0502040204020203" pitchFamily="34" charset="0"/>
              </a:defRPr>
            </a:lvl1pPr>
            <a:lvl2pPr>
              <a:lnSpc>
                <a:spcPct val="100000"/>
              </a:lnSpc>
              <a:defRPr sz="2000">
                <a:solidFill>
                  <a:schemeClr val="tx1"/>
                </a:solidFill>
                <a:latin typeface="+mn-lt"/>
                <a:cs typeface="Segoe UI" panose="020B0502040204020203" pitchFamily="34" charset="0"/>
              </a:defRPr>
            </a:lvl2pPr>
            <a:lvl3pPr>
              <a:lnSpc>
                <a:spcPct val="100000"/>
              </a:lnSpc>
              <a:defRPr sz="1800">
                <a:solidFill>
                  <a:schemeClr val="tx1"/>
                </a:solidFill>
                <a:latin typeface="+mn-lt"/>
                <a:cs typeface="Segoe UI" panose="020B0502040204020203" pitchFamily="34" charset="0"/>
              </a:defRPr>
            </a:lvl3pPr>
            <a:lvl4pPr>
              <a:lnSpc>
                <a:spcPct val="100000"/>
              </a:lnSpc>
              <a:defRPr sz="1600">
                <a:solidFill>
                  <a:schemeClr val="tx1"/>
                </a:solidFill>
                <a:latin typeface="+mn-lt"/>
                <a:cs typeface="Segoe UI" panose="020B0502040204020203" pitchFamily="34" charset="0"/>
              </a:defRPr>
            </a:lvl4pPr>
            <a:lvl5pPr>
              <a:lnSpc>
                <a:spcPct val="100000"/>
              </a:lnSpc>
              <a:defRPr sz="1400">
                <a:solidFill>
                  <a:schemeClr val="tx1"/>
                </a:solidFill>
                <a:latin typeface="+mn-lt"/>
                <a:cs typeface="Segoe UI" panose="020B0502040204020203" pitchFamily="34" charset="0"/>
              </a:defRPr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text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48442DC-2A24-1246-A016-34C036D5BDBB}"/>
              </a:ext>
            </a:extLst>
          </p:cNvPr>
          <p:cNvSpPr>
            <a:spLocks noGrp="1"/>
          </p:cNvSpPr>
          <p:nvPr>
            <p:ph type="body" sz="half" idx="2" hasCustomPrompt="1"/>
          </p:nvPr>
        </p:nvSpPr>
        <p:spPr>
          <a:xfrm>
            <a:off x="839788" y="2057400"/>
            <a:ext cx="3932237" cy="3811588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None/>
              <a:defRPr sz="1800">
                <a:solidFill>
                  <a:schemeClr val="tx1"/>
                </a:solidFill>
                <a:latin typeface="+mn-lt"/>
                <a:cs typeface="Segoe UI" panose="020B0502040204020203" pitchFamily="34" charset="0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text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A6D398F6-9B1E-B840-AD2C-7C078BE8EBA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53799" y="6102302"/>
            <a:ext cx="630283" cy="566921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9E4E7185-2A70-438E-9E87-E5A20C582468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r="96679"/>
          <a:stretch/>
        </p:blipFill>
        <p:spPr>
          <a:xfrm>
            <a:off x="0" y="0"/>
            <a:ext cx="404949" cy="685800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153EE334-8B9B-4C16-8101-753F4214F617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1353799" y="6102302"/>
            <a:ext cx="630283" cy="566921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91CC2AC7-FC6A-456E-A4E9-6D9EFCF5DC92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/>
          <a:srcRect r="96679"/>
          <a:stretch/>
        </p:blipFill>
        <p:spPr>
          <a:xfrm>
            <a:off x="0" y="0"/>
            <a:ext cx="404949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8904932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2_Picture with Caption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04FBA5-6B4E-EC4E-A1BD-ADC2BADFF96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9788" y="457200"/>
            <a:ext cx="3932237" cy="1600200"/>
          </a:xfrm>
        </p:spPr>
        <p:txBody>
          <a:bodyPr anchor="b">
            <a:normAutofit/>
          </a:bodyPr>
          <a:lstStyle>
            <a:lvl1pPr>
              <a:defRPr sz="3200" b="1" i="0">
                <a:solidFill>
                  <a:schemeClr val="accent3"/>
                </a:solidFill>
                <a:latin typeface="+mj-lt"/>
                <a:cs typeface="Segoe UI" panose="020B0502040204020203" pitchFamily="34" charset="0"/>
              </a:defRPr>
            </a:lvl1pPr>
          </a:lstStyle>
          <a:p>
            <a:r>
              <a:rPr lang="en-US"/>
              <a:t>CLICK TO EDIT TITLE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3C65746-ACAD-4648-A241-DBEAE0D9205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lnSpc>
                <a:spcPct val="100000"/>
              </a:lnSpc>
              <a:buNone/>
              <a:defRPr sz="3200">
                <a:solidFill>
                  <a:schemeClr val="tx2"/>
                </a:solidFill>
                <a:latin typeface="+mn-lt"/>
                <a:cs typeface="Segoe UI" panose="020B0502040204020203" pitchFamily="34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D49BA78-2353-F449-809F-A41F92D937CE}"/>
              </a:ext>
            </a:extLst>
          </p:cNvPr>
          <p:cNvSpPr>
            <a:spLocks noGrp="1"/>
          </p:cNvSpPr>
          <p:nvPr>
            <p:ph type="body" sz="half" idx="2" hasCustomPrompt="1"/>
          </p:nvPr>
        </p:nvSpPr>
        <p:spPr>
          <a:xfrm>
            <a:off x="839788" y="2057400"/>
            <a:ext cx="3932237" cy="3811588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None/>
              <a:defRPr sz="1800">
                <a:solidFill>
                  <a:schemeClr val="tx2"/>
                </a:solidFill>
                <a:latin typeface="+mn-lt"/>
                <a:cs typeface="Segoe UI" panose="020B0502040204020203" pitchFamily="34" charset="0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text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0F22FF10-724D-9941-B9E8-CE4BD3CA01B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53799" y="6102302"/>
            <a:ext cx="630283" cy="566921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D81FFB4B-35BE-4BDD-9CE7-431B98C9A697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r="96679"/>
          <a:stretch/>
        </p:blipFill>
        <p:spPr>
          <a:xfrm>
            <a:off x="0" y="0"/>
            <a:ext cx="404949" cy="685800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E3A938EA-2AB3-4E29-9A51-B9B725C6BF8C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1353799" y="6102302"/>
            <a:ext cx="630283" cy="566921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141A2AFB-9D0F-45FB-AC5B-731F4C68027F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/>
          <a:srcRect r="96679"/>
          <a:stretch/>
        </p:blipFill>
        <p:spPr>
          <a:xfrm>
            <a:off x="0" y="0"/>
            <a:ext cx="404949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8345687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4_Section Head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B420BDE8-6CB3-401F-8D36-EAC76DC4611B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-9" r="21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FA12A0A7-4CF2-4743-858C-719C761D6A7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1850" y="1709738"/>
            <a:ext cx="10515600" cy="2852737"/>
          </a:xfrm>
        </p:spPr>
        <p:txBody>
          <a:bodyPr anchor="b">
            <a:normAutofit/>
          </a:bodyPr>
          <a:lstStyle>
            <a:lvl1pPr>
              <a:defRPr sz="4400" b="1">
                <a:solidFill>
                  <a:srgbClr val="F1F1EF"/>
                </a:solidFill>
                <a:latin typeface="+mj-lt"/>
                <a:cs typeface="Segoe UI" panose="020B0502040204020203" pitchFamily="34" charset="0"/>
              </a:defRPr>
            </a:lvl1pPr>
          </a:lstStyle>
          <a:p>
            <a:r>
              <a:rPr lang="en-US"/>
              <a:t>CLICK TO EDIT TITLE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4AB00D5-0002-EB43-B596-CD3FCE26D7FF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rgbClr val="F1F1EF"/>
                </a:solidFill>
                <a:latin typeface="+mn-lt"/>
                <a:cs typeface="Segoe UI" panose="020B0502040204020203" pitchFamily="34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subtitle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87B315BF-030E-704F-AC88-07233555212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41667" y="5725249"/>
            <a:ext cx="1042416" cy="937623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3F99E0F2-2CC6-4B38-86CD-E86C34193B38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l="-9" r="21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DB7FE26E-2233-47F5-BFE2-0753E6337BF6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0941667" y="5725249"/>
            <a:ext cx="1042416" cy="9376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9467409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6_Title and Conten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E96BAE-F822-E34A-990A-9C2771C072A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>
            <a:normAutofit/>
          </a:bodyPr>
          <a:lstStyle>
            <a:lvl1pPr>
              <a:defRPr sz="4000" b="1">
                <a:solidFill>
                  <a:schemeClr val="accent5"/>
                </a:solidFill>
                <a:latin typeface="+mj-lt"/>
                <a:cs typeface="Segoe UI" panose="020B0502040204020203" pitchFamily="34" charset="0"/>
              </a:defRPr>
            </a:lvl1pPr>
          </a:lstStyle>
          <a:p>
            <a:r>
              <a:rPr lang="en-US"/>
              <a:t>CLICK TO EDIT TITLE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DAB2EFE-DD9F-E146-A0F0-1CC9263E135A}"/>
              </a:ext>
            </a:extLst>
          </p:cNvPr>
          <p:cNvSpPr>
            <a:spLocks noGrp="1"/>
          </p:cNvSpPr>
          <p:nvPr>
            <p:ph idx="1" hasCustomPrompt="1"/>
          </p:nvPr>
        </p:nvSpPr>
        <p:spPr/>
        <p:txBody>
          <a:bodyPr/>
          <a:lstStyle>
            <a:lvl1pPr>
              <a:lnSpc>
                <a:spcPct val="100000"/>
              </a:lnSpc>
              <a:defRPr sz="2400">
                <a:solidFill>
                  <a:schemeClr val="tx2"/>
                </a:solidFill>
                <a:latin typeface="+mn-lt"/>
                <a:cs typeface="Segoe UI" panose="020B0502040204020203" pitchFamily="34" charset="0"/>
              </a:defRPr>
            </a:lvl1pPr>
            <a:lvl2pPr>
              <a:lnSpc>
                <a:spcPct val="100000"/>
              </a:lnSpc>
              <a:defRPr sz="2000">
                <a:solidFill>
                  <a:schemeClr val="tx2"/>
                </a:solidFill>
                <a:latin typeface="+mn-lt"/>
                <a:cs typeface="Segoe UI" panose="020B0502040204020203" pitchFamily="34" charset="0"/>
              </a:defRPr>
            </a:lvl2pPr>
            <a:lvl3pPr>
              <a:lnSpc>
                <a:spcPct val="100000"/>
              </a:lnSpc>
              <a:defRPr sz="1800">
                <a:solidFill>
                  <a:schemeClr val="tx2"/>
                </a:solidFill>
                <a:latin typeface="+mn-lt"/>
                <a:cs typeface="Segoe UI" panose="020B0502040204020203" pitchFamily="34" charset="0"/>
              </a:defRPr>
            </a:lvl3pPr>
            <a:lvl4pPr marL="1371600" indent="0">
              <a:lnSpc>
                <a:spcPct val="100000"/>
              </a:lnSpc>
              <a:buNone/>
              <a:defRPr sz="1600">
                <a:solidFill>
                  <a:schemeClr val="tx2"/>
                </a:solidFill>
                <a:latin typeface="+mn-lt"/>
                <a:cs typeface="Segoe UI" panose="020B0502040204020203" pitchFamily="34" charset="0"/>
              </a:defRPr>
            </a:lvl4pPr>
            <a:lvl5pPr>
              <a:lnSpc>
                <a:spcPct val="100000"/>
              </a:lnSpc>
              <a:defRPr sz="1400">
                <a:solidFill>
                  <a:schemeClr val="tx2"/>
                </a:solidFill>
                <a:latin typeface="+mn-lt"/>
                <a:cs typeface="Segoe UI" panose="020B0502040204020203" pitchFamily="34" charset="0"/>
              </a:defRPr>
            </a:lvl5pPr>
          </a:lstStyle>
          <a:p>
            <a:pPr lvl="0"/>
            <a:r>
              <a:rPr lang="en-US"/>
              <a:t>Click to edit text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78863D59-2C71-E346-B7BF-148F5CFFBF5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53799" y="6102302"/>
            <a:ext cx="630283" cy="566921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08B74E88-0B36-4A17-9A90-D29144C74489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r="96679"/>
          <a:stretch/>
        </p:blipFill>
        <p:spPr>
          <a:xfrm>
            <a:off x="0" y="0"/>
            <a:ext cx="404949" cy="685800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A7F16D86-F3C0-4B72-9818-41DC477C84D5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1353799" y="6102302"/>
            <a:ext cx="630283" cy="566921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C3D15278-1A49-44D9-98B0-9B1967955E37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/>
          <a:srcRect r="96679"/>
          <a:stretch/>
        </p:blipFill>
        <p:spPr>
          <a:xfrm>
            <a:off x="0" y="0"/>
            <a:ext cx="404949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9830626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5_Two Conten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E54D9B-8987-0D4C-A48D-AC224E43243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>
            <a:normAutofit/>
          </a:bodyPr>
          <a:lstStyle>
            <a:lvl1pPr>
              <a:defRPr sz="4000" b="1">
                <a:solidFill>
                  <a:schemeClr val="accent5"/>
                </a:solidFill>
                <a:latin typeface="+mj-lt"/>
                <a:cs typeface="Segoe UI" panose="020B0502040204020203" pitchFamily="34" charset="0"/>
              </a:defRPr>
            </a:lvl1pPr>
          </a:lstStyle>
          <a:p>
            <a:r>
              <a:rPr lang="en-US"/>
              <a:t>CLICK TO EDIT TITLE STYL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830977D-D50B-F34A-A72B-3B2E6C9B12F6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838200" y="1825625"/>
            <a:ext cx="5181600" cy="4351338"/>
          </a:xfrm>
        </p:spPr>
        <p:txBody>
          <a:bodyPr>
            <a:normAutofit/>
          </a:bodyPr>
          <a:lstStyle>
            <a:lvl1pPr>
              <a:lnSpc>
                <a:spcPct val="100000"/>
              </a:lnSpc>
              <a:defRPr sz="2400">
                <a:solidFill>
                  <a:schemeClr val="tx2"/>
                </a:solidFill>
                <a:latin typeface="+mn-lt"/>
                <a:cs typeface="Segoe UI" panose="020B0502040204020203" pitchFamily="34" charset="0"/>
              </a:defRPr>
            </a:lvl1pPr>
            <a:lvl2pPr>
              <a:lnSpc>
                <a:spcPct val="100000"/>
              </a:lnSpc>
              <a:defRPr sz="2000">
                <a:solidFill>
                  <a:schemeClr val="tx2"/>
                </a:solidFill>
                <a:latin typeface="+mn-lt"/>
                <a:cs typeface="Segoe UI" panose="020B0502040204020203" pitchFamily="34" charset="0"/>
              </a:defRPr>
            </a:lvl2pPr>
            <a:lvl3pPr>
              <a:lnSpc>
                <a:spcPct val="100000"/>
              </a:lnSpc>
              <a:defRPr sz="1800">
                <a:solidFill>
                  <a:schemeClr val="tx2"/>
                </a:solidFill>
                <a:latin typeface="+mn-lt"/>
                <a:cs typeface="Segoe UI" panose="020B0502040204020203" pitchFamily="34" charset="0"/>
              </a:defRPr>
            </a:lvl3pPr>
            <a:lvl4pPr marL="1371600" indent="0">
              <a:lnSpc>
                <a:spcPct val="100000"/>
              </a:lnSpc>
              <a:buNone/>
              <a:defRPr sz="1600">
                <a:solidFill>
                  <a:schemeClr val="tx2"/>
                </a:solidFill>
                <a:latin typeface="+mn-lt"/>
                <a:cs typeface="Segoe UI" panose="020B0502040204020203" pitchFamily="34" charset="0"/>
              </a:defRPr>
            </a:lvl4pPr>
            <a:lvl5pPr>
              <a:lnSpc>
                <a:spcPct val="100000"/>
              </a:lnSpc>
              <a:defRPr sz="1400">
                <a:solidFill>
                  <a:schemeClr val="tx2"/>
                </a:solidFill>
                <a:latin typeface="+mn-lt"/>
                <a:cs typeface="Segoe UI" panose="020B0502040204020203" pitchFamily="34" charset="0"/>
              </a:defRPr>
            </a:lvl5pPr>
          </a:lstStyle>
          <a:p>
            <a:pPr lvl="0"/>
            <a:r>
              <a:rPr lang="en-US"/>
              <a:t>Click to edit text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66A8F47-B8E2-2147-BF7A-36D46A6796E7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6172200" y="1825625"/>
            <a:ext cx="5181600" cy="4351338"/>
          </a:xfrm>
        </p:spPr>
        <p:txBody>
          <a:bodyPr>
            <a:normAutofit/>
          </a:bodyPr>
          <a:lstStyle>
            <a:lvl1pPr>
              <a:lnSpc>
                <a:spcPct val="100000"/>
              </a:lnSpc>
              <a:defRPr sz="2400">
                <a:solidFill>
                  <a:schemeClr val="tx2"/>
                </a:solidFill>
                <a:latin typeface="+mn-lt"/>
                <a:cs typeface="Segoe UI" panose="020B0502040204020203" pitchFamily="34" charset="0"/>
              </a:defRPr>
            </a:lvl1pPr>
            <a:lvl2pPr>
              <a:lnSpc>
                <a:spcPct val="100000"/>
              </a:lnSpc>
              <a:defRPr sz="2000">
                <a:solidFill>
                  <a:schemeClr val="tx2"/>
                </a:solidFill>
                <a:latin typeface="+mn-lt"/>
                <a:cs typeface="Segoe UI" panose="020B0502040204020203" pitchFamily="34" charset="0"/>
              </a:defRPr>
            </a:lvl2pPr>
            <a:lvl3pPr>
              <a:lnSpc>
                <a:spcPct val="100000"/>
              </a:lnSpc>
              <a:defRPr sz="1800">
                <a:solidFill>
                  <a:schemeClr val="tx2"/>
                </a:solidFill>
                <a:latin typeface="+mn-lt"/>
                <a:cs typeface="Segoe UI" panose="020B0502040204020203" pitchFamily="34" charset="0"/>
              </a:defRPr>
            </a:lvl3pPr>
            <a:lvl4pPr>
              <a:lnSpc>
                <a:spcPct val="100000"/>
              </a:lnSpc>
              <a:defRPr sz="1600">
                <a:solidFill>
                  <a:schemeClr val="tx2"/>
                </a:solidFill>
                <a:latin typeface="+mn-lt"/>
                <a:cs typeface="Segoe UI" panose="020B0502040204020203" pitchFamily="34" charset="0"/>
              </a:defRPr>
            </a:lvl4pPr>
            <a:lvl5pPr>
              <a:lnSpc>
                <a:spcPct val="100000"/>
              </a:lnSpc>
              <a:defRPr sz="1400">
                <a:solidFill>
                  <a:schemeClr val="tx2"/>
                </a:solidFill>
                <a:latin typeface="+mn-lt"/>
                <a:cs typeface="Segoe UI" panose="020B0502040204020203" pitchFamily="34" charset="0"/>
              </a:defRPr>
            </a:lvl5pPr>
          </a:lstStyle>
          <a:p>
            <a:pPr lvl="0"/>
            <a:r>
              <a:rPr lang="en-US"/>
              <a:t>Click to edit text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86A77431-0588-914D-A216-28EC5A9A8A8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53799" y="6102302"/>
            <a:ext cx="630283" cy="566921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09DFBAC1-3D12-4950-9CBE-E9A065B6A8BC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r="96679"/>
          <a:stretch/>
        </p:blipFill>
        <p:spPr>
          <a:xfrm>
            <a:off x="0" y="0"/>
            <a:ext cx="404949" cy="685800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D2F875F8-70E2-4FDA-ACB6-BC8A455F3143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1353799" y="6102302"/>
            <a:ext cx="630283" cy="566921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41094431-B181-46EA-9348-3CFE7EC497F3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/>
          <a:srcRect r="96679"/>
          <a:stretch/>
        </p:blipFill>
        <p:spPr>
          <a:xfrm>
            <a:off x="0" y="0"/>
            <a:ext cx="404949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6801093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5_Comparison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320160-DB07-FA41-A195-10DBA0F84C6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9788" y="365125"/>
            <a:ext cx="10515600" cy="1325563"/>
          </a:xfrm>
        </p:spPr>
        <p:txBody>
          <a:bodyPr>
            <a:normAutofit/>
          </a:bodyPr>
          <a:lstStyle>
            <a:lvl1pPr>
              <a:defRPr sz="4000" b="1">
                <a:solidFill>
                  <a:schemeClr val="accent5"/>
                </a:solidFill>
                <a:latin typeface="+mj-lt"/>
                <a:cs typeface="Segoe UI" panose="020B0502040204020203" pitchFamily="34" charset="0"/>
              </a:defRPr>
            </a:lvl1pPr>
          </a:lstStyle>
          <a:p>
            <a:r>
              <a:rPr lang="en-US"/>
              <a:t>CLICK TO EDIT TITLE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8265D98-7F86-E241-96F3-5AE4DBD2D062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839788" y="1681163"/>
            <a:ext cx="5157787" cy="823912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800" b="1">
                <a:solidFill>
                  <a:schemeClr val="tx2"/>
                </a:solidFill>
                <a:latin typeface="+mn-lt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text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7326700-521D-4B43-A2D4-FACEAE7B527F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839788" y="2505075"/>
            <a:ext cx="5157787" cy="3684588"/>
          </a:xfrm>
        </p:spPr>
        <p:txBody>
          <a:bodyPr/>
          <a:lstStyle>
            <a:lvl1pPr>
              <a:lnSpc>
                <a:spcPct val="100000"/>
              </a:lnSpc>
              <a:defRPr sz="2400">
                <a:solidFill>
                  <a:schemeClr val="tx2"/>
                </a:solidFill>
                <a:latin typeface="+mn-lt"/>
                <a:cs typeface="Segoe UI" panose="020B0502040204020203" pitchFamily="34" charset="0"/>
              </a:defRPr>
            </a:lvl1pPr>
            <a:lvl2pPr>
              <a:lnSpc>
                <a:spcPct val="100000"/>
              </a:lnSpc>
              <a:defRPr sz="2000">
                <a:solidFill>
                  <a:schemeClr val="tx2"/>
                </a:solidFill>
                <a:latin typeface="+mn-lt"/>
                <a:cs typeface="Segoe UI" panose="020B0502040204020203" pitchFamily="34" charset="0"/>
              </a:defRPr>
            </a:lvl2pPr>
            <a:lvl3pPr>
              <a:lnSpc>
                <a:spcPct val="100000"/>
              </a:lnSpc>
              <a:defRPr sz="1800">
                <a:solidFill>
                  <a:schemeClr val="tx2"/>
                </a:solidFill>
                <a:latin typeface="+mn-lt"/>
                <a:cs typeface="Segoe UI" panose="020B0502040204020203" pitchFamily="34" charset="0"/>
              </a:defRPr>
            </a:lvl3pPr>
            <a:lvl4pPr marL="1371600" indent="0">
              <a:lnSpc>
                <a:spcPct val="100000"/>
              </a:lnSpc>
              <a:buNone/>
              <a:defRPr sz="1600">
                <a:solidFill>
                  <a:schemeClr val="tx2"/>
                </a:solidFill>
                <a:latin typeface="+mn-lt"/>
                <a:cs typeface="Segoe UI" panose="020B0502040204020203" pitchFamily="34" charset="0"/>
              </a:defRPr>
            </a:lvl4pPr>
            <a:lvl5pPr>
              <a:lnSpc>
                <a:spcPct val="100000"/>
              </a:lnSpc>
              <a:defRPr sz="1400">
                <a:solidFill>
                  <a:schemeClr val="tx2"/>
                </a:solidFill>
                <a:latin typeface="+mn-lt"/>
                <a:cs typeface="Segoe UI" panose="020B0502040204020203" pitchFamily="34" charset="0"/>
              </a:defRPr>
            </a:lvl5pPr>
          </a:lstStyle>
          <a:p>
            <a:pPr lvl="0"/>
            <a:r>
              <a:rPr lang="en-US"/>
              <a:t>Click to edit text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FE9CCF1-FBF1-9743-BC0F-7FF24538351E}"/>
              </a:ext>
            </a:extLst>
          </p:cNvPr>
          <p:cNvSpPr>
            <a:spLocks noGrp="1"/>
          </p:cNvSpPr>
          <p:nvPr>
            <p:ph type="body" sz="quarter" idx="3" hasCustomPrompt="1"/>
          </p:nvPr>
        </p:nvSpPr>
        <p:spPr>
          <a:xfrm>
            <a:off x="6172200" y="1681163"/>
            <a:ext cx="5183188" cy="823912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800" b="1">
                <a:solidFill>
                  <a:schemeClr val="tx2"/>
                </a:solidFill>
                <a:latin typeface="+mn-lt"/>
                <a:ea typeface="Microsoft Yi Baiti" panose="03000500000000000000" pitchFamily="66" charset="0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text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3BE9C37-AAE6-9046-8B66-3BF2E4EFD234}"/>
              </a:ext>
            </a:extLst>
          </p:cNvPr>
          <p:cNvSpPr>
            <a:spLocks noGrp="1"/>
          </p:cNvSpPr>
          <p:nvPr>
            <p:ph sz="quarter" idx="4" hasCustomPrompt="1"/>
          </p:nvPr>
        </p:nvSpPr>
        <p:spPr>
          <a:xfrm>
            <a:off x="6172200" y="2505075"/>
            <a:ext cx="5183188" cy="3684588"/>
          </a:xfrm>
        </p:spPr>
        <p:txBody>
          <a:bodyPr/>
          <a:lstStyle>
            <a:lvl1pPr>
              <a:lnSpc>
                <a:spcPct val="100000"/>
              </a:lnSpc>
              <a:defRPr sz="2400">
                <a:solidFill>
                  <a:schemeClr val="tx2"/>
                </a:solidFill>
                <a:latin typeface="+mn-lt"/>
                <a:cs typeface="Segoe UI" panose="020B0502040204020203" pitchFamily="34" charset="0"/>
              </a:defRPr>
            </a:lvl1pPr>
            <a:lvl2pPr>
              <a:lnSpc>
                <a:spcPct val="100000"/>
              </a:lnSpc>
              <a:defRPr sz="2000">
                <a:solidFill>
                  <a:schemeClr val="tx2"/>
                </a:solidFill>
                <a:latin typeface="+mn-lt"/>
                <a:cs typeface="Segoe UI" panose="020B0502040204020203" pitchFamily="34" charset="0"/>
              </a:defRPr>
            </a:lvl2pPr>
            <a:lvl3pPr>
              <a:lnSpc>
                <a:spcPct val="100000"/>
              </a:lnSpc>
              <a:defRPr sz="1800">
                <a:solidFill>
                  <a:schemeClr val="tx2"/>
                </a:solidFill>
                <a:latin typeface="+mn-lt"/>
                <a:cs typeface="Segoe UI" panose="020B0502040204020203" pitchFamily="34" charset="0"/>
              </a:defRPr>
            </a:lvl3pPr>
            <a:lvl4pPr>
              <a:lnSpc>
                <a:spcPct val="100000"/>
              </a:lnSpc>
              <a:defRPr sz="1600">
                <a:solidFill>
                  <a:schemeClr val="tx2"/>
                </a:solidFill>
                <a:latin typeface="+mn-lt"/>
                <a:cs typeface="Segoe UI" panose="020B0502040204020203" pitchFamily="34" charset="0"/>
              </a:defRPr>
            </a:lvl4pPr>
            <a:lvl5pPr>
              <a:lnSpc>
                <a:spcPct val="100000"/>
              </a:lnSpc>
              <a:defRPr sz="1400">
                <a:solidFill>
                  <a:schemeClr val="tx2"/>
                </a:solidFill>
                <a:latin typeface="+mn-lt"/>
                <a:cs typeface="Segoe UI" panose="020B0502040204020203" pitchFamily="34" charset="0"/>
              </a:defRPr>
            </a:lvl5pPr>
          </a:lstStyle>
          <a:p>
            <a:pPr lvl="0"/>
            <a:r>
              <a:rPr lang="en-US"/>
              <a:t>Click to edit text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AE6E0398-11EA-CA4E-8CEF-209FB0E571C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53799" y="6102302"/>
            <a:ext cx="630283" cy="566921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DADC9663-1EB7-4CD1-ACB9-431A1CACB502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r="96679"/>
          <a:stretch/>
        </p:blipFill>
        <p:spPr>
          <a:xfrm>
            <a:off x="0" y="0"/>
            <a:ext cx="404949" cy="685800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CB8260F0-AFFC-4882-A1C0-009DE2A07C9F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1353799" y="6102302"/>
            <a:ext cx="630283" cy="566921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7CBC0BA4-5863-4A6F-B760-ADCE9FA50EA9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/>
          <a:srcRect r="96679"/>
          <a:stretch/>
        </p:blipFill>
        <p:spPr>
          <a:xfrm>
            <a:off x="0" y="0"/>
            <a:ext cx="404949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8461106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5_Title Only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228945-86BB-2F46-A588-79A48E6F385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>
            <a:normAutofit/>
          </a:bodyPr>
          <a:lstStyle>
            <a:lvl1pPr>
              <a:defRPr sz="4000" b="1">
                <a:solidFill>
                  <a:schemeClr val="accent5"/>
                </a:solidFill>
                <a:latin typeface="+mj-lt"/>
                <a:cs typeface="Segoe UI" panose="020B0502040204020203" pitchFamily="34" charset="0"/>
              </a:defRPr>
            </a:lvl1pPr>
          </a:lstStyle>
          <a:p>
            <a:r>
              <a:rPr lang="en-US"/>
              <a:t>CLICK TO EDIT TITLE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9060FD44-8B57-FE4C-BDC8-651AF654EA2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53799" y="6102302"/>
            <a:ext cx="630283" cy="566921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0E02F558-11B0-49D6-8CCB-433CE1FE2212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r="96679"/>
          <a:stretch/>
        </p:blipFill>
        <p:spPr>
          <a:xfrm>
            <a:off x="0" y="0"/>
            <a:ext cx="404949" cy="685800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0B8498E9-E84F-435B-BB7C-330BA1610E27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1353799" y="6102302"/>
            <a:ext cx="630283" cy="566921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4D475524-F74B-4725-BC38-653C8C1150F3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/>
          <a:srcRect r="96679"/>
          <a:stretch/>
        </p:blipFill>
        <p:spPr>
          <a:xfrm>
            <a:off x="0" y="0"/>
            <a:ext cx="404949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7573742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6_Blank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3BD2D64C-6261-9846-B401-C0516D62E23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53799" y="6102302"/>
            <a:ext cx="630283" cy="566921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5FC41D73-BF31-4E57-8E02-74FC6656423F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r="96679"/>
          <a:stretch/>
        </p:blipFill>
        <p:spPr>
          <a:xfrm>
            <a:off x="0" y="0"/>
            <a:ext cx="404949" cy="6858000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49D58020-32F9-4D8F-ACF8-49AA1A07926C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1353799" y="6102302"/>
            <a:ext cx="630283" cy="566921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DB41B5D2-F960-4403-9C38-6B05658A6315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/>
          <a:srcRect r="96679"/>
          <a:stretch/>
        </p:blipFill>
        <p:spPr>
          <a:xfrm>
            <a:off x="0" y="0"/>
            <a:ext cx="404949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1719069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5_Content with Caption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94708B-F85D-B244-B76D-7665363E927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9788" y="457200"/>
            <a:ext cx="3932237" cy="1600200"/>
          </a:xfrm>
        </p:spPr>
        <p:txBody>
          <a:bodyPr anchor="b">
            <a:normAutofit/>
          </a:bodyPr>
          <a:lstStyle>
            <a:lvl1pPr>
              <a:defRPr sz="3200" b="1">
                <a:solidFill>
                  <a:schemeClr val="accent5"/>
                </a:solidFill>
                <a:latin typeface="+mj-lt"/>
                <a:cs typeface="Segoe UI" panose="020B0502040204020203" pitchFamily="34" charset="0"/>
              </a:defRPr>
            </a:lvl1pPr>
          </a:lstStyle>
          <a:p>
            <a:r>
              <a:rPr lang="en-US"/>
              <a:t>CLICK TO EDIT TITLE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4699D82-DB1D-334C-9D0C-24A2DAEF50D0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5183188" y="987425"/>
            <a:ext cx="6172200" cy="4873625"/>
          </a:xfrm>
        </p:spPr>
        <p:txBody>
          <a:bodyPr>
            <a:normAutofit/>
          </a:bodyPr>
          <a:lstStyle>
            <a:lvl1pPr>
              <a:lnSpc>
                <a:spcPct val="100000"/>
              </a:lnSpc>
              <a:defRPr sz="2400">
                <a:solidFill>
                  <a:schemeClr val="tx2"/>
                </a:solidFill>
                <a:latin typeface="+mn-lt"/>
                <a:cs typeface="Segoe UI" panose="020B0502040204020203" pitchFamily="34" charset="0"/>
              </a:defRPr>
            </a:lvl1pPr>
            <a:lvl2pPr>
              <a:lnSpc>
                <a:spcPct val="100000"/>
              </a:lnSpc>
              <a:defRPr sz="2000">
                <a:solidFill>
                  <a:schemeClr val="tx2"/>
                </a:solidFill>
                <a:latin typeface="+mn-lt"/>
                <a:cs typeface="Segoe UI" panose="020B0502040204020203" pitchFamily="34" charset="0"/>
              </a:defRPr>
            </a:lvl2pPr>
            <a:lvl3pPr>
              <a:lnSpc>
                <a:spcPct val="100000"/>
              </a:lnSpc>
              <a:defRPr sz="1800">
                <a:solidFill>
                  <a:schemeClr val="tx2"/>
                </a:solidFill>
                <a:latin typeface="+mn-lt"/>
                <a:cs typeface="Segoe UI" panose="020B0502040204020203" pitchFamily="34" charset="0"/>
              </a:defRPr>
            </a:lvl3pPr>
            <a:lvl4pPr>
              <a:lnSpc>
                <a:spcPct val="100000"/>
              </a:lnSpc>
              <a:defRPr sz="1600">
                <a:solidFill>
                  <a:schemeClr val="tx2"/>
                </a:solidFill>
                <a:latin typeface="+mn-lt"/>
                <a:cs typeface="Segoe UI" panose="020B0502040204020203" pitchFamily="34" charset="0"/>
              </a:defRPr>
            </a:lvl4pPr>
            <a:lvl5pPr>
              <a:lnSpc>
                <a:spcPct val="100000"/>
              </a:lnSpc>
              <a:defRPr sz="1400">
                <a:solidFill>
                  <a:schemeClr val="tx2"/>
                </a:solidFill>
                <a:latin typeface="+mn-lt"/>
                <a:cs typeface="Segoe UI" panose="020B0502040204020203" pitchFamily="34" charset="0"/>
              </a:defRPr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text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48442DC-2A24-1246-A016-34C036D5BDBB}"/>
              </a:ext>
            </a:extLst>
          </p:cNvPr>
          <p:cNvSpPr>
            <a:spLocks noGrp="1"/>
          </p:cNvSpPr>
          <p:nvPr>
            <p:ph type="body" sz="half" idx="2" hasCustomPrompt="1"/>
          </p:nvPr>
        </p:nvSpPr>
        <p:spPr>
          <a:xfrm>
            <a:off x="839788" y="2057400"/>
            <a:ext cx="3932237" cy="3811588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None/>
              <a:defRPr sz="1800">
                <a:solidFill>
                  <a:schemeClr val="tx2"/>
                </a:solidFill>
                <a:latin typeface="+mn-lt"/>
                <a:cs typeface="Segoe UI" panose="020B0502040204020203" pitchFamily="34" charset="0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text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A6D398F6-9B1E-B840-AD2C-7C078BE8EBA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53799" y="6102302"/>
            <a:ext cx="630283" cy="566921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1E65B845-F406-4ED7-A22F-31C6A1D4F6EE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r="96679"/>
          <a:stretch/>
        </p:blipFill>
        <p:spPr>
          <a:xfrm>
            <a:off x="0" y="0"/>
            <a:ext cx="404949" cy="685800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4D494340-D91E-4435-805B-6B77552D7015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1353799" y="6102302"/>
            <a:ext cx="630283" cy="566921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AF498E18-0AD2-4705-98D6-B71C61B2E210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/>
          <a:srcRect r="96679"/>
          <a:stretch/>
        </p:blipFill>
        <p:spPr>
          <a:xfrm>
            <a:off x="0" y="0"/>
            <a:ext cx="404949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1715559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5_Picture with Caption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04FBA5-6B4E-EC4E-A1BD-ADC2BADFF96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9788" y="457200"/>
            <a:ext cx="3932237" cy="1600200"/>
          </a:xfrm>
        </p:spPr>
        <p:txBody>
          <a:bodyPr anchor="b">
            <a:normAutofit/>
          </a:bodyPr>
          <a:lstStyle>
            <a:lvl1pPr>
              <a:defRPr sz="3200" b="1">
                <a:solidFill>
                  <a:schemeClr val="accent5"/>
                </a:solidFill>
                <a:latin typeface="+mj-lt"/>
                <a:cs typeface="Segoe UI" panose="020B0502040204020203" pitchFamily="34" charset="0"/>
              </a:defRPr>
            </a:lvl1pPr>
          </a:lstStyle>
          <a:p>
            <a:r>
              <a:rPr lang="en-US"/>
              <a:t>CLICK TO EDIT TITLE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3C65746-ACAD-4648-A241-DBEAE0D9205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>
                <a:solidFill>
                  <a:schemeClr val="tx2"/>
                </a:solidFill>
                <a:latin typeface="+mn-lt"/>
                <a:cs typeface="Segoe UI" panose="020B0502040204020203" pitchFamily="34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D49BA78-2353-F449-809F-A41F92D937CE}"/>
              </a:ext>
            </a:extLst>
          </p:cNvPr>
          <p:cNvSpPr>
            <a:spLocks noGrp="1"/>
          </p:cNvSpPr>
          <p:nvPr>
            <p:ph type="body" sz="half" idx="2" hasCustomPrompt="1"/>
          </p:nvPr>
        </p:nvSpPr>
        <p:spPr>
          <a:xfrm>
            <a:off x="839788" y="2057400"/>
            <a:ext cx="3932237" cy="3811588"/>
          </a:xfrm>
        </p:spPr>
        <p:txBody>
          <a:bodyPr>
            <a:normAutofit/>
          </a:bodyPr>
          <a:lstStyle>
            <a:lvl1pPr marL="0" indent="0">
              <a:buNone/>
              <a:defRPr sz="1800">
                <a:solidFill>
                  <a:schemeClr val="tx2"/>
                </a:solidFill>
                <a:latin typeface="+mn-lt"/>
                <a:cs typeface="Segoe UI" panose="020B0502040204020203" pitchFamily="34" charset="0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text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0F22FF10-724D-9941-B9E8-CE4BD3CA01B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53799" y="6102302"/>
            <a:ext cx="630283" cy="566921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41EB3FB1-6626-42CB-B348-0B37C08FFEE3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r="96679"/>
          <a:stretch/>
        </p:blipFill>
        <p:spPr>
          <a:xfrm>
            <a:off x="0" y="0"/>
            <a:ext cx="404949" cy="685800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F4574A12-300D-4B2C-97B1-753CB1605B26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1353799" y="6102302"/>
            <a:ext cx="630283" cy="566921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68332FEC-8B5B-4582-BC4A-1CDB85CE104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/>
          <a:srcRect r="96679"/>
          <a:stretch/>
        </p:blipFill>
        <p:spPr>
          <a:xfrm>
            <a:off x="0" y="0"/>
            <a:ext cx="404949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0049652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3_Section Head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3E668AB0-1044-4B14-AED5-4E36C7AA96E6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14" r="-501"/>
          <a:stretch/>
        </p:blipFill>
        <p:spPr>
          <a:xfrm>
            <a:off x="0" y="0"/>
            <a:ext cx="1225296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FA12A0A7-4CF2-4743-858C-719C761D6A7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1850" y="1709738"/>
            <a:ext cx="10515600" cy="2852737"/>
          </a:xfrm>
        </p:spPr>
        <p:txBody>
          <a:bodyPr anchor="b">
            <a:normAutofit/>
          </a:bodyPr>
          <a:lstStyle>
            <a:lvl1pPr>
              <a:defRPr sz="4400" b="1">
                <a:solidFill>
                  <a:srgbClr val="F1F1EF"/>
                </a:solidFill>
                <a:latin typeface="+mj-lt"/>
                <a:cs typeface="Segoe UI" panose="020B0502040204020203" pitchFamily="34" charset="0"/>
              </a:defRPr>
            </a:lvl1pPr>
          </a:lstStyle>
          <a:p>
            <a:r>
              <a:rPr lang="en-US"/>
              <a:t>CLICK TO EDIT TITLE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4AB00D5-0002-EB43-B596-CD3FCE26D7FF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rgbClr val="F1F1EF"/>
                </a:solidFill>
                <a:latin typeface="+mn-lt"/>
                <a:cs typeface="Segoe UI" panose="020B0502040204020203" pitchFamily="34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subtitle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87B315BF-030E-704F-AC88-07233555212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41667" y="5725249"/>
            <a:ext cx="1042416" cy="937623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6E88BE72-6F42-4BB5-8AA9-7836D2F6B668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l="14" r="-501"/>
          <a:stretch/>
        </p:blipFill>
        <p:spPr>
          <a:xfrm>
            <a:off x="0" y="0"/>
            <a:ext cx="12252960" cy="685800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551A52A6-A532-4107-850F-CAD3AFBBF320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0941667" y="5725249"/>
            <a:ext cx="1042416" cy="9376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0697576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5_Title and Conten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E96BAE-F822-E34A-990A-9C2771C072A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>
            <a:normAutofit/>
          </a:bodyPr>
          <a:lstStyle>
            <a:lvl1pPr>
              <a:defRPr sz="4000" b="1">
                <a:solidFill>
                  <a:schemeClr val="tx1"/>
                </a:solidFill>
                <a:latin typeface="+mj-lt"/>
                <a:cs typeface="Segoe UI" panose="020B0502040204020203" pitchFamily="34" charset="0"/>
              </a:defRPr>
            </a:lvl1pPr>
          </a:lstStyle>
          <a:p>
            <a:r>
              <a:rPr lang="en-US"/>
              <a:t>CLICK TO EDIT TITLE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DAB2EFE-DD9F-E146-A0F0-1CC9263E135A}"/>
              </a:ext>
            </a:extLst>
          </p:cNvPr>
          <p:cNvSpPr>
            <a:spLocks noGrp="1"/>
          </p:cNvSpPr>
          <p:nvPr>
            <p:ph idx="1" hasCustomPrompt="1"/>
          </p:nvPr>
        </p:nvSpPr>
        <p:spPr/>
        <p:txBody>
          <a:bodyPr/>
          <a:lstStyle>
            <a:lvl1pPr>
              <a:lnSpc>
                <a:spcPct val="100000"/>
              </a:lnSpc>
              <a:defRPr sz="2400" b="0">
                <a:solidFill>
                  <a:schemeClr val="tx1"/>
                </a:solidFill>
                <a:latin typeface="+mn-lt"/>
                <a:cs typeface="Segoe UI" panose="020B0502040204020203" pitchFamily="34" charset="0"/>
              </a:defRPr>
            </a:lvl1pPr>
            <a:lvl2pPr>
              <a:lnSpc>
                <a:spcPct val="100000"/>
              </a:lnSpc>
              <a:defRPr sz="2000" b="0">
                <a:solidFill>
                  <a:schemeClr val="tx1"/>
                </a:solidFill>
                <a:latin typeface="+mn-lt"/>
                <a:cs typeface="Segoe UI" panose="020B0502040204020203" pitchFamily="34" charset="0"/>
              </a:defRPr>
            </a:lvl2pPr>
            <a:lvl3pPr>
              <a:lnSpc>
                <a:spcPct val="100000"/>
              </a:lnSpc>
              <a:defRPr sz="1800" b="0">
                <a:solidFill>
                  <a:schemeClr val="tx1"/>
                </a:solidFill>
                <a:latin typeface="+mn-lt"/>
                <a:cs typeface="Segoe UI" panose="020B0502040204020203" pitchFamily="34" charset="0"/>
              </a:defRPr>
            </a:lvl3pPr>
            <a:lvl4pPr>
              <a:lnSpc>
                <a:spcPct val="100000"/>
              </a:lnSpc>
              <a:defRPr sz="1600" b="0">
                <a:solidFill>
                  <a:schemeClr val="tx1"/>
                </a:solidFill>
                <a:latin typeface="+mn-lt"/>
                <a:cs typeface="Segoe UI" panose="020B0502040204020203" pitchFamily="34" charset="0"/>
              </a:defRPr>
            </a:lvl4pPr>
            <a:lvl5pPr>
              <a:lnSpc>
                <a:spcPct val="100000"/>
              </a:lnSpc>
              <a:defRPr sz="1400" b="0">
                <a:solidFill>
                  <a:schemeClr val="tx1"/>
                </a:solidFill>
                <a:latin typeface="+mn-lt"/>
                <a:cs typeface="Segoe UI" panose="020B0502040204020203" pitchFamily="34" charset="0"/>
              </a:defRPr>
            </a:lvl5pPr>
          </a:lstStyle>
          <a:p>
            <a:pPr lvl="0"/>
            <a:r>
              <a:rPr lang="en-US"/>
              <a:t>Click to edit text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78863D59-2C71-E346-B7BF-148F5CFFBF5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53799" y="6102302"/>
            <a:ext cx="630283" cy="566921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5D010C30-4DB0-4C91-8A55-4F23A1A3BE63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r="96679"/>
          <a:stretch/>
        </p:blipFill>
        <p:spPr>
          <a:xfrm>
            <a:off x="0" y="0"/>
            <a:ext cx="404949" cy="685800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218F4B0E-8242-4167-A8ED-ED593D6BECB8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1353799" y="6102302"/>
            <a:ext cx="630283" cy="566921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4FC7BAC1-81DB-4559-90B1-B427A15E03F6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/>
          <a:srcRect r="96679"/>
          <a:stretch/>
        </p:blipFill>
        <p:spPr>
          <a:xfrm>
            <a:off x="0" y="0"/>
            <a:ext cx="404949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4889589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4_Two Conten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E54D9B-8987-0D4C-A48D-AC224E43243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>
            <a:normAutofit/>
          </a:bodyPr>
          <a:lstStyle>
            <a:lvl1pPr>
              <a:defRPr sz="4000" b="1">
                <a:solidFill>
                  <a:schemeClr val="tx1"/>
                </a:solidFill>
                <a:latin typeface="+mj-lt"/>
                <a:cs typeface="Segoe UI" panose="020B0502040204020203" pitchFamily="34" charset="0"/>
              </a:defRPr>
            </a:lvl1pPr>
          </a:lstStyle>
          <a:p>
            <a:r>
              <a:rPr lang="en-US"/>
              <a:t>CLICK TO EDIT TITLE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830977D-D50B-F34A-A72B-3B2E6C9B12F6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838200" y="1825625"/>
            <a:ext cx="5181600" cy="4351338"/>
          </a:xfrm>
        </p:spPr>
        <p:txBody>
          <a:bodyPr>
            <a:normAutofit/>
          </a:bodyPr>
          <a:lstStyle>
            <a:lvl1pPr>
              <a:lnSpc>
                <a:spcPct val="100000"/>
              </a:lnSpc>
              <a:defRPr sz="2400">
                <a:solidFill>
                  <a:schemeClr val="tx1"/>
                </a:solidFill>
                <a:latin typeface="+mn-lt"/>
                <a:cs typeface="Segoe UI" panose="020B0502040204020203" pitchFamily="34" charset="0"/>
              </a:defRPr>
            </a:lvl1pPr>
            <a:lvl2pPr>
              <a:lnSpc>
                <a:spcPct val="100000"/>
              </a:lnSpc>
              <a:defRPr sz="2000">
                <a:solidFill>
                  <a:schemeClr val="tx1"/>
                </a:solidFill>
                <a:latin typeface="+mn-lt"/>
                <a:cs typeface="Segoe UI" panose="020B0502040204020203" pitchFamily="34" charset="0"/>
              </a:defRPr>
            </a:lvl2pPr>
            <a:lvl3pPr>
              <a:lnSpc>
                <a:spcPct val="100000"/>
              </a:lnSpc>
              <a:defRPr sz="1800">
                <a:solidFill>
                  <a:schemeClr val="tx1"/>
                </a:solidFill>
                <a:latin typeface="+mn-lt"/>
                <a:cs typeface="Segoe UI" panose="020B0502040204020203" pitchFamily="34" charset="0"/>
              </a:defRPr>
            </a:lvl3pPr>
            <a:lvl4pPr>
              <a:lnSpc>
                <a:spcPct val="100000"/>
              </a:lnSpc>
              <a:defRPr sz="1600">
                <a:solidFill>
                  <a:schemeClr val="tx1"/>
                </a:solidFill>
                <a:latin typeface="+mn-lt"/>
                <a:cs typeface="Segoe UI" panose="020B0502040204020203" pitchFamily="34" charset="0"/>
              </a:defRPr>
            </a:lvl4pPr>
            <a:lvl5pPr>
              <a:lnSpc>
                <a:spcPct val="100000"/>
              </a:lnSpc>
              <a:defRPr sz="1400">
                <a:solidFill>
                  <a:schemeClr val="tx1"/>
                </a:solidFill>
                <a:latin typeface="+mn-lt"/>
                <a:cs typeface="Segoe UI" panose="020B0502040204020203" pitchFamily="34" charset="0"/>
              </a:defRPr>
            </a:lvl5pPr>
          </a:lstStyle>
          <a:p>
            <a:pPr lvl="0"/>
            <a:r>
              <a:rPr lang="en-US"/>
              <a:t>Click to edit text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66A8F47-B8E2-2147-BF7A-36D46A6796E7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6172200" y="1825625"/>
            <a:ext cx="5181600" cy="4351338"/>
          </a:xfrm>
        </p:spPr>
        <p:txBody>
          <a:bodyPr>
            <a:normAutofit/>
          </a:bodyPr>
          <a:lstStyle>
            <a:lvl1pPr>
              <a:lnSpc>
                <a:spcPct val="100000"/>
              </a:lnSpc>
              <a:defRPr sz="2400">
                <a:solidFill>
                  <a:schemeClr val="tx1"/>
                </a:solidFill>
                <a:latin typeface="+mn-lt"/>
                <a:cs typeface="Segoe UI" panose="020B0502040204020203" pitchFamily="34" charset="0"/>
              </a:defRPr>
            </a:lvl1pPr>
            <a:lvl2pPr>
              <a:lnSpc>
                <a:spcPct val="100000"/>
              </a:lnSpc>
              <a:defRPr sz="2000">
                <a:solidFill>
                  <a:schemeClr val="tx1"/>
                </a:solidFill>
                <a:latin typeface="+mn-lt"/>
                <a:cs typeface="Segoe UI" panose="020B0502040204020203" pitchFamily="34" charset="0"/>
              </a:defRPr>
            </a:lvl2pPr>
            <a:lvl3pPr>
              <a:lnSpc>
                <a:spcPct val="100000"/>
              </a:lnSpc>
              <a:defRPr sz="1800">
                <a:solidFill>
                  <a:schemeClr val="tx1"/>
                </a:solidFill>
                <a:latin typeface="+mn-lt"/>
                <a:cs typeface="Segoe UI" panose="020B0502040204020203" pitchFamily="34" charset="0"/>
              </a:defRPr>
            </a:lvl3pPr>
            <a:lvl4pPr>
              <a:lnSpc>
                <a:spcPct val="100000"/>
              </a:lnSpc>
              <a:defRPr sz="1600">
                <a:solidFill>
                  <a:schemeClr val="tx1"/>
                </a:solidFill>
                <a:latin typeface="+mn-lt"/>
                <a:cs typeface="Segoe UI" panose="020B0502040204020203" pitchFamily="34" charset="0"/>
              </a:defRPr>
            </a:lvl4pPr>
            <a:lvl5pPr>
              <a:lnSpc>
                <a:spcPct val="100000"/>
              </a:lnSpc>
              <a:defRPr sz="1400">
                <a:solidFill>
                  <a:schemeClr val="tx1"/>
                </a:solidFill>
                <a:latin typeface="+mn-lt"/>
                <a:cs typeface="Segoe UI" panose="020B0502040204020203" pitchFamily="34" charset="0"/>
              </a:defRPr>
            </a:lvl5pPr>
          </a:lstStyle>
          <a:p>
            <a:pPr lvl="0"/>
            <a:r>
              <a:rPr lang="en-US"/>
              <a:t>Click to edit text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86A77431-0588-914D-A216-28EC5A9A8A8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53799" y="6102302"/>
            <a:ext cx="630283" cy="566921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B2FE0A74-F8D4-4184-82A4-1012D075AECB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r="96679"/>
          <a:stretch/>
        </p:blipFill>
        <p:spPr>
          <a:xfrm>
            <a:off x="0" y="0"/>
            <a:ext cx="404949" cy="685800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E244D38E-7B3F-4477-A8D9-4190A3248559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1353799" y="6102302"/>
            <a:ext cx="630283" cy="566921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ACB81C67-C3F0-4CC3-B245-4135C248BC32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/>
          <a:srcRect r="96679"/>
          <a:stretch/>
        </p:blipFill>
        <p:spPr>
          <a:xfrm>
            <a:off x="0" y="0"/>
            <a:ext cx="404949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520092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4_Comparison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320160-DB07-FA41-A195-10DBA0F84C6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9788" y="365125"/>
            <a:ext cx="10515600" cy="1325563"/>
          </a:xfrm>
        </p:spPr>
        <p:txBody>
          <a:bodyPr>
            <a:normAutofit/>
          </a:bodyPr>
          <a:lstStyle>
            <a:lvl1pPr>
              <a:defRPr sz="4000" b="1">
                <a:solidFill>
                  <a:schemeClr val="tx1"/>
                </a:solidFill>
                <a:latin typeface="+mj-lt"/>
                <a:cs typeface="Segoe UI" panose="020B0502040204020203" pitchFamily="34" charset="0"/>
              </a:defRPr>
            </a:lvl1pPr>
          </a:lstStyle>
          <a:p>
            <a:r>
              <a:rPr lang="en-US"/>
              <a:t>CLICK TO EDIT TITLE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8265D98-7F86-E241-96F3-5AE4DBD2D062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839788" y="1681163"/>
            <a:ext cx="5157787" cy="823912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800" b="1">
                <a:solidFill>
                  <a:schemeClr val="tx1"/>
                </a:solidFill>
                <a:latin typeface="+mn-lt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text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7326700-521D-4B43-A2D4-FACEAE7B527F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836612" y="2505075"/>
            <a:ext cx="5157787" cy="3684588"/>
          </a:xfrm>
        </p:spPr>
        <p:txBody>
          <a:bodyPr/>
          <a:lstStyle>
            <a:lvl1pPr>
              <a:lnSpc>
                <a:spcPct val="100000"/>
              </a:lnSpc>
              <a:defRPr sz="2400">
                <a:solidFill>
                  <a:schemeClr val="tx1"/>
                </a:solidFill>
                <a:latin typeface="+mn-lt"/>
                <a:cs typeface="Segoe UI" panose="020B0502040204020203" pitchFamily="34" charset="0"/>
              </a:defRPr>
            </a:lvl1pPr>
            <a:lvl2pPr>
              <a:lnSpc>
                <a:spcPct val="100000"/>
              </a:lnSpc>
              <a:defRPr sz="2000">
                <a:solidFill>
                  <a:schemeClr val="tx1"/>
                </a:solidFill>
                <a:latin typeface="+mn-lt"/>
                <a:cs typeface="Segoe UI" panose="020B0502040204020203" pitchFamily="34" charset="0"/>
              </a:defRPr>
            </a:lvl2pPr>
            <a:lvl3pPr>
              <a:lnSpc>
                <a:spcPct val="100000"/>
              </a:lnSpc>
              <a:defRPr sz="1800">
                <a:solidFill>
                  <a:schemeClr val="tx1"/>
                </a:solidFill>
                <a:latin typeface="+mn-lt"/>
                <a:cs typeface="Segoe UI" panose="020B0502040204020203" pitchFamily="34" charset="0"/>
              </a:defRPr>
            </a:lvl3pPr>
            <a:lvl4pPr>
              <a:lnSpc>
                <a:spcPct val="100000"/>
              </a:lnSpc>
              <a:defRPr sz="1600">
                <a:solidFill>
                  <a:schemeClr val="tx1"/>
                </a:solidFill>
                <a:latin typeface="+mn-lt"/>
                <a:cs typeface="Segoe UI" panose="020B0502040204020203" pitchFamily="34" charset="0"/>
              </a:defRPr>
            </a:lvl4pPr>
            <a:lvl5pPr>
              <a:lnSpc>
                <a:spcPct val="100000"/>
              </a:lnSpc>
              <a:defRPr sz="1400">
                <a:solidFill>
                  <a:schemeClr val="tx1"/>
                </a:solidFill>
                <a:latin typeface="+mn-lt"/>
                <a:cs typeface="Segoe UI" panose="020B0502040204020203" pitchFamily="34" charset="0"/>
              </a:defRPr>
            </a:lvl5pPr>
          </a:lstStyle>
          <a:p>
            <a:pPr lvl="0"/>
            <a:r>
              <a:rPr lang="en-US"/>
              <a:t>Click to edit text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FE9CCF1-FBF1-9743-BC0F-7FF24538351E}"/>
              </a:ext>
            </a:extLst>
          </p:cNvPr>
          <p:cNvSpPr>
            <a:spLocks noGrp="1"/>
          </p:cNvSpPr>
          <p:nvPr>
            <p:ph type="body" sz="quarter" idx="3" hasCustomPrompt="1"/>
          </p:nvPr>
        </p:nvSpPr>
        <p:spPr>
          <a:xfrm>
            <a:off x="6169024" y="1681163"/>
            <a:ext cx="5183188" cy="823912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800" b="1">
                <a:solidFill>
                  <a:schemeClr val="tx1"/>
                </a:solidFill>
                <a:latin typeface="+mn-lt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text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3BE9C37-AAE6-9046-8B66-3BF2E4EFD234}"/>
              </a:ext>
            </a:extLst>
          </p:cNvPr>
          <p:cNvSpPr>
            <a:spLocks noGrp="1"/>
          </p:cNvSpPr>
          <p:nvPr>
            <p:ph sz="quarter" idx="4" hasCustomPrompt="1"/>
          </p:nvPr>
        </p:nvSpPr>
        <p:spPr>
          <a:xfrm>
            <a:off x="6169024" y="2505075"/>
            <a:ext cx="5183188" cy="3684588"/>
          </a:xfrm>
        </p:spPr>
        <p:txBody>
          <a:bodyPr/>
          <a:lstStyle>
            <a:lvl1pPr>
              <a:lnSpc>
                <a:spcPct val="100000"/>
              </a:lnSpc>
              <a:defRPr sz="2400">
                <a:solidFill>
                  <a:schemeClr val="tx1"/>
                </a:solidFill>
                <a:latin typeface="+mn-lt"/>
                <a:cs typeface="Segoe UI" panose="020B0502040204020203" pitchFamily="34" charset="0"/>
              </a:defRPr>
            </a:lvl1pPr>
            <a:lvl2pPr>
              <a:lnSpc>
                <a:spcPct val="100000"/>
              </a:lnSpc>
              <a:defRPr sz="2000">
                <a:solidFill>
                  <a:schemeClr val="tx1"/>
                </a:solidFill>
                <a:latin typeface="+mn-lt"/>
                <a:cs typeface="Segoe UI" panose="020B0502040204020203" pitchFamily="34" charset="0"/>
              </a:defRPr>
            </a:lvl2pPr>
            <a:lvl3pPr>
              <a:lnSpc>
                <a:spcPct val="100000"/>
              </a:lnSpc>
              <a:defRPr sz="1800">
                <a:solidFill>
                  <a:schemeClr val="tx1"/>
                </a:solidFill>
                <a:latin typeface="+mn-lt"/>
                <a:cs typeface="Segoe UI" panose="020B0502040204020203" pitchFamily="34" charset="0"/>
              </a:defRPr>
            </a:lvl3pPr>
            <a:lvl4pPr>
              <a:lnSpc>
                <a:spcPct val="100000"/>
              </a:lnSpc>
              <a:defRPr sz="1600">
                <a:solidFill>
                  <a:schemeClr val="tx1"/>
                </a:solidFill>
                <a:latin typeface="+mn-lt"/>
                <a:cs typeface="Segoe UI" panose="020B0502040204020203" pitchFamily="34" charset="0"/>
              </a:defRPr>
            </a:lvl4pPr>
            <a:lvl5pPr>
              <a:lnSpc>
                <a:spcPct val="100000"/>
              </a:lnSpc>
              <a:defRPr sz="1400">
                <a:solidFill>
                  <a:schemeClr val="tx1"/>
                </a:solidFill>
                <a:latin typeface="+mn-lt"/>
                <a:cs typeface="Segoe UI" panose="020B0502040204020203" pitchFamily="34" charset="0"/>
              </a:defRPr>
            </a:lvl5pPr>
          </a:lstStyle>
          <a:p>
            <a:pPr lvl="0"/>
            <a:r>
              <a:rPr lang="en-US"/>
              <a:t>Click to edit text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AE6E0398-11EA-CA4E-8CEF-209FB0E571C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53799" y="6102302"/>
            <a:ext cx="630283" cy="566921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F133E76A-F7BC-49EC-AA42-A072210F8286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r="96679"/>
          <a:stretch/>
        </p:blipFill>
        <p:spPr>
          <a:xfrm>
            <a:off x="0" y="0"/>
            <a:ext cx="404949" cy="685800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DA39C9E2-7048-4CA6-A3A4-78A4DBAA4383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1353799" y="6102302"/>
            <a:ext cx="630283" cy="566921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08A63F42-8F4A-4B6D-940B-10F8E22F6514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/>
          <a:srcRect r="96679"/>
          <a:stretch/>
        </p:blipFill>
        <p:spPr>
          <a:xfrm>
            <a:off x="0" y="0"/>
            <a:ext cx="404949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1070282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4_Title Only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228945-86BB-2F46-A588-79A48E6F385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>
            <a:normAutofit/>
          </a:bodyPr>
          <a:lstStyle>
            <a:lvl1pPr>
              <a:defRPr sz="4000" b="1">
                <a:solidFill>
                  <a:schemeClr val="tx1"/>
                </a:solidFill>
                <a:latin typeface="+mj-lt"/>
                <a:cs typeface="Segoe UI" panose="020B0502040204020203" pitchFamily="34" charset="0"/>
              </a:defRPr>
            </a:lvl1pPr>
          </a:lstStyle>
          <a:p>
            <a:r>
              <a:rPr lang="en-US"/>
              <a:t>CLICK TO EDIT TITLE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9060FD44-8B57-FE4C-BDC8-651AF654EA2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53799" y="6102302"/>
            <a:ext cx="630283" cy="566921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440347AC-C50D-4B3B-9024-023C14ED1299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r="96679"/>
          <a:stretch/>
        </p:blipFill>
        <p:spPr>
          <a:xfrm>
            <a:off x="0" y="0"/>
            <a:ext cx="404949" cy="685800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30919D2A-74BE-4A99-95FD-AF9C99183268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1353799" y="6102302"/>
            <a:ext cx="630283" cy="566921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2BEDF457-225D-4126-BD95-C4FEF9946E2E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/>
          <a:srcRect r="96679"/>
          <a:stretch/>
        </p:blipFill>
        <p:spPr>
          <a:xfrm>
            <a:off x="0" y="0"/>
            <a:ext cx="404949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3631953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5_Blank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3BD2D64C-6261-9846-B401-C0516D62E23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53799" y="6102302"/>
            <a:ext cx="630283" cy="566921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B7159C96-3D45-4309-B883-FCA7D0A4CA13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r="96679"/>
          <a:stretch/>
        </p:blipFill>
        <p:spPr>
          <a:xfrm>
            <a:off x="0" y="0"/>
            <a:ext cx="404949" cy="6858000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3C33BDD8-6122-439A-8857-55F72E3E061E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1353799" y="6102302"/>
            <a:ext cx="630283" cy="566921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DE999EBB-CE7E-4C50-8D09-DE7F7B8DD6D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/>
          <a:srcRect r="96679"/>
          <a:stretch/>
        </p:blipFill>
        <p:spPr>
          <a:xfrm>
            <a:off x="0" y="0"/>
            <a:ext cx="404949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4734519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4_Content with Caption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94708B-F85D-B244-B76D-7665363E927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9788" y="457200"/>
            <a:ext cx="3932237" cy="1600200"/>
          </a:xfrm>
        </p:spPr>
        <p:txBody>
          <a:bodyPr anchor="b">
            <a:normAutofit/>
          </a:bodyPr>
          <a:lstStyle>
            <a:lvl1pPr>
              <a:defRPr sz="3200" b="1">
                <a:solidFill>
                  <a:schemeClr val="tx1"/>
                </a:solidFill>
                <a:latin typeface="+mj-lt"/>
                <a:cs typeface="Segoe UI" panose="020B0502040204020203" pitchFamily="34" charset="0"/>
              </a:defRPr>
            </a:lvl1pPr>
          </a:lstStyle>
          <a:p>
            <a:r>
              <a:rPr lang="en-US"/>
              <a:t>CLICK TO EDIT TITLE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4699D82-DB1D-334C-9D0C-24A2DAEF50D0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5183188" y="987425"/>
            <a:ext cx="6172200" cy="4873625"/>
          </a:xfrm>
        </p:spPr>
        <p:txBody>
          <a:bodyPr>
            <a:normAutofit/>
          </a:bodyPr>
          <a:lstStyle>
            <a:lvl1pPr>
              <a:lnSpc>
                <a:spcPct val="100000"/>
              </a:lnSpc>
              <a:defRPr sz="2400">
                <a:solidFill>
                  <a:schemeClr val="tx1"/>
                </a:solidFill>
                <a:latin typeface="+mn-lt"/>
                <a:cs typeface="Segoe UI" panose="020B0502040204020203" pitchFamily="34" charset="0"/>
              </a:defRPr>
            </a:lvl1pPr>
            <a:lvl2pPr>
              <a:lnSpc>
                <a:spcPct val="100000"/>
              </a:lnSpc>
              <a:defRPr sz="2000">
                <a:solidFill>
                  <a:schemeClr val="tx1"/>
                </a:solidFill>
                <a:latin typeface="+mn-lt"/>
                <a:cs typeface="Segoe UI" panose="020B0502040204020203" pitchFamily="34" charset="0"/>
              </a:defRPr>
            </a:lvl2pPr>
            <a:lvl3pPr>
              <a:lnSpc>
                <a:spcPct val="100000"/>
              </a:lnSpc>
              <a:defRPr sz="1800">
                <a:solidFill>
                  <a:schemeClr val="tx1"/>
                </a:solidFill>
                <a:latin typeface="+mn-lt"/>
                <a:cs typeface="Segoe UI" panose="020B0502040204020203" pitchFamily="34" charset="0"/>
              </a:defRPr>
            </a:lvl3pPr>
            <a:lvl4pPr>
              <a:lnSpc>
                <a:spcPct val="100000"/>
              </a:lnSpc>
              <a:defRPr sz="1600">
                <a:solidFill>
                  <a:schemeClr val="tx1"/>
                </a:solidFill>
                <a:latin typeface="+mn-lt"/>
                <a:cs typeface="Segoe UI" panose="020B0502040204020203" pitchFamily="34" charset="0"/>
              </a:defRPr>
            </a:lvl4pPr>
            <a:lvl5pPr>
              <a:lnSpc>
                <a:spcPct val="100000"/>
              </a:lnSpc>
              <a:defRPr sz="1400">
                <a:solidFill>
                  <a:schemeClr val="tx1"/>
                </a:solidFill>
                <a:latin typeface="+mn-lt"/>
                <a:cs typeface="Segoe UI" panose="020B0502040204020203" pitchFamily="34" charset="0"/>
              </a:defRPr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text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48442DC-2A24-1246-A016-34C036D5BDBB}"/>
              </a:ext>
            </a:extLst>
          </p:cNvPr>
          <p:cNvSpPr>
            <a:spLocks noGrp="1"/>
          </p:cNvSpPr>
          <p:nvPr>
            <p:ph type="body" sz="half" idx="2" hasCustomPrompt="1"/>
          </p:nvPr>
        </p:nvSpPr>
        <p:spPr>
          <a:xfrm>
            <a:off x="839788" y="2057400"/>
            <a:ext cx="3932237" cy="3811588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None/>
              <a:defRPr sz="1800">
                <a:solidFill>
                  <a:schemeClr val="tx1"/>
                </a:solidFill>
                <a:latin typeface="+mn-lt"/>
                <a:cs typeface="Segoe UI" panose="020B0502040204020203" pitchFamily="34" charset="0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text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A6D398F6-9B1E-B840-AD2C-7C078BE8EBA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53799" y="6102302"/>
            <a:ext cx="630283" cy="566921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93785835-D5B1-4E8E-A64A-464B98AB28F2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r="96679"/>
          <a:stretch/>
        </p:blipFill>
        <p:spPr>
          <a:xfrm>
            <a:off x="0" y="0"/>
            <a:ext cx="404949" cy="685800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2B27DDB5-F3A5-4DDD-A15F-CD45E81E9FBE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1353799" y="6102302"/>
            <a:ext cx="630283" cy="566921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C4F3F1C0-9AF8-4D11-A547-8F9A079C786E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/>
          <a:srcRect r="96679"/>
          <a:stretch/>
        </p:blipFill>
        <p:spPr>
          <a:xfrm>
            <a:off x="0" y="0"/>
            <a:ext cx="404949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9184955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3_Picture with Caption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04FBA5-6B4E-EC4E-A1BD-ADC2BADFF96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9788" y="457200"/>
            <a:ext cx="3932237" cy="1600200"/>
          </a:xfrm>
        </p:spPr>
        <p:txBody>
          <a:bodyPr anchor="b">
            <a:normAutofit/>
          </a:bodyPr>
          <a:lstStyle>
            <a:lvl1pPr>
              <a:defRPr sz="3200" b="1">
                <a:solidFill>
                  <a:schemeClr val="tx1"/>
                </a:solidFill>
                <a:latin typeface="+mj-lt"/>
                <a:cs typeface="Segoe UI" panose="020B0502040204020203" pitchFamily="34" charset="0"/>
              </a:defRPr>
            </a:lvl1pPr>
          </a:lstStyle>
          <a:p>
            <a:r>
              <a:rPr lang="en-US"/>
              <a:t>CLICK TO EDIT TITLE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3C65746-ACAD-4648-A241-DBEAE0D9205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lnSpc>
                <a:spcPct val="100000"/>
              </a:lnSpc>
              <a:buNone/>
              <a:defRPr sz="3200">
                <a:solidFill>
                  <a:schemeClr val="tx1"/>
                </a:solidFill>
                <a:latin typeface="+mn-lt"/>
                <a:cs typeface="Segoe UI" panose="020B0502040204020203" pitchFamily="34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D49BA78-2353-F449-809F-A41F92D937CE}"/>
              </a:ext>
            </a:extLst>
          </p:cNvPr>
          <p:cNvSpPr>
            <a:spLocks noGrp="1"/>
          </p:cNvSpPr>
          <p:nvPr>
            <p:ph type="body" sz="half" idx="2" hasCustomPrompt="1"/>
          </p:nvPr>
        </p:nvSpPr>
        <p:spPr>
          <a:xfrm>
            <a:off x="839788" y="2057400"/>
            <a:ext cx="3932237" cy="3811588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None/>
              <a:defRPr sz="1800">
                <a:solidFill>
                  <a:schemeClr val="tx1"/>
                </a:solidFill>
                <a:latin typeface="+mn-lt"/>
                <a:cs typeface="Segoe UI" panose="020B0502040204020203" pitchFamily="34" charset="0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text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0F22FF10-724D-9941-B9E8-CE4BD3CA01B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53799" y="6102302"/>
            <a:ext cx="630283" cy="566921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B21114DF-8BD4-4311-ABD2-8F0D68B97195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r="96679"/>
          <a:stretch/>
        </p:blipFill>
        <p:spPr>
          <a:xfrm>
            <a:off x="0" y="0"/>
            <a:ext cx="404949" cy="685800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DC5E1D2F-C2A3-4C1B-B3BC-32AB695A8632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1353799" y="6102302"/>
            <a:ext cx="630283" cy="566921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37987E34-6703-452F-AE80-FF219BE54E2A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/>
          <a:srcRect r="96679"/>
          <a:stretch/>
        </p:blipFill>
        <p:spPr>
          <a:xfrm>
            <a:off x="0" y="0"/>
            <a:ext cx="404949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1040267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6_Section Head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12A0A7-4CF2-4743-858C-719C761D6A7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1850" y="1709738"/>
            <a:ext cx="10515600" cy="2852737"/>
          </a:xfrm>
        </p:spPr>
        <p:txBody>
          <a:bodyPr anchor="b">
            <a:normAutofit/>
          </a:bodyPr>
          <a:lstStyle>
            <a:lvl1pPr>
              <a:defRPr sz="4400" b="1">
                <a:solidFill>
                  <a:schemeClr val="tx1"/>
                </a:solidFill>
                <a:latin typeface="+mj-lt"/>
                <a:cs typeface="Segoe UI" panose="020B0502040204020203" pitchFamily="34" charset="0"/>
              </a:defRPr>
            </a:lvl1pPr>
          </a:lstStyle>
          <a:p>
            <a:r>
              <a:rPr lang="en-US"/>
              <a:t>CLICK TO EDIT TITLE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4AB00D5-0002-EB43-B596-CD3FCE26D7FF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  <a:latin typeface="+mn-lt"/>
                <a:cs typeface="Segoe UI" panose="020B0502040204020203" pitchFamily="34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subtitle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87B315BF-030E-704F-AC88-07233555212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41667" y="5725249"/>
            <a:ext cx="1042416" cy="937623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1929263A-E63B-4A92-B18B-B9272E43A148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941667" y="5725249"/>
            <a:ext cx="1042416" cy="9376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2135786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7_Title and Conten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E96BAE-F822-E34A-990A-9C2771C072A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>
            <a:normAutofit/>
          </a:bodyPr>
          <a:lstStyle>
            <a:lvl1pPr>
              <a:defRPr sz="4000" b="1">
                <a:solidFill>
                  <a:schemeClr val="tx1"/>
                </a:solidFill>
                <a:latin typeface="+mj-lt"/>
                <a:cs typeface="Segoe UI" panose="020B0502040204020203" pitchFamily="34" charset="0"/>
              </a:defRPr>
            </a:lvl1pPr>
          </a:lstStyle>
          <a:p>
            <a:r>
              <a:rPr lang="en-US"/>
              <a:t>CLICK TO EDIT TITLE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DAB2EFE-DD9F-E146-A0F0-1CC9263E135A}"/>
              </a:ext>
            </a:extLst>
          </p:cNvPr>
          <p:cNvSpPr>
            <a:spLocks noGrp="1"/>
          </p:cNvSpPr>
          <p:nvPr>
            <p:ph idx="1" hasCustomPrompt="1"/>
          </p:nvPr>
        </p:nvSpPr>
        <p:spPr/>
        <p:txBody>
          <a:bodyPr/>
          <a:lstStyle>
            <a:lvl1pPr>
              <a:lnSpc>
                <a:spcPct val="100000"/>
              </a:lnSpc>
              <a:defRPr sz="2400" b="0">
                <a:solidFill>
                  <a:schemeClr val="tx1"/>
                </a:solidFill>
                <a:latin typeface="+mn-lt"/>
                <a:cs typeface="Segoe UI" panose="020B0502040204020203" pitchFamily="34" charset="0"/>
              </a:defRPr>
            </a:lvl1pPr>
            <a:lvl2pPr>
              <a:lnSpc>
                <a:spcPct val="100000"/>
              </a:lnSpc>
              <a:defRPr sz="2000" b="0">
                <a:solidFill>
                  <a:schemeClr val="tx1"/>
                </a:solidFill>
                <a:latin typeface="+mn-lt"/>
                <a:cs typeface="Segoe UI" panose="020B0502040204020203" pitchFamily="34" charset="0"/>
              </a:defRPr>
            </a:lvl2pPr>
            <a:lvl3pPr>
              <a:lnSpc>
                <a:spcPct val="100000"/>
              </a:lnSpc>
              <a:defRPr sz="1800" b="0">
                <a:solidFill>
                  <a:schemeClr val="tx1"/>
                </a:solidFill>
                <a:latin typeface="+mn-lt"/>
                <a:cs typeface="Segoe UI" panose="020B0502040204020203" pitchFamily="34" charset="0"/>
              </a:defRPr>
            </a:lvl3pPr>
            <a:lvl4pPr>
              <a:lnSpc>
                <a:spcPct val="100000"/>
              </a:lnSpc>
              <a:defRPr sz="1600" b="0">
                <a:solidFill>
                  <a:schemeClr val="tx1"/>
                </a:solidFill>
                <a:latin typeface="+mn-lt"/>
                <a:cs typeface="Segoe UI" panose="020B0502040204020203" pitchFamily="34" charset="0"/>
              </a:defRPr>
            </a:lvl4pPr>
            <a:lvl5pPr>
              <a:lnSpc>
                <a:spcPct val="100000"/>
              </a:lnSpc>
              <a:defRPr sz="1400" b="0">
                <a:solidFill>
                  <a:schemeClr val="tx1"/>
                </a:solidFill>
                <a:latin typeface="+mn-lt"/>
                <a:cs typeface="Segoe UI" panose="020B0502040204020203" pitchFamily="34" charset="0"/>
              </a:defRPr>
            </a:lvl5pPr>
          </a:lstStyle>
          <a:p>
            <a:pPr lvl="0"/>
            <a:r>
              <a:rPr lang="en-US"/>
              <a:t>Click to edit text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78863D59-2C71-E346-B7BF-148F5CFFBF5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53799" y="6102302"/>
            <a:ext cx="630283" cy="566921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C0F2A729-60B0-4243-8110-0DA0D2B1CCB9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1353799" y="6102302"/>
            <a:ext cx="630283" cy="5669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8823642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6_Two Conten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E54D9B-8987-0D4C-A48D-AC224E43243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>
            <a:normAutofit/>
          </a:bodyPr>
          <a:lstStyle>
            <a:lvl1pPr>
              <a:defRPr sz="4000" b="1">
                <a:solidFill>
                  <a:schemeClr val="tx1"/>
                </a:solidFill>
                <a:latin typeface="+mj-lt"/>
                <a:cs typeface="Segoe UI" panose="020B0502040204020203" pitchFamily="34" charset="0"/>
              </a:defRPr>
            </a:lvl1pPr>
          </a:lstStyle>
          <a:p>
            <a:r>
              <a:rPr lang="en-US"/>
              <a:t>CLICK TO EDIT TITLE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830977D-D50B-F34A-A72B-3B2E6C9B12F6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838200" y="1825625"/>
            <a:ext cx="5181600" cy="4351338"/>
          </a:xfrm>
        </p:spPr>
        <p:txBody>
          <a:bodyPr>
            <a:normAutofit/>
          </a:bodyPr>
          <a:lstStyle>
            <a:lvl1pPr>
              <a:lnSpc>
                <a:spcPct val="100000"/>
              </a:lnSpc>
              <a:defRPr sz="2400">
                <a:solidFill>
                  <a:schemeClr val="tx1"/>
                </a:solidFill>
                <a:latin typeface="+mn-lt"/>
                <a:cs typeface="Segoe UI" panose="020B0502040204020203" pitchFamily="34" charset="0"/>
              </a:defRPr>
            </a:lvl1pPr>
            <a:lvl2pPr>
              <a:lnSpc>
                <a:spcPct val="100000"/>
              </a:lnSpc>
              <a:defRPr sz="2000">
                <a:solidFill>
                  <a:schemeClr val="tx1"/>
                </a:solidFill>
                <a:latin typeface="+mn-lt"/>
                <a:cs typeface="Segoe UI" panose="020B0502040204020203" pitchFamily="34" charset="0"/>
              </a:defRPr>
            </a:lvl2pPr>
            <a:lvl3pPr>
              <a:lnSpc>
                <a:spcPct val="100000"/>
              </a:lnSpc>
              <a:defRPr sz="1800">
                <a:solidFill>
                  <a:schemeClr val="tx1"/>
                </a:solidFill>
                <a:latin typeface="+mn-lt"/>
                <a:cs typeface="Segoe UI" panose="020B0502040204020203" pitchFamily="34" charset="0"/>
              </a:defRPr>
            </a:lvl3pPr>
            <a:lvl4pPr>
              <a:lnSpc>
                <a:spcPct val="100000"/>
              </a:lnSpc>
              <a:defRPr sz="1600">
                <a:solidFill>
                  <a:schemeClr val="tx1"/>
                </a:solidFill>
                <a:latin typeface="+mn-lt"/>
                <a:cs typeface="Segoe UI" panose="020B0502040204020203" pitchFamily="34" charset="0"/>
              </a:defRPr>
            </a:lvl4pPr>
            <a:lvl5pPr>
              <a:lnSpc>
                <a:spcPct val="100000"/>
              </a:lnSpc>
              <a:defRPr sz="1400">
                <a:solidFill>
                  <a:schemeClr val="tx1"/>
                </a:solidFill>
                <a:latin typeface="+mn-lt"/>
                <a:cs typeface="Segoe UI" panose="020B0502040204020203" pitchFamily="34" charset="0"/>
              </a:defRPr>
            </a:lvl5pPr>
          </a:lstStyle>
          <a:p>
            <a:pPr lvl="0"/>
            <a:r>
              <a:rPr lang="en-US"/>
              <a:t>Click to edit text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66A8F47-B8E2-2147-BF7A-36D46A6796E7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6172200" y="1825625"/>
            <a:ext cx="5181600" cy="4351338"/>
          </a:xfrm>
        </p:spPr>
        <p:txBody>
          <a:bodyPr>
            <a:normAutofit/>
          </a:bodyPr>
          <a:lstStyle>
            <a:lvl1pPr>
              <a:lnSpc>
                <a:spcPct val="100000"/>
              </a:lnSpc>
              <a:defRPr sz="2400">
                <a:solidFill>
                  <a:schemeClr val="tx1"/>
                </a:solidFill>
                <a:latin typeface="+mn-lt"/>
                <a:cs typeface="Segoe UI" panose="020B0502040204020203" pitchFamily="34" charset="0"/>
              </a:defRPr>
            </a:lvl1pPr>
            <a:lvl2pPr>
              <a:lnSpc>
                <a:spcPct val="100000"/>
              </a:lnSpc>
              <a:defRPr sz="2000">
                <a:solidFill>
                  <a:schemeClr val="tx1"/>
                </a:solidFill>
                <a:latin typeface="+mn-lt"/>
                <a:cs typeface="Segoe UI" panose="020B0502040204020203" pitchFamily="34" charset="0"/>
              </a:defRPr>
            </a:lvl2pPr>
            <a:lvl3pPr>
              <a:lnSpc>
                <a:spcPct val="100000"/>
              </a:lnSpc>
              <a:defRPr sz="1800">
                <a:solidFill>
                  <a:schemeClr val="tx1"/>
                </a:solidFill>
                <a:latin typeface="+mn-lt"/>
                <a:cs typeface="Segoe UI" panose="020B0502040204020203" pitchFamily="34" charset="0"/>
              </a:defRPr>
            </a:lvl3pPr>
            <a:lvl4pPr>
              <a:lnSpc>
                <a:spcPct val="100000"/>
              </a:lnSpc>
              <a:defRPr sz="1600">
                <a:solidFill>
                  <a:schemeClr val="tx1"/>
                </a:solidFill>
                <a:latin typeface="+mn-lt"/>
                <a:cs typeface="Segoe UI" panose="020B0502040204020203" pitchFamily="34" charset="0"/>
              </a:defRPr>
            </a:lvl4pPr>
            <a:lvl5pPr>
              <a:lnSpc>
                <a:spcPct val="100000"/>
              </a:lnSpc>
              <a:defRPr sz="1400">
                <a:solidFill>
                  <a:schemeClr val="tx1"/>
                </a:solidFill>
                <a:latin typeface="+mn-lt"/>
                <a:cs typeface="Segoe UI" panose="020B0502040204020203" pitchFamily="34" charset="0"/>
              </a:defRPr>
            </a:lvl5pPr>
          </a:lstStyle>
          <a:p>
            <a:pPr lvl="0"/>
            <a:r>
              <a:rPr lang="en-US"/>
              <a:t>Click to edit text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86A77431-0588-914D-A216-28EC5A9A8A8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53799" y="6102302"/>
            <a:ext cx="630283" cy="566921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6EB244E1-25DD-4F7A-842F-6E4A4358A723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1353799" y="6102302"/>
            <a:ext cx="630283" cy="5669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6079313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6_Comparison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320160-DB07-FA41-A195-10DBA0F84C6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9788" y="365125"/>
            <a:ext cx="10515600" cy="1325563"/>
          </a:xfrm>
        </p:spPr>
        <p:txBody>
          <a:bodyPr>
            <a:normAutofit/>
          </a:bodyPr>
          <a:lstStyle>
            <a:lvl1pPr>
              <a:defRPr sz="4000" b="1">
                <a:solidFill>
                  <a:schemeClr val="tx1"/>
                </a:solidFill>
                <a:latin typeface="+mj-lt"/>
                <a:cs typeface="Segoe UI" panose="020B0502040204020203" pitchFamily="34" charset="0"/>
              </a:defRPr>
            </a:lvl1pPr>
          </a:lstStyle>
          <a:p>
            <a:r>
              <a:rPr lang="en-US"/>
              <a:t>CLICK TO EDIT TITLE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8265D98-7F86-E241-96F3-5AE4DBD2D062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839788" y="1681163"/>
            <a:ext cx="5157787" cy="823912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800" b="1">
                <a:solidFill>
                  <a:schemeClr val="tx1"/>
                </a:solidFill>
                <a:latin typeface="+mn-lt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text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7326700-521D-4B43-A2D4-FACEAE7B527F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836612" y="2505075"/>
            <a:ext cx="5157787" cy="3684588"/>
          </a:xfrm>
        </p:spPr>
        <p:txBody>
          <a:bodyPr/>
          <a:lstStyle>
            <a:lvl1pPr>
              <a:lnSpc>
                <a:spcPct val="100000"/>
              </a:lnSpc>
              <a:defRPr sz="2400">
                <a:solidFill>
                  <a:schemeClr val="tx1"/>
                </a:solidFill>
                <a:latin typeface="+mn-lt"/>
                <a:cs typeface="Segoe UI" panose="020B0502040204020203" pitchFamily="34" charset="0"/>
              </a:defRPr>
            </a:lvl1pPr>
            <a:lvl2pPr>
              <a:lnSpc>
                <a:spcPct val="100000"/>
              </a:lnSpc>
              <a:defRPr sz="2000">
                <a:solidFill>
                  <a:schemeClr val="tx1"/>
                </a:solidFill>
                <a:latin typeface="+mn-lt"/>
                <a:cs typeface="Segoe UI" panose="020B0502040204020203" pitchFamily="34" charset="0"/>
              </a:defRPr>
            </a:lvl2pPr>
            <a:lvl3pPr>
              <a:lnSpc>
                <a:spcPct val="100000"/>
              </a:lnSpc>
              <a:defRPr sz="1800">
                <a:solidFill>
                  <a:schemeClr val="tx1"/>
                </a:solidFill>
                <a:latin typeface="+mn-lt"/>
                <a:cs typeface="Segoe UI" panose="020B0502040204020203" pitchFamily="34" charset="0"/>
              </a:defRPr>
            </a:lvl3pPr>
            <a:lvl4pPr>
              <a:lnSpc>
                <a:spcPct val="100000"/>
              </a:lnSpc>
              <a:defRPr sz="1600">
                <a:solidFill>
                  <a:schemeClr val="tx1"/>
                </a:solidFill>
                <a:latin typeface="+mn-lt"/>
                <a:cs typeface="Segoe UI" panose="020B0502040204020203" pitchFamily="34" charset="0"/>
              </a:defRPr>
            </a:lvl4pPr>
            <a:lvl5pPr>
              <a:lnSpc>
                <a:spcPct val="100000"/>
              </a:lnSpc>
              <a:defRPr sz="1400">
                <a:solidFill>
                  <a:schemeClr val="tx1"/>
                </a:solidFill>
                <a:latin typeface="+mn-lt"/>
                <a:cs typeface="Segoe UI" panose="020B0502040204020203" pitchFamily="34" charset="0"/>
              </a:defRPr>
            </a:lvl5pPr>
          </a:lstStyle>
          <a:p>
            <a:pPr lvl="0"/>
            <a:r>
              <a:rPr lang="en-US"/>
              <a:t>Click to edit text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FE9CCF1-FBF1-9743-BC0F-7FF24538351E}"/>
              </a:ext>
            </a:extLst>
          </p:cNvPr>
          <p:cNvSpPr>
            <a:spLocks noGrp="1"/>
          </p:cNvSpPr>
          <p:nvPr>
            <p:ph type="body" sz="quarter" idx="3" hasCustomPrompt="1"/>
          </p:nvPr>
        </p:nvSpPr>
        <p:spPr>
          <a:xfrm>
            <a:off x="6169024" y="1681163"/>
            <a:ext cx="5183188" cy="823912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800" b="1">
                <a:solidFill>
                  <a:schemeClr val="tx1"/>
                </a:solidFill>
                <a:latin typeface="+mn-lt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text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3BE9C37-AAE6-9046-8B66-3BF2E4EFD234}"/>
              </a:ext>
            </a:extLst>
          </p:cNvPr>
          <p:cNvSpPr>
            <a:spLocks noGrp="1"/>
          </p:cNvSpPr>
          <p:nvPr>
            <p:ph sz="quarter" idx="4" hasCustomPrompt="1"/>
          </p:nvPr>
        </p:nvSpPr>
        <p:spPr>
          <a:xfrm>
            <a:off x="6169024" y="2505075"/>
            <a:ext cx="5183188" cy="3684588"/>
          </a:xfrm>
        </p:spPr>
        <p:txBody>
          <a:bodyPr/>
          <a:lstStyle>
            <a:lvl1pPr>
              <a:lnSpc>
                <a:spcPct val="100000"/>
              </a:lnSpc>
              <a:defRPr sz="2400">
                <a:solidFill>
                  <a:schemeClr val="tx1"/>
                </a:solidFill>
                <a:latin typeface="+mn-lt"/>
                <a:cs typeface="Segoe UI" panose="020B0502040204020203" pitchFamily="34" charset="0"/>
              </a:defRPr>
            </a:lvl1pPr>
            <a:lvl2pPr>
              <a:lnSpc>
                <a:spcPct val="100000"/>
              </a:lnSpc>
              <a:defRPr sz="2000">
                <a:solidFill>
                  <a:schemeClr val="tx1"/>
                </a:solidFill>
                <a:latin typeface="+mn-lt"/>
                <a:cs typeface="Segoe UI" panose="020B0502040204020203" pitchFamily="34" charset="0"/>
              </a:defRPr>
            </a:lvl2pPr>
            <a:lvl3pPr>
              <a:lnSpc>
                <a:spcPct val="100000"/>
              </a:lnSpc>
              <a:defRPr sz="1800">
                <a:solidFill>
                  <a:schemeClr val="tx1"/>
                </a:solidFill>
                <a:latin typeface="+mn-lt"/>
                <a:cs typeface="Segoe UI" panose="020B0502040204020203" pitchFamily="34" charset="0"/>
              </a:defRPr>
            </a:lvl3pPr>
            <a:lvl4pPr>
              <a:lnSpc>
                <a:spcPct val="100000"/>
              </a:lnSpc>
              <a:defRPr sz="1600">
                <a:solidFill>
                  <a:schemeClr val="tx1"/>
                </a:solidFill>
                <a:latin typeface="+mn-lt"/>
                <a:cs typeface="Segoe UI" panose="020B0502040204020203" pitchFamily="34" charset="0"/>
              </a:defRPr>
            </a:lvl4pPr>
            <a:lvl5pPr>
              <a:lnSpc>
                <a:spcPct val="100000"/>
              </a:lnSpc>
              <a:defRPr sz="1400">
                <a:solidFill>
                  <a:schemeClr val="tx1"/>
                </a:solidFill>
                <a:latin typeface="+mn-lt"/>
                <a:cs typeface="Segoe UI" panose="020B0502040204020203" pitchFamily="34" charset="0"/>
              </a:defRPr>
            </a:lvl5pPr>
          </a:lstStyle>
          <a:p>
            <a:pPr lvl="0"/>
            <a:r>
              <a:rPr lang="en-US"/>
              <a:t>Click to edit text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</a:t>
            </a:r>
            <a:r>
              <a:rPr lang="en-US" err="1"/>
              <a:t>levekl</a:t>
            </a:r>
            <a:endParaRPr lang="en-US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AE6E0398-11EA-CA4E-8CEF-209FB0E571C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53799" y="6102302"/>
            <a:ext cx="630283" cy="566921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B22EFAE8-2BE7-40E1-BE36-D8B7984010D4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1353799" y="6102302"/>
            <a:ext cx="630283" cy="5669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8043028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6_Title Only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228945-86BB-2F46-A588-79A48E6F385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>
            <a:normAutofit/>
          </a:bodyPr>
          <a:lstStyle>
            <a:lvl1pPr>
              <a:defRPr sz="4000" b="1">
                <a:solidFill>
                  <a:schemeClr val="tx1"/>
                </a:solidFill>
                <a:latin typeface="+mj-lt"/>
                <a:cs typeface="Segoe UI" panose="020B0502040204020203" pitchFamily="34" charset="0"/>
              </a:defRPr>
            </a:lvl1pPr>
          </a:lstStyle>
          <a:p>
            <a:r>
              <a:rPr lang="en-US"/>
              <a:t>CLICK TO EDIT TITLE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9060FD44-8B57-FE4C-BDC8-651AF654EA2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53799" y="6102302"/>
            <a:ext cx="630283" cy="566921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D8937486-779F-4DA0-B7E0-2A70FED3E338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1353799" y="6102302"/>
            <a:ext cx="630283" cy="5669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6991139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7_Blank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3BD2D64C-6261-9846-B401-C0516D62E23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53799" y="6102302"/>
            <a:ext cx="630283" cy="566921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93BBFE1E-764C-4348-B32D-0157636B2EEA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1353799" y="6102302"/>
            <a:ext cx="630283" cy="5669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2294502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6_Content with Caption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94708B-F85D-B244-B76D-7665363E927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9788" y="457200"/>
            <a:ext cx="3932237" cy="1600200"/>
          </a:xfrm>
        </p:spPr>
        <p:txBody>
          <a:bodyPr anchor="b">
            <a:normAutofit/>
          </a:bodyPr>
          <a:lstStyle>
            <a:lvl1pPr>
              <a:defRPr sz="3200" b="1">
                <a:solidFill>
                  <a:schemeClr val="tx1"/>
                </a:solidFill>
                <a:latin typeface="+mj-lt"/>
                <a:cs typeface="Segoe UI" panose="020B0502040204020203" pitchFamily="34" charset="0"/>
              </a:defRPr>
            </a:lvl1pPr>
          </a:lstStyle>
          <a:p>
            <a:r>
              <a:rPr lang="en-US"/>
              <a:t>CLICK TO EDIT TITLE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4699D82-DB1D-334C-9D0C-24A2DAEF50D0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5183188" y="987425"/>
            <a:ext cx="6172200" cy="4873625"/>
          </a:xfrm>
        </p:spPr>
        <p:txBody>
          <a:bodyPr>
            <a:normAutofit/>
          </a:bodyPr>
          <a:lstStyle>
            <a:lvl1pPr>
              <a:lnSpc>
                <a:spcPct val="100000"/>
              </a:lnSpc>
              <a:defRPr sz="2400">
                <a:solidFill>
                  <a:schemeClr val="tx1"/>
                </a:solidFill>
                <a:latin typeface="+mn-lt"/>
                <a:cs typeface="Segoe UI" panose="020B0502040204020203" pitchFamily="34" charset="0"/>
              </a:defRPr>
            </a:lvl1pPr>
            <a:lvl2pPr>
              <a:lnSpc>
                <a:spcPct val="100000"/>
              </a:lnSpc>
              <a:defRPr sz="2000">
                <a:solidFill>
                  <a:schemeClr val="tx1"/>
                </a:solidFill>
                <a:latin typeface="+mn-lt"/>
                <a:cs typeface="Segoe UI" panose="020B0502040204020203" pitchFamily="34" charset="0"/>
              </a:defRPr>
            </a:lvl2pPr>
            <a:lvl3pPr>
              <a:lnSpc>
                <a:spcPct val="100000"/>
              </a:lnSpc>
              <a:defRPr sz="1800">
                <a:solidFill>
                  <a:schemeClr val="tx1"/>
                </a:solidFill>
                <a:latin typeface="+mn-lt"/>
                <a:cs typeface="Segoe UI" panose="020B0502040204020203" pitchFamily="34" charset="0"/>
              </a:defRPr>
            </a:lvl3pPr>
            <a:lvl4pPr>
              <a:lnSpc>
                <a:spcPct val="100000"/>
              </a:lnSpc>
              <a:defRPr sz="1600">
                <a:solidFill>
                  <a:schemeClr val="tx1"/>
                </a:solidFill>
                <a:latin typeface="+mn-lt"/>
                <a:cs typeface="Segoe UI" panose="020B0502040204020203" pitchFamily="34" charset="0"/>
              </a:defRPr>
            </a:lvl4pPr>
            <a:lvl5pPr>
              <a:lnSpc>
                <a:spcPct val="100000"/>
              </a:lnSpc>
              <a:defRPr sz="1400">
                <a:solidFill>
                  <a:schemeClr val="tx1"/>
                </a:solidFill>
                <a:latin typeface="+mn-lt"/>
                <a:cs typeface="Segoe UI" panose="020B0502040204020203" pitchFamily="34" charset="0"/>
              </a:defRPr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text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48442DC-2A24-1246-A016-34C036D5BDBB}"/>
              </a:ext>
            </a:extLst>
          </p:cNvPr>
          <p:cNvSpPr>
            <a:spLocks noGrp="1"/>
          </p:cNvSpPr>
          <p:nvPr>
            <p:ph type="body" sz="half" idx="2" hasCustomPrompt="1"/>
          </p:nvPr>
        </p:nvSpPr>
        <p:spPr>
          <a:xfrm>
            <a:off x="839788" y="2057400"/>
            <a:ext cx="3932237" cy="3811588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None/>
              <a:defRPr sz="1800">
                <a:solidFill>
                  <a:schemeClr val="tx1"/>
                </a:solidFill>
                <a:latin typeface="+mn-lt"/>
                <a:cs typeface="Segoe UI" panose="020B0502040204020203" pitchFamily="34" charset="0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text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A6D398F6-9B1E-B840-AD2C-7C078BE8EBA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53799" y="6102302"/>
            <a:ext cx="630283" cy="566921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83664B73-8138-4BC0-AD57-4BB3775BC0FB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1353799" y="6102302"/>
            <a:ext cx="630283" cy="5669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688977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6_Picture with Caption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04FBA5-6B4E-EC4E-A1BD-ADC2BADFF96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9788" y="457200"/>
            <a:ext cx="3932237" cy="1600200"/>
          </a:xfrm>
        </p:spPr>
        <p:txBody>
          <a:bodyPr anchor="b">
            <a:normAutofit/>
          </a:bodyPr>
          <a:lstStyle>
            <a:lvl1pPr>
              <a:defRPr sz="3200" b="1">
                <a:solidFill>
                  <a:schemeClr val="tx1"/>
                </a:solidFill>
                <a:latin typeface="+mj-lt"/>
                <a:cs typeface="Segoe UI" panose="020B0502040204020203" pitchFamily="34" charset="0"/>
              </a:defRPr>
            </a:lvl1pPr>
          </a:lstStyle>
          <a:p>
            <a:r>
              <a:rPr lang="en-US"/>
              <a:t>CLICK TO EDIT TITLE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3C65746-ACAD-4648-A241-DBEAE0D9205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lnSpc>
                <a:spcPct val="100000"/>
              </a:lnSpc>
              <a:buNone/>
              <a:defRPr sz="3200">
                <a:solidFill>
                  <a:schemeClr val="tx1"/>
                </a:solidFill>
                <a:latin typeface="+mn-lt"/>
                <a:cs typeface="Segoe UI" panose="020B0502040204020203" pitchFamily="34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D49BA78-2353-F449-809F-A41F92D937CE}"/>
              </a:ext>
            </a:extLst>
          </p:cNvPr>
          <p:cNvSpPr>
            <a:spLocks noGrp="1"/>
          </p:cNvSpPr>
          <p:nvPr>
            <p:ph type="body" sz="half" idx="2" hasCustomPrompt="1"/>
          </p:nvPr>
        </p:nvSpPr>
        <p:spPr>
          <a:xfrm>
            <a:off x="839788" y="2057400"/>
            <a:ext cx="3932237" cy="3811588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None/>
              <a:defRPr sz="1800">
                <a:solidFill>
                  <a:schemeClr val="tx1"/>
                </a:solidFill>
                <a:latin typeface="+mn-lt"/>
                <a:cs typeface="Segoe UI" panose="020B0502040204020203" pitchFamily="34" charset="0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text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0F22FF10-724D-9941-B9E8-CE4BD3CA01B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53799" y="6102302"/>
            <a:ext cx="630283" cy="566921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9782EEE7-0CE0-4E44-96EA-10A14252C152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1353799" y="6102302"/>
            <a:ext cx="630283" cy="5669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1789120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Blank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B1DB6A8A-5C5C-4B14-AC9E-82E8BD3DD85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13902" y="1869492"/>
            <a:ext cx="5164196" cy="2434422"/>
          </a:xfrm>
          <a:prstGeom prst="rect">
            <a:avLst/>
          </a:prstGeom>
        </p:spPr>
      </p:pic>
      <p:grpSp>
        <p:nvGrpSpPr>
          <p:cNvPr id="3" name="Group 2">
            <a:extLst>
              <a:ext uri="{FF2B5EF4-FFF2-40B4-BE49-F238E27FC236}">
                <a16:creationId xmlns:a16="http://schemas.microsoft.com/office/drawing/2014/main" id="{8E1AA474-9645-4EEC-ABEA-0CFA6B291443}"/>
              </a:ext>
            </a:extLst>
          </p:cNvPr>
          <p:cNvGrpSpPr/>
          <p:nvPr/>
        </p:nvGrpSpPr>
        <p:grpSpPr>
          <a:xfrm>
            <a:off x="3707497" y="5794948"/>
            <a:ext cx="4777005" cy="943637"/>
            <a:chOff x="3757354" y="5595444"/>
            <a:chExt cx="4777005" cy="943637"/>
          </a:xfrm>
        </p:grpSpPr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9C49069D-E7DC-4BAB-9BC4-6D8FD783F16D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/>
            <a:srcRect l="9414" t="16388" r="9161" b="16388"/>
            <a:stretch/>
          </p:blipFill>
          <p:spPr>
            <a:xfrm>
              <a:off x="3757354" y="5595444"/>
              <a:ext cx="2660072" cy="943637"/>
            </a:xfrm>
            <a:prstGeom prst="rect">
              <a:avLst/>
            </a:prstGeom>
          </p:spPr>
        </p:pic>
        <p:pic>
          <p:nvPicPr>
            <p:cNvPr id="4" name="Picture 8">
              <a:extLst>
                <a:ext uri="{FF2B5EF4-FFF2-40B4-BE49-F238E27FC236}">
                  <a16:creationId xmlns:a16="http://schemas.microsoft.com/office/drawing/2014/main" id="{2960F564-24B3-4E58-91BD-E1FF8ACD5969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6592035" y="5595444"/>
              <a:ext cx="1942324" cy="943637"/>
            </a:xfrm>
            <a:prstGeom prst="rect">
              <a:avLst/>
            </a:prstGeom>
          </p:spPr>
        </p:pic>
      </p:grpSp>
      <p:pic>
        <p:nvPicPr>
          <p:cNvPr id="6" name="Picture 5">
            <a:extLst>
              <a:ext uri="{FF2B5EF4-FFF2-40B4-BE49-F238E27FC236}">
                <a16:creationId xmlns:a16="http://schemas.microsoft.com/office/drawing/2014/main" id="{68092B82-68F1-4D27-ACE2-4E8E06A68AE2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3513902" y="1869492"/>
            <a:ext cx="5164196" cy="2434422"/>
          </a:xfrm>
          <a:prstGeom prst="rect">
            <a:avLst/>
          </a:prstGeom>
        </p:spPr>
      </p:pic>
      <p:grpSp>
        <p:nvGrpSpPr>
          <p:cNvPr id="7" name="Group 6">
            <a:extLst>
              <a:ext uri="{FF2B5EF4-FFF2-40B4-BE49-F238E27FC236}">
                <a16:creationId xmlns:a16="http://schemas.microsoft.com/office/drawing/2014/main" id="{818633B7-9191-4E02-A73B-46CF60E8926B}"/>
              </a:ext>
            </a:extLst>
          </p:cNvPr>
          <p:cNvGrpSpPr/>
          <p:nvPr userDrawn="1"/>
        </p:nvGrpSpPr>
        <p:grpSpPr>
          <a:xfrm>
            <a:off x="3707497" y="5794948"/>
            <a:ext cx="4777005" cy="943637"/>
            <a:chOff x="3757354" y="5595444"/>
            <a:chExt cx="4777005" cy="943637"/>
          </a:xfrm>
        </p:grpSpPr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907A94A7-C150-41BD-882B-3341D14382D8}"/>
                </a:ext>
              </a:extLst>
            </p:cNvPr>
            <p:cNvPicPr>
              <a:picLocks noChangeAspect="1"/>
            </p:cNvPicPr>
            <p:nvPr userDrawn="1"/>
          </p:nvPicPr>
          <p:blipFill rotWithShape="1">
            <a:blip r:embed="rId3"/>
            <a:srcRect l="9414" t="16388" r="9161" b="16388"/>
            <a:stretch/>
          </p:blipFill>
          <p:spPr>
            <a:xfrm>
              <a:off x="3757354" y="5595444"/>
              <a:ext cx="2660072" cy="943637"/>
            </a:xfrm>
            <a:prstGeom prst="rect">
              <a:avLst/>
            </a:prstGeom>
          </p:spPr>
        </p:pic>
        <p:pic>
          <p:nvPicPr>
            <p:cNvPr id="10" name="Picture 8">
              <a:extLst>
                <a:ext uri="{FF2B5EF4-FFF2-40B4-BE49-F238E27FC236}">
                  <a16:creationId xmlns:a16="http://schemas.microsoft.com/office/drawing/2014/main" id="{6BC9D05B-79E5-4AE2-9B93-F2C707FD6AD3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4"/>
            <a:stretch>
              <a:fillRect/>
            </a:stretch>
          </p:blipFill>
          <p:spPr>
            <a:xfrm>
              <a:off x="6592035" y="5595444"/>
              <a:ext cx="1942324" cy="943637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2398399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ustom Layou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22B55DC7-B8D0-4625-B71F-6D0AFE9622B2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5" name="Title 1">
            <a:extLst>
              <a:ext uri="{FF2B5EF4-FFF2-40B4-BE49-F238E27FC236}">
                <a16:creationId xmlns:a16="http://schemas.microsoft.com/office/drawing/2014/main" id="{38FA3AD1-591D-4F75-A051-9933102FD323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268778" y="2653245"/>
            <a:ext cx="11654443" cy="2007736"/>
          </a:xfrm>
        </p:spPr>
        <p:txBody>
          <a:bodyPr anchor="b"/>
          <a:lstStyle>
            <a:lvl1pPr algn="ctr">
              <a:defRPr sz="6000" b="1">
                <a:solidFill>
                  <a:schemeClr val="tx2"/>
                </a:solidFill>
                <a:latin typeface="+mj-lt"/>
                <a:cs typeface="Segoe UI" panose="020B0502040204020203" pitchFamily="34" charset="0"/>
              </a:defRPr>
            </a:lvl1pPr>
          </a:lstStyle>
          <a:p>
            <a:r>
              <a:rPr lang="en-US"/>
              <a:t>CLICK TO EDIT TITLE</a:t>
            </a:r>
          </a:p>
        </p:txBody>
      </p:sp>
      <p:sp>
        <p:nvSpPr>
          <p:cNvPr id="6" name="Subtitle 2">
            <a:extLst>
              <a:ext uri="{FF2B5EF4-FFF2-40B4-BE49-F238E27FC236}">
                <a16:creationId xmlns:a16="http://schemas.microsoft.com/office/drawing/2014/main" id="{600639AB-FE0D-4476-979D-43E2D750D7F0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268778" y="4808616"/>
            <a:ext cx="11654443" cy="440871"/>
          </a:xfrm>
        </p:spPr>
        <p:txBody>
          <a:bodyPr>
            <a:normAutofit/>
          </a:bodyPr>
          <a:lstStyle>
            <a:lvl1pPr marL="0" indent="0" algn="ctr">
              <a:buNone/>
              <a:defRPr sz="2000" b="0" i="0">
                <a:solidFill>
                  <a:schemeClr val="tx2"/>
                </a:solidFill>
                <a:latin typeface="+mn-lt"/>
                <a:cs typeface="Segoe UI" panose="020B0502040204020203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subtitle</a:t>
            </a:r>
          </a:p>
        </p:txBody>
      </p:sp>
    </p:spTree>
    <p:extLst>
      <p:ext uri="{BB962C8B-B14F-4D97-AF65-F5344CB8AC3E}">
        <p14:creationId xmlns:p14="http://schemas.microsoft.com/office/powerpoint/2010/main" val="142084275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and Conten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E96BAE-F822-E34A-990A-9C2771C072A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>
            <a:normAutofit/>
          </a:bodyPr>
          <a:lstStyle>
            <a:lvl1pPr>
              <a:defRPr sz="4000" b="1">
                <a:solidFill>
                  <a:schemeClr val="accent2"/>
                </a:solidFill>
                <a:latin typeface="+mj-lt"/>
                <a:cs typeface="Segoe UI" panose="020B0502040204020203" pitchFamily="34" charset="0"/>
              </a:defRPr>
            </a:lvl1pPr>
          </a:lstStyle>
          <a:p>
            <a:r>
              <a:rPr lang="en-US"/>
              <a:t>CLICK TO EDIT TITLE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DAB2EFE-DD9F-E146-A0F0-1CC9263E135A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838200" y="1825625"/>
            <a:ext cx="10515600" cy="4351338"/>
          </a:xfrm>
        </p:spPr>
        <p:txBody>
          <a:bodyPr/>
          <a:lstStyle>
            <a:lvl1pPr>
              <a:lnSpc>
                <a:spcPct val="100000"/>
              </a:lnSpc>
              <a:spcAft>
                <a:spcPts val="600"/>
              </a:spcAft>
              <a:defRPr sz="2400">
                <a:solidFill>
                  <a:schemeClr val="tx1"/>
                </a:solidFill>
                <a:latin typeface="+mn-lt"/>
                <a:cs typeface="Segoe UI" panose="020B0502040204020203" pitchFamily="34" charset="0"/>
              </a:defRPr>
            </a:lvl1pPr>
            <a:lvl2pPr>
              <a:lnSpc>
                <a:spcPct val="100000"/>
              </a:lnSpc>
              <a:spcAft>
                <a:spcPts val="600"/>
              </a:spcAft>
              <a:defRPr sz="2000">
                <a:solidFill>
                  <a:schemeClr val="tx1"/>
                </a:solidFill>
                <a:latin typeface="+mn-lt"/>
                <a:cs typeface="Segoe UI" panose="020B0502040204020203" pitchFamily="34" charset="0"/>
              </a:defRPr>
            </a:lvl2pPr>
            <a:lvl3pPr>
              <a:lnSpc>
                <a:spcPct val="100000"/>
              </a:lnSpc>
              <a:spcAft>
                <a:spcPts val="600"/>
              </a:spcAft>
              <a:defRPr sz="1800">
                <a:solidFill>
                  <a:schemeClr val="tx1"/>
                </a:solidFill>
                <a:latin typeface="+mn-lt"/>
                <a:cs typeface="Segoe UI" panose="020B0502040204020203" pitchFamily="34" charset="0"/>
              </a:defRPr>
            </a:lvl3pPr>
            <a:lvl4pPr>
              <a:lnSpc>
                <a:spcPct val="100000"/>
              </a:lnSpc>
              <a:spcAft>
                <a:spcPts val="0"/>
              </a:spcAft>
              <a:defRPr sz="1600">
                <a:solidFill>
                  <a:schemeClr val="tx1"/>
                </a:solidFill>
                <a:latin typeface="+mn-lt"/>
                <a:cs typeface="Segoe UI" panose="020B0502040204020203" pitchFamily="34" charset="0"/>
              </a:defRPr>
            </a:lvl4pPr>
            <a:lvl5pPr>
              <a:lnSpc>
                <a:spcPct val="100000"/>
              </a:lnSpc>
              <a:spcAft>
                <a:spcPts val="0"/>
              </a:spcAft>
              <a:defRPr sz="1400">
                <a:solidFill>
                  <a:schemeClr val="tx1"/>
                </a:solidFill>
                <a:latin typeface="+mn-lt"/>
                <a:cs typeface="Segoe UI" panose="020B0502040204020203" pitchFamily="34" charset="0"/>
              </a:defRPr>
            </a:lvl5pPr>
          </a:lstStyle>
          <a:p>
            <a:pPr lvl="0"/>
            <a:r>
              <a:rPr lang="en-US"/>
              <a:t>Click to edit text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9DB85484-F698-6E44-9BC7-625676C81206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1353799" y="6102302"/>
            <a:ext cx="630283" cy="566921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88134E87-7756-A448-85CF-70F97B3E0E16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/>
          <a:srcRect l="47786" r="48893"/>
          <a:stretch/>
        </p:blipFill>
        <p:spPr>
          <a:xfrm>
            <a:off x="5442" y="0"/>
            <a:ext cx="404949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605687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Title and Conten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E96BAE-F822-E34A-990A-9C2771C072A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>
            <a:normAutofit/>
          </a:bodyPr>
          <a:lstStyle>
            <a:lvl1pPr>
              <a:defRPr sz="4000" b="1">
                <a:solidFill>
                  <a:schemeClr val="accent1"/>
                </a:solidFill>
                <a:latin typeface="+mj-lt"/>
                <a:cs typeface="Segoe UI" panose="020B0502040204020203" pitchFamily="34" charset="0"/>
              </a:defRPr>
            </a:lvl1pPr>
          </a:lstStyle>
          <a:p>
            <a:r>
              <a:rPr lang="en-US"/>
              <a:t>CLICK TO EDIT TITLE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DAB2EFE-DD9F-E146-A0F0-1CC9263E135A}"/>
              </a:ext>
            </a:extLst>
          </p:cNvPr>
          <p:cNvSpPr>
            <a:spLocks noGrp="1"/>
          </p:cNvSpPr>
          <p:nvPr>
            <p:ph idx="1" hasCustomPrompt="1"/>
          </p:nvPr>
        </p:nvSpPr>
        <p:spPr/>
        <p:txBody>
          <a:bodyPr/>
          <a:lstStyle>
            <a:lvl1pPr>
              <a:lnSpc>
                <a:spcPct val="100000"/>
              </a:lnSpc>
              <a:spcAft>
                <a:spcPts val="600"/>
              </a:spcAft>
              <a:defRPr sz="2400">
                <a:solidFill>
                  <a:schemeClr val="tx1"/>
                </a:solidFill>
                <a:latin typeface="+mn-lt"/>
                <a:cs typeface="Segoe UI" panose="020B0502040204020203" pitchFamily="34" charset="0"/>
              </a:defRPr>
            </a:lvl1pPr>
            <a:lvl2pPr>
              <a:lnSpc>
                <a:spcPct val="100000"/>
              </a:lnSpc>
              <a:spcAft>
                <a:spcPts val="600"/>
              </a:spcAft>
              <a:defRPr sz="2000">
                <a:solidFill>
                  <a:schemeClr val="tx1"/>
                </a:solidFill>
                <a:latin typeface="+mn-lt"/>
                <a:cs typeface="Segoe UI" panose="020B0502040204020203" pitchFamily="34" charset="0"/>
              </a:defRPr>
            </a:lvl2pPr>
            <a:lvl3pPr>
              <a:lnSpc>
                <a:spcPct val="100000"/>
              </a:lnSpc>
              <a:spcAft>
                <a:spcPts val="600"/>
              </a:spcAft>
              <a:defRPr sz="1800">
                <a:solidFill>
                  <a:schemeClr val="tx1"/>
                </a:solidFill>
                <a:latin typeface="+mn-lt"/>
                <a:cs typeface="Segoe UI" panose="020B0502040204020203" pitchFamily="34" charset="0"/>
              </a:defRPr>
            </a:lvl3pPr>
            <a:lvl4pPr>
              <a:lnSpc>
                <a:spcPct val="100000"/>
              </a:lnSpc>
              <a:defRPr sz="1600">
                <a:solidFill>
                  <a:schemeClr val="tx1"/>
                </a:solidFill>
                <a:latin typeface="+mn-lt"/>
                <a:cs typeface="Segoe UI" panose="020B0502040204020203" pitchFamily="34" charset="0"/>
              </a:defRPr>
            </a:lvl4pPr>
            <a:lvl5pPr>
              <a:lnSpc>
                <a:spcPct val="100000"/>
              </a:lnSpc>
              <a:defRPr sz="1400">
                <a:solidFill>
                  <a:schemeClr val="tx1"/>
                </a:solidFill>
                <a:latin typeface="+mn-lt"/>
                <a:cs typeface="Segoe UI" panose="020B0502040204020203" pitchFamily="34" charset="0"/>
              </a:defRPr>
            </a:lvl5pPr>
          </a:lstStyle>
          <a:p>
            <a:pPr lvl="0"/>
            <a:r>
              <a:rPr lang="en-US"/>
              <a:t>Click to edit text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9DB85484-F698-6E44-9BC7-625676C81206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1353799" y="6102302"/>
            <a:ext cx="630283" cy="566921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A053AD66-5A39-4DAC-BD67-EB47A61CA2CE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/>
          <a:srcRect r="96679"/>
          <a:stretch/>
        </p:blipFill>
        <p:spPr>
          <a:xfrm>
            <a:off x="0" y="0"/>
            <a:ext cx="404949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6667319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_Title and Conten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E96BAE-F822-E34A-990A-9C2771C072A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>
            <a:normAutofit/>
          </a:bodyPr>
          <a:lstStyle>
            <a:lvl1pPr>
              <a:defRPr sz="4000" b="1" i="0">
                <a:solidFill>
                  <a:schemeClr val="accent4"/>
                </a:solidFill>
                <a:latin typeface="+mj-lt"/>
                <a:cs typeface="Segoe UI" panose="020B0502040204020203" pitchFamily="34" charset="0"/>
              </a:defRPr>
            </a:lvl1pPr>
          </a:lstStyle>
          <a:p>
            <a:r>
              <a:rPr lang="en-US"/>
              <a:t>CLICK TO EDIT TITLE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DAB2EFE-DD9F-E146-A0F0-1CC9263E135A}"/>
              </a:ext>
            </a:extLst>
          </p:cNvPr>
          <p:cNvSpPr>
            <a:spLocks noGrp="1"/>
          </p:cNvSpPr>
          <p:nvPr>
            <p:ph idx="1" hasCustomPrompt="1"/>
          </p:nvPr>
        </p:nvSpPr>
        <p:spPr/>
        <p:txBody>
          <a:bodyPr/>
          <a:lstStyle>
            <a:lvl1pPr>
              <a:lnSpc>
                <a:spcPct val="100000"/>
              </a:lnSpc>
              <a:defRPr sz="2400">
                <a:solidFill>
                  <a:schemeClr val="tx1"/>
                </a:solidFill>
                <a:latin typeface="+mn-lt"/>
                <a:cs typeface="Segoe UI" panose="020B0502040204020203" pitchFamily="34" charset="0"/>
              </a:defRPr>
            </a:lvl1pPr>
            <a:lvl2pPr>
              <a:lnSpc>
                <a:spcPct val="100000"/>
              </a:lnSpc>
              <a:defRPr sz="2000">
                <a:solidFill>
                  <a:schemeClr val="tx1"/>
                </a:solidFill>
                <a:latin typeface="+mn-lt"/>
                <a:cs typeface="Segoe UI" panose="020B0502040204020203" pitchFamily="34" charset="0"/>
              </a:defRPr>
            </a:lvl2pPr>
            <a:lvl3pPr>
              <a:lnSpc>
                <a:spcPct val="100000"/>
              </a:lnSpc>
              <a:defRPr sz="1800">
                <a:solidFill>
                  <a:schemeClr val="tx1"/>
                </a:solidFill>
                <a:latin typeface="+mn-lt"/>
                <a:cs typeface="Segoe UI" panose="020B0502040204020203" pitchFamily="34" charset="0"/>
              </a:defRPr>
            </a:lvl3pPr>
            <a:lvl4pPr>
              <a:lnSpc>
                <a:spcPct val="100000"/>
              </a:lnSpc>
              <a:defRPr sz="1600">
                <a:solidFill>
                  <a:schemeClr val="tx1"/>
                </a:solidFill>
                <a:latin typeface="+mn-lt"/>
                <a:cs typeface="Segoe UI" panose="020B0502040204020203" pitchFamily="34" charset="0"/>
              </a:defRPr>
            </a:lvl4pPr>
            <a:lvl5pPr>
              <a:lnSpc>
                <a:spcPct val="100000"/>
              </a:lnSpc>
              <a:defRPr sz="1400">
                <a:solidFill>
                  <a:schemeClr val="tx1"/>
                </a:solidFill>
                <a:latin typeface="+mn-lt"/>
                <a:cs typeface="Segoe UI" panose="020B0502040204020203" pitchFamily="34" charset="0"/>
              </a:defRPr>
            </a:lvl5pPr>
          </a:lstStyle>
          <a:p>
            <a:pPr lvl="0"/>
            <a:r>
              <a:rPr lang="en-US"/>
              <a:t>Click to edit text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78863D59-2C71-E346-B7BF-148F5CFFBF5B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1353799" y="6102302"/>
            <a:ext cx="630283" cy="566921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CCA93537-633A-452A-9AB1-892BF7CBC84A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/>
          <a:srcRect r="96679"/>
          <a:stretch/>
        </p:blipFill>
        <p:spPr>
          <a:xfrm>
            <a:off x="0" y="0"/>
            <a:ext cx="404949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8059164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Two Conten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E54D9B-8987-0D4C-A48D-AC224E43243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>
            <a:normAutofit/>
          </a:bodyPr>
          <a:lstStyle>
            <a:lvl1pPr>
              <a:defRPr sz="4000">
                <a:solidFill>
                  <a:schemeClr val="accent4"/>
                </a:solidFill>
                <a:latin typeface="+mj-lt"/>
              </a:defRPr>
            </a:lvl1pPr>
          </a:lstStyle>
          <a:p>
            <a:r>
              <a:rPr lang="en-US"/>
              <a:t>CLICK TO EDIT TITLE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830977D-D50B-F34A-A72B-3B2E6C9B12F6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838200" y="1825625"/>
            <a:ext cx="5181600" cy="4351338"/>
          </a:xfrm>
        </p:spPr>
        <p:txBody>
          <a:bodyPr>
            <a:normAutofit/>
          </a:bodyPr>
          <a:lstStyle>
            <a:lvl1pPr>
              <a:lnSpc>
                <a:spcPct val="100000"/>
              </a:lnSpc>
              <a:defRPr sz="2400">
                <a:solidFill>
                  <a:schemeClr val="tx2"/>
                </a:solidFill>
                <a:latin typeface="+mn-lt"/>
              </a:defRPr>
            </a:lvl1pPr>
            <a:lvl2pPr>
              <a:lnSpc>
                <a:spcPct val="100000"/>
              </a:lnSpc>
              <a:defRPr sz="2000">
                <a:solidFill>
                  <a:schemeClr val="tx2"/>
                </a:solidFill>
                <a:latin typeface="+mn-lt"/>
              </a:defRPr>
            </a:lvl2pPr>
            <a:lvl3pPr>
              <a:lnSpc>
                <a:spcPct val="100000"/>
              </a:lnSpc>
              <a:defRPr sz="1800">
                <a:solidFill>
                  <a:schemeClr val="tx2"/>
                </a:solidFill>
                <a:latin typeface="+mn-lt"/>
              </a:defRPr>
            </a:lvl3pPr>
            <a:lvl4pPr>
              <a:lnSpc>
                <a:spcPct val="100000"/>
              </a:lnSpc>
              <a:defRPr sz="1600">
                <a:solidFill>
                  <a:schemeClr val="tx2"/>
                </a:solidFill>
                <a:latin typeface="+mn-lt"/>
              </a:defRPr>
            </a:lvl4pPr>
            <a:lvl5pPr>
              <a:lnSpc>
                <a:spcPct val="100000"/>
              </a:lnSpc>
              <a:defRPr sz="1400">
                <a:solidFill>
                  <a:schemeClr val="tx2"/>
                </a:solidFill>
                <a:latin typeface="+mn-lt"/>
              </a:defRPr>
            </a:lvl5pPr>
          </a:lstStyle>
          <a:p>
            <a:pPr lvl="0"/>
            <a:r>
              <a:rPr lang="en-US"/>
              <a:t>Click to edit text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66A8F47-B8E2-2147-BF7A-36D46A6796E7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6172200" y="1825625"/>
            <a:ext cx="5181600" cy="4351338"/>
          </a:xfrm>
        </p:spPr>
        <p:txBody>
          <a:bodyPr>
            <a:normAutofit/>
          </a:bodyPr>
          <a:lstStyle>
            <a:lvl1pPr>
              <a:lnSpc>
                <a:spcPct val="100000"/>
              </a:lnSpc>
              <a:defRPr sz="2400">
                <a:solidFill>
                  <a:schemeClr val="tx2"/>
                </a:solidFill>
                <a:latin typeface="+mn-lt"/>
              </a:defRPr>
            </a:lvl1pPr>
            <a:lvl2pPr>
              <a:lnSpc>
                <a:spcPct val="100000"/>
              </a:lnSpc>
              <a:defRPr sz="2000">
                <a:solidFill>
                  <a:schemeClr val="tx2"/>
                </a:solidFill>
                <a:latin typeface="+mn-lt"/>
              </a:defRPr>
            </a:lvl2pPr>
            <a:lvl3pPr>
              <a:lnSpc>
                <a:spcPct val="100000"/>
              </a:lnSpc>
              <a:defRPr sz="1800">
                <a:solidFill>
                  <a:schemeClr val="tx2"/>
                </a:solidFill>
                <a:latin typeface="+mn-lt"/>
              </a:defRPr>
            </a:lvl3pPr>
            <a:lvl4pPr>
              <a:lnSpc>
                <a:spcPct val="100000"/>
              </a:lnSpc>
              <a:defRPr sz="1600">
                <a:solidFill>
                  <a:schemeClr val="tx2"/>
                </a:solidFill>
                <a:latin typeface="+mn-lt"/>
              </a:defRPr>
            </a:lvl4pPr>
            <a:lvl5pPr>
              <a:lnSpc>
                <a:spcPct val="100000"/>
              </a:lnSpc>
              <a:defRPr sz="1400">
                <a:solidFill>
                  <a:schemeClr val="tx2"/>
                </a:solidFill>
                <a:latin typeface="+mn-lt"/>
              </a:defRPr>
            </a:lvl5pPr>
          </a:lstStyle>
          <a:p>
            <a:pPr lvl="0"/>
            <a:r>
              <a:rPr lang="en-US"/>
              <a:t>Click to edit text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86A77431-0588-914D-A216-28EC5A9A8A80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1353799" y="6102302"/>
            <a:ext cx="630283" cy="566921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E6E95673-3381-4F08-9109-14F99C278D30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/>
          <a:srcRect r="96679"/>
          <a:stretch/>
        </p:blipFill>
        <p:spPr>
          <a:xfrm>
            <a:off x="0" y="0"/>
            <a:ext cx="404949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8377455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Comparison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320160-DB07-FA41-A195-10DBA0F84C6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9788" y="365125"/>
            <a:ext cx="10515600" cy="1325563"/>
          </a:xfrm>
        </p:spPr>
        <p:txBody>
          <a:bodyPr>
            <a:normAutofit/>
          </a:bodyPr>
          <a:lstStyle>
            <a:lvl1pPr>
              <a:defRPr sz="4000">
                <a:solidFill>
                  <a:schemeClr val="accent4"/>
                </a:solidFill>
                <a:latin typeface="+mj-lt"/>
              </a:defRPr>
            </a:lvl1pPr>
          </a:lstStyle>
          <a:p>
            <a:r>
              <a:rPr lang="en-US"/>
              <a:t>CLICK TO EDIT TITLE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8265D98-7F86-E241-96F3-5AE4DBD2D062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839788" y="1681163"/>
            <a:ext cx="5157787" cy="823912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800" b="1">
                <a:solidFill>
                  <a:schemeClr val="tx2"/>
                </a:solidFill>
                <a:latin typeface="+mn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text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7326700-521D-4B43-A2D4-FACEAE7B527F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839788" y="2505075"/>
            <a:ext cx="5157787" cy="3684588"/>
          </a:xfrm>
        </p:spPr>
        <p:txBody>
          <a:bodyPr/>
          <a:lstStyle>
            <a:lvl1pPr>
              <a:lnSpc>
                <a:spcPct val="100000"/>
              </a:lnSpc>
              <a:defRPr sz="2400">
                <a:solidFill>
                  <a:schemeClr val="tx2"/>
                </a:solidFill>
                <a:latin typeface="+mn-lt"/>
              </a:defRPr>
            </a:lvl1pPr>
            <a:lvl2pPr>
              <a:lnSpc>
                <a:spcPct val="100000"/>
              </a:lnSpc>
              <a:defRPr sz="2000">
                <a:solidFill>
                  <a:schemeClr val="tx2"/>
                </a:solidFill>
                <a:latin typeface="+mn-lt"/>
              </a:defRPr>
            </a:lvl2pPr>
            <a:lvl3pPr>
              <a:lnSpc>
                <a:spcPct val="100000"/>
              </a:lnSpc>
              <a:defRPr sz="1800">
                <a:solidFill>
                  <a:schemeClr val="tx2"/>
                </a:solidFill>
                <a:latin typeface="+mn-lt"/>
              </a:defRPr>
            </a:lvl3pPr>
            <a:lvl4pPr>
              <a:lnSpc>
                <a:spcPct val="100000"/>
              </a:lnSpc>
              <a:defRPr sz="1600">
                <a:solidFill>
                  <a:schemeClr val="tx2"/>
                </a:solidFill>
                <a:latin typeface="+mn-lt"/>
              </a:defRPr>
            </a:lvl4pPr>
            <a:lvl5pPr>
              <a:lnSpc>
                <a:spcPct val="100000"/>
              </a:lnSpc>
              <a:defRPr sz="1400">
                <a:solidFill>
                  <a:schemeClr val="tx2"/>
                </a:solidFill>
                <a:latin typeface="+mn-lt"/>
              </a:defRPr>
            </a:lvl5pPr>
          </a:lstStyle>
          <a:p>
            <a:pPr lvl="0"/>
            <a:r>
              <a:rPr lang="en-US"/>
              <a:t>Click to edit text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FE9CCF1-FBF1-9743-BC0F-7FF24538351E}"/>
              </a:ext>
            </a:extLst>
          </p:cNvPr>
          <p:cNvSpPr>
            <a:spLocks noGrp="1"/>
          </p:cNvSpPr>
          <p:nvPr>
            <p:ph type="body" sz="quarter" idx="3" hasCustomPrompt="1"/>
          </p:nvPr>
        </p:nvSpPr>
        <p:spPr>
          <a:xfrm>
            <a:off x="6172200" y="1681163"/>
            <a:ext cx="5183188" cy="823912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800" b="1">
                <a:solidFill>
                  <a:schemeClr val="tx2"/>
                </a:solidFill>
                <a:latin typeface="+mn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text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3BE9C37-AAE6-9046-8B66-3BF2E4EFD234}"/>
              </a:ext>
            </a:extLst>
          </p:cNvPr>
          <p:cNvSpPr>
            <a:spLocks noGrp="1"/>
          </p:cNvSpPr>
          <p:nvPr>
            <p:ph sz="quarter" idx="4" hasCustomPrompt="1"/>
          </p:nvPr>
        </p:nvSpPr>
        <p:spPr>
          <a:xfrm>
            <a:off x="6172200" y="2505075"/>
            <a:ext cx="5183188" cy="3684588"/>
          </a:xfrm>
        </p:spPr>
        <p:txBody>
          <a:bodyPr/>
          <a:lstStyle>
            <a:lvl1pPr>
              <a:lnSpc>
                <a:spcPct val="100000"/>
              </a:lnSpc>
              <a:defRPr sz="2400">
                <a:solidFill>
                  <a:schemeClr val="tx2"/>
                </a:solidFill>
                <a:latin typeface="+mn-lt"/>
              </a:defRPr>
            </a:lvl1pPr>
            <a:lvl2pPr>
              <a:lnSpc>
                <a:spcPct val="100000"/>
              </a:lnSpc>
              <a:defRPr sz="2000">
                <a:solidFill>
                  <a:schemeClr val="tx2"/>
                </a:solidFill>
                <a:latin typeface="+mn-lt"/>
              </a:defRPr>
            </a:lvl2pPr>
            <a:lvl3pPr>
              <a:lnSpc>
                <a:spcPct val="100000"/>
              </a:lnSpc>
              <a:defRPr sz="1800">
                <a:solidFill>
                  <a:schemeClr val="tx2"/>
                </a:solidFill>
                <a:latin typeface="+mn-lt"/>
              </a:defRPr>
            </a:lvl3pPr>
            <a:lvl4pPr>
              <a:lnSpc>
                <a:spcPct val="100000"/>
              </a:lnSpc>
              <a:defRPr sz="1600">
                <a:solidFill>
                  <a:schemeClr val="tx2"/>
                </a:solidFill>
                <a:latin typeface="+mn-lt"/>
              </a:defRPr>
            </a:lvl4pPr>
            <a:lvl5pPr>
              <a:lnSpc>
                <a:spcPct val="100000"/>
              </a:lnSpc>
              <a:defRPr sz="1400">
                <a:solidFill>
                  <a:schemeClr val="tx2"/>
                </a:solidFill>
                <a:latin typeface="+mn-lt"/>
              </a:defRPr>
            </a:lvl5pPr>
          </a:lstStyle>
          <a:p>
            <a:pPr lvl="0"/>
            <a:r>
              <a:rPr lang="en-US"/>
              <a:t>Click to edit text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AE6E0398-11EA-CA4E-8CEF-209FB0E571CB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1353799" y="6102302"/>
            <a:ext cx="630283" cy="566921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715D744F-2CD4-4357-9920-DBE78CD05D77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/>
          <a:srcRect r="96679"/>
          <a:stretch/>
        </p:blipFill>
        <p:spPr>
          <a:xfrm>
            <a:off x="0" y="0"/>
            <a:ext cx="404949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325523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6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Title Only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228945-86BB-2F46-A588-79A48E6F385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>
            <a:normAutofit/>
          </a:bodyPr>
          <a:lstStyle>
            <a:lvl1pPr>
              <a:defRPr sz="4000" b="1">
                <a:solidFill>
                  <a:schemeClr val="accent4"/>
                </a:solidFill>
                <a:latin typeface="+mj-lt"/>
                <a:cs typeface="Segoe UI" panose="020B0502040204020203" pitchFamily="34" charset="0"/>
              </a:defRPr>
            </a:lvl1pPr>
          </a:lstStyle>
          <a:p>
            <a:r>
              <a:rPr lang="en-US"/>
              <a:t>CLICK TO EDIT TITLE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9060FD44-8B57-FE4C-BDC8-651AF654EA20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1353799" y="6102302"/>
            <a:ext cx="630283" cy="566921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66EBE165-4020-4AE6-A4F8-FC0F3008EE5A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/>
          <a:srcRect r="96679"/>
          <a:stretch/>
        </p:blipFill>
        <p:spPr>
          <a:xfrm>
            <a:off x="0" y="0"/>
            <a:ext cx="404949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9271895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6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0_Title and Conten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E96BAE-F822-E34A-990A-9C2771C072A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>
            <a:normAutofit/>
          </a:bodyPr>
          <a:lstStyle>
            <a:lvl1pPr>
              <a:defRPr sz="4000" b="1">
                <a:solidFill>
                  <a:schemeClr val="accent3"/>
                </a:solidFill>
                <a:latin typeface="+mj-lt"/>
                <a:cs typeface="Segoe UI" panose="020B0502040204020203" pitchFamily="34" charset="0"/>
              </a:defRPr>
            </a:lvl1pPr>
          </a:lstStyle>
          <a:p>
            <a:r>
              <a:rPr lang="en-US"/>
              <a:t>CLICK TO EDIT TITLE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DAB2EFE-DD9F-E146-A0F0-1CC9263E135A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838200" y="1825625"/>
            <a:ext cx="10515600" cy="4389120"/>
          </a:xfrm>
        </p:spPr>
        <p:txBody>
          <a:bodyPr/>
          <a:lstStyle>
            <a:lvl1pPr>
              <a:lnSpc>
                <a:spcPct val="100000"/>
              </a:lnSpc>
              <a:defRPr sz="2400">
                <a:solidFill>
                  <a:schemeClr val="tx2"/>
                </a:solidFill>
                <a:latin typeface="+mn-lt"/>
                <a:cs typeface="Segoe UI" panose="020B0502040204020203" pitchFamily="34" charset="0"/>
              </a:defRPr>
            </a:lvl1pPr>
            <a:lvl2pPr>
              <a:lnSpc>
                <a:spcPct val="100000"/>
              </a:lnSpc>
              <a:defRPr sz="2000">
                <a:solidFill>
                  <a:schemeClr val="tx2"/>
                </a:solidFill>
                <a:latin typeface="+mn-lt"/>
                <a:cs typeface="Segoe UI" panose="020B0502040204020203" pitchFamily="34" charset="0"/>
              </a:defRPr>
            </a:lvl2pPr>
            <a:lvl3pPr>
              <a:lnSpc>
                <a:spcPct val="100000"/>
              </a:lnSpc>
              <a:defRPr sz="1800">
                <a:solidFill>
                  <a:schemeClr val="tx2"/>
                </a:solidFill>
                <a:latin typeface="+mn-lt"/>
                <a:cs typeface="Segoe UI" panose="020B0502040204020203" pitchFamily="34" charset="0"/>
              </a:defRPr>
            </a:lvl3pPr>
            <a:lvl4pPr>
              <a:lnSpc>
                <a:spcPct val="100000"/>
              </a:lnSpc>
              <a:defRPr sz="1600">
                <a:solidFill>
                  <a:schemeClr val="tx2"/>
                </a:solidFill>
                <a:latin typeface="+mn-lt"/>
                <a:cs typeface="Segoe UI" panose="020B0502040204020203" pitchFamily="34" charset="0"/>
              </a:defRPr>
            </a:lvl4pPr>
            <a:lvl5pPr>
              <a:lnSpc>
                <a:spcPct val="100000"/>
              </a:lnSpc>
              <a:defRPr sz="1400">
                <a:solidFill>
                  <a:schemeClr val="tx2"/>
                </a:solidFill>
                <a:latin typeface="+mn-lt"/>
                <a:cs typeface="Segoe UI" panose="020B0502040204020203" pitchFamily="34" charset="0"/>
              </a:defRPr>
            </a:lvl5pPr>
          </a:lstStyle>
          <a:p>
            <a:pPr lvl="0"/>
            <a:r>
              <a:rPr lang="en-US"/>
              <a:t>Click to edit text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78863D59-2C71-E346-B7BF-148F5CFFBF5B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1353799" y="6102302"/>
            <a:ext cx="630283" cy="566921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0334BCDE-4FAE-4480-8FFD-AE9B4EE69BD9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/>
          <a:srcRect r="96679"/>
          <a:stretch/>
        </p:blipFill>
        <p:spPr>
          <a:xfrm>
            <a:off x="0" y="0"/>
            <a:ext cx="404949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9490496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6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Two Conten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E54D9B-8987-0D4C-A48D-AC224E43243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>
            <a:normAutofit/>
          </a:bodyPr>
          <a:lstStyle>
            <a:lvl1pPr>
              <a:defRPr sz="4000" b="1">
                <a:solidFill>
                  <a:schemeClr val="accent3"/>
                </a:solidFill>
                <a:latin typeface="+mj-lt"/>
                <a:cs typeface="Segoe UI" panose="020B0502040204020203" pitchFamily="34" charset="0"/>
              </a:defRPr>
            </a:lvl1pPr>
          </a:lstStyle>
          <a:p>
            <a:r>
              <a:rPr lang="en-US"/>
              <a:t>CLICK TO EDIT TITLE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830977D-D50B-F34A-A72B-3B2E6C9B12F6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838200" y="1825625"/>
            <a:ext cx="5181600" cy="4351338"/>
          </a:xfrm>
        </p:spPr>
        <p:txBody>
          <a:bodyPr>
            <a:normAutofit/>
          </a:bodyPr>
          <a:lstStyle>
            <a:lvl1pPr>
              <a:lnSpc>
                <a:spcPct val="100000"/>
              </a:lnSpc>
              <a:defRPr sz="2400">
                <a:solidFill>
                  <a:schemeClr val="tx1"/>
                </a:solidFill>
                <a:latin typeface="+mn-lt"/>
                <a:cs typeface="Segoe UI" panose="020B0502040204020203" pitchFamily="34" charset="0"/>
              </a:defRPr>
            </a:lvl1pPr>
            <a:lvl2pPr>
              <a:lnSpc>
                <a:spcPct val="100000"/>
              </a:lnSpc>
              <a:defRPr sz="2000">
                <a:solidFill>
                  <a:schemeClr val="tx1"/>
                </a:solidFill>
                <a:latin typeface="+mn-lt"/>
                <a:cs typeface="Segoe UI" panose="020B0502040204020203" pitchFamily="34" charset="0"/>
              </a:defRPr>
            </a:lvl2pPr>
            <a:lvl3pPr>
              <a:lnSpc>
                <a:spcPct val="100000"/>
              </a:lnSpc>
              <a:defRPr sz="1800">
                <a:solidFill>
                  <a:schemeClr val="tx1"/>
                </a:solidFill>
                <a:latin typeface="+mn-lt"/>
                <a:cs typeface="Segoe UI" panose="020B0502040204020203" pitchFamily="34" charset="0"/>
              </a:defRPr>
            </a:lvl3pPr>
            <a:lvl4pPr>
              <a:lnSpc>
                <a:spcPct val="100000"/>
              </a:lnSpc>
              <a:defRPr sz="1600">
                <a:solidFill>
                  <a:schemeClr val="tx1"/>
                </a:solidFill>
                <a:latin typeface="+mn-lt"/>
                <a:cs typeface="Segoe UI" panose="020B0502040204020203" pitchFamily="34" charset="0"/>
              </a:defRPr>
            </a:lvl4pPr>
            <a:lvl5pPr>
              <a:lnSpc>
                <a:spcPct val="100000"/>
              </a:lnSpc>
              <a:defRPr sz="1400">
                <a:solidFill>
                  <a:schemeClr val="tx1"/>
                </a:solidFill>
                <a:latin typeface="+mn-lt"/>
                <a:cs typeface="Segoe UI" panose="020B0502040204020203" pitchFamily="34" charset="0"/>
              </a:defRPr>
            </a:lvl5pPr>
          </a:lstStyle>
          <a:p>
            <a:pPr lvl="0"/>
            <a:r>
              <a:rPr lang="en-US"/>
              <a:t>Click to edit text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66A8F47-B8E2-2147-BF7A-36D46A6796E7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6172200" y="1825625"/>
            <a:ext cx="5181600" cy="4351338"/>
          </a:xfrm>
        </p:spPr>
        <p:txBody>
          <a:bodyPr>
            <a:normAutofit/>
          </a:bodyPr>
          <a:lstStyle>
            <a:lvl1pPr>
              <a:lnSpc>
                <a:spcPct val="100000"/>
              </a:lnSpc>
              <a:defRPr sz="2400">
                <a:solidFill>
                  <a:schemeClr val="tx1"/>
                </a:solidFill>
                <a:latin typeface="+mn-lt"/>
                <a:cs typeface="Segoe UI" panose="020B0502040204020203" pitchFamily="34" charset="0"/>
              </a:defRPr>
            </a:lvl1pPr>
            <a:lvl2pPr>
              <a:lnSpc>
                <a:spcPct val="100000"/>
              </a:lnSpc>
              <a:defRPr sz="2000">
                <a:solidFill>
                  <a:schemeClr val="tx1"/>
                </a:solidFill>
                <a:latin typeface="+mn-lt"/>
                <a:cs typeface="Segoe UI" panose="020B0502040204020203" pitchFamily="34" charset="0"/>
              </a:defRPr>
            </a:lvl2pPr>
            <a:lvl3pPr>
              <a:lnSpc>
                <a:spcPct val="100000"/>
              </a:lnSpc>
              <a:defRPr sz="1800">
                <a:solidFill>
                  <a:schemeClr val="tx1"/>
                </a:solidFill>
                <a:latin typeface="+mn-lt"/>
                <a:cs typeface="Segoe UI" panose="020B0502040204020203" pitchFamily="34" charset="0"/>
              </a:defRPr>
            </a:lvl3pPr>
            <a:lvl4pPr>
              <a:lnSpc>
                <a:spcPct val="100000"/>
              </a:lnSpc>
              <a:defRPr sz="1600">
                <a:solidFill>
                  <a:schemeClr val="tx1"/>
                </a:solidFill>
                <a:latin typeface="+mn-lt"/>
                <a:cs typeface="Segoe UI" panose="020B0502040204020203" pitchFamily="34" charset="0"/>
              </a:defRPr>
            </a:lvl4pPr>
            <a:lvl5pPr>
              <a:lnSpc>
                <a:spcPct val="100000"/>
              </a:lnSpc>
              <a:defRPr sz="1400">
                <a:solidFill>
                  <a:schemeClr val="tx1"/>
                </a:solidFill>
                <a:latin typeface="+mn-lt"/>
                <a:cs typeface="Segoe UI" panose="020B0502040204020203" pitchFamily="34" charset="0"/>
              </a:defRPr>
            </a:lvl5pPr>
          </a:lstStyle>
          <a:p>
            <a:pPr lvl="0"/>
            <a:r>
              <a:rPr lang="en-US"/>
              <a:t>Click to edit text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86A77431-0588-914D-A216-28EC5A9A8A80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1353799" y="6102302"/>
            <a:ext cx="630283" cy="566921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940E8D9B-1180-4BCF-ACA9-05A2B602054B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/>
          <a:srcRect r="96679"/>
          <a:stretch/>
        </p:blipFill>
        <p:spPr>
          <a:xfrm>
            <a:off x="0" y="0"/>
            <a:ext cx="404949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3906033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6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Comparison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320160-DB07-FA41-A195-10DBA0F84C6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9788" y="365125"/>
            <a:ext cx="10515600" cy="1325563"/>
          </a:xfrm>
        </p:spPr>
        <p:txBody>
          <a:bodyPr>
            <a:normAutofit/>
          </a:bodyPr>
          <a:lstStyle>
            <a:lvl1pPr>
              <a:lnSpc>
                <a:spcPct val="100000"/>
              </a:lnSpc>
              <a:defRPr sz="4000" b="1">
                <a:solidFill>
                  <a:schemeClr val="accent3"/>
                </a:solidFill>
                <a:latin typeface="+mj-lt"/>
                <a:cs typeface="Segoe UI" panose="020B0502040204020203" pitchFamily="34" charset="0"/>
              </a:defRPr>
            </a:lvl1pPr>
          </a:lstStyle>
          <a:p>
            <a:r>
              <a:rPr lang="en-US"/>
              <a:t>CLICK TO EDIT TITLE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8265D98-7F86-E241-96F3-5AE4DBD2D062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839788" y="1681163"/>
            <a:ext cx="5157787" cy="823912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800" b="1">
                <a:solidFill>
                  <a:schemeClr val="tx1"/>
                </a:solidFill>
                <a:latin typeface="+mn-lt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text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7326700-521D-4B43-A2D4-FACEAE7B527F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839788" y="2505075"/>
            <a:ext cx="5157787" cy="3684588"/>
          </a:xfrm>
        </p:spPr>
        <p:txBody>
          <a:bodyPr>
            <a:normAutofit/>
          </a:bodyPr>
          <a:lstStyle>
            <a:lvl1pPr>
              <a:lnSpc>
                <a:spcPct val="100000"/>
              </a:lnSpc>
              <a:defRPr sz="2400">
                <a:solidFill>
                  <a:schemeClr val="tx1"/>
                </a:solidFill>
                <a:latin typeface="+mn-lt"/>
                <a:cs typeface="Segoe UI" panose="020B0502040204020203" pitchFamily="34" charset="0"/>
              </a:defRPr>
            </a:lvl1pPr>
            <a:lvl2pPr>
              <a:lnSpc>
                <a:spcPct val="100000"/>
              </a:lnSpc>
              <a:defRPr sz="2000">
                <a:solidFill>
                  <a:schemeClr val="tx1"/>
                </a:solidFill>
                <a:latin typeface="+mn-lt"/>
                <a:cs typeface="Segoe UI" panose="020B0502040204020203" pitchFamily="34" charset="0"/>
              </a:defRPr>
            </a:lvl2pPr>
            <a:lvl3pPr>
              <a:lnSpc>
                <a:spcPct val="100000"/>
              </a:lnSpc>
              <a:defRPr sz="1800">
                <a:solidFill>
                  <a:schemeClr val="tx1"/>
                </a:solidFill>
                <a:latin typeface="+mn-lt"/>
                <a:cs typeface="Segoe UI" panose="020B0502040204020203" pitchFamily="34" charset="0"/>
              </a:defRPr>
            </a:lvl3pPr>
            <a:lvl4pPr>
              <a:lnSpc>
                <a:spcPct val="100000"/>
              </a:lnSpc>
              <a:defRPr sz="1600">
                <a:solidFill>
                  <a:schemeClr val="tx1"/>
                </a:solidFill>
                <a:latin typeface="+mn-lt"/>
                <a:cs typeface="Segoe UI" panose="020B0502040204020203" pitchFamily="34" charset="0"/>
              </a:defRPr>
            </a:lvl4pPr>
            <a:lvl5pPr>
              <a:lnSpc>
                <a:spcPct val="100000"/>
              </a:lnSpc>
              <a:defRPr sz="1400">
                <a:solidFill>
                  <a:schemeClr val="tx1"/>
                </a:solidFill>
                <a:latin typeface="+mn-lt"/>
                <a:cs typeface="Segoe UI" panose="020B0502040204020203" pitchFamily="34" charset="0"/>
              </a:defRPr>
            </a:lvl5pPr>
          </a:lstStyle>
          <a:p>
            <a:pPr lvl="0"/>
            <a:r>
              <a:rPr lang="en-US"/>
              <a:t>Click to edit text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FE9CCF1-FBF1-9743-BC0F-7FF24538351E}"/>
              </a:ext>
            </a:extLst>
          </p:cNvPr>
          <p:cNvSpPr>
            <a:spLocks noGrp="1"/>
          </p:cNvSpPr>
          <p:nvPr>
            <p:ph type="body" sz="quarter" idx="3" hasCustomPrompt="1"/>
          </p:nvPr>
        </p:nvSpPr>
        <p:spPr>
          <a:xfrm>
            <a:off x="6172200" y="1681163"/>
            <a:ext cx="5183188" cy="823912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800" b="1">
                <a:solidFill>
                  <a:schemeClr val="tx1"/>
                </a:solidFill>
                <a:latin typeface="+mn-lt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text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3BE9C37-AAE6-9046-8B66-3BF2E4EFD234}"/>
              </a:ext>
            </a:extLst>
          </p:cNvPr>
          <p:cNvSpPr>
            <a:spLocks noGrp="1"/>
          </p:cNvSpPr>
          <p:nvPr>
            <p:ph sz="quarter" idx="4" hasCustomPrompt="1"/>
          </p:nvPr>
        </p:nvSpPr>
        <p:spPr>
          <a:xfrm>
            <a:off x="6172200" y="2505075"/>
            <a:ext cx="5183188" cy="3684588"/>
          </a:xfrm>
        </p:spPr>
        <p:txBody>
          <a:bodyPr/>
          <a:lstStyle>
            <a:lvl1pPr>
              <a:lnSpc>
                <a:spcPct val="100000"/>
              </a:lnSpc>
              <a:defRPr sz="2400">
                <a:solidFill>
                  <a:schemeClr val="tx1"/>
                </a:solidFill>
                <a:latin typeface="+mn-lt"/>
                <a:cs typeface="Segoe UI" panose="020B0502040204020203" pitchFamily="34" charset="0"/>
              </a:defRPr>
            </a:lvl1pPr>
            <a:lvl2pPr>
              <a:lnSpc>
                <a:spcPct val="100000"/>
              </a:lnSpc>
              <a:defRPr sz="2000">
                <a:solidFill>
                  <a:schemeClr val="tx1"/>
                </a:solidFill>
                <a:latin typeface="+mn-lt"/>
                <a:cs typeface="Segoe UI" panose="020B0502040204020203" pitchFamily="34" charset="0"/>
              </a:defRPr>
            </a:lvl2pPr>
            <a:lvl3pPr>
              <a:lnSpc>
                <a:spcPct val="100000"/>
              </a:lnSpc>
              <a:defRPr sz="1800">
                <a:solidFill>
                  <a:schemeClr val="tx1"/>
                </a:solidFill>
                <a:latin typeface="+mn-lt"/>
                <a:cs typeface="Segoe UI" panose="020B0502040204020203" pitchFamily="34" charset="0"/>
              </a:defRPr>
            </a:lvl3pPr>
            <a:lvl4pPr>
              <a:lnSpc>
                <a:spcPct val="100000"/>
              </a:lnSpc>
              <a:defRPr sz="1600">
                <a:solidFill>
                  <a:schemeClr val="tx1"/>
                </a:solidFill>
                <a:latin typeface="+mn-lt"/>
                <a:cs typeface="Segoe UI" panose="020B0502040204020203" pitchFamily="34" charset="0"/>
              </a:defRPr>
            </a:lvl4pPr>
            <a:lvl5pPr>
              <a:lnSpc>
                <a:spcPct val="100000"/>
              </a:lnSpc>
              <a:defRPr sz="1400">
                <a:solidFill>
                  <a:schemeClr val="tx1"/>
                </a:solidFill>
                <a:latin typeface="+mn-lt"/>
                <a:cs typeface="Segoe UI" panose="020B0502040204020203" pitchFamily="34" charset="0"/>
              </a:defRPr>
            </a:lvl5pPr>
          </a:lstStyle>
          <a:p>
            <a:pPr lvl="0"/>
            <a:r>
              <a:rPr lang="en-US"/>
              <a:t>Click to edit text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AE6E0398-11EA-CA4E-8CEF-209FB0E571CB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1353799" y="6102302"/>
            <a:ext cx="630283" cy="566921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0F00B128-5709-4F73-BFC0-8205AE42FABF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/>
          <a:srcRect r="96679"/>
          <a:stretch/>
        </p:blipFill>
        <p:spPr>
          <a:xfrm>
            <a:off x="0" y="0"/>
            <a:ext cx="404949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6903170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7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Title Only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228945-86BB-2F46-A588-79A48E6F385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>
            <a:normAutofit/>
          </a:bodyPr>
          <a:lstStyle>
            <a:lvl1pPr>
              <a:defRPr sz="4000" b="1">
                <a:solidFill>
                  <a:schemeClr val="accent3"/>
                </a:solidFill>
                <a:latin typeface="+mj-lt"/>
                <a:cs typeface="Segoe UI" panose="020B0502040204020203" pitchFamily="34" charset="0"/>
              </a:defRPr>
            </a:lvl1pPr>
          </a:lstStyle>
          <a:p>
            <a:r>
              <a:rPr lang="en-US"/>
              <a:t>CLICK TO EDIT TITLE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9060FD44-8B57-FE4C-BDC8-651AF654EA20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1353799" y="6102302"/>
            <a:ext cx="630283" cy="566921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C9932095-5E91-4AD3-981B-38C3FF852FB6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/>
          <a:srcRect r="96679"/>
          <a:stretch/>
        </p:blipFill>
        <p:spPr>
          <a:xfrm>
            <a:off x="0" y="0"/>
            <a:ext cx="404949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8777283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7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1_Title and Conten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E96BAE-F822-E34A-990A-9C2771C072A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>
            <a:normAutofit/>
          </a:bodyPr>
          <a:lstStyle>
            <a:lvl1pPr>
              <a:defRPr sz="4000" b="1">
                <a:solidFill>
                  <a:schemeClr val="accent5"/>
                </a:solidFill>
                <a:latin typeface="+mj-lt"/>
                <a:cs typeface="Segoe UI" panose="020B0502040204020203" pitchFamily="34" charset="0"/>
              </a:defRPr>
            </a:lvl1pPr>
          </a:lstStyle>
          <a:p>
            <a:r>
              <a:rPr lang="en-US"/>
              <a:t>CLICK TO EDIT TITLE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DAB2EFE-DD9F-E146-A0F0-1CC9263E135A}"/>
              </a:ext>
            </a:extLst>
          </p:cNvPr>
          <p:cNvSpPr>
            <a:spLocks noGrp="1"/>
          </p:cNvSpPr>
          <p:nvPr>
            <p:ph idx="1" hasCustomPrompt="1"/>
          </p:nvPr>
        </p:nvSpPr>
        <p:spPr/>
        <p:txBody>
          <a:bodyPr/>
          <a:lstStyle>
            <a:lvl1pPr>
              <a:lnSpc>
                <a:spcPct val="100000"/>
              </a:lnSpc>
              <a:defRPr sz="2400">
                <a:solidFill>
                  <a:schemeClr val="tx2"/>
                </a:solidFill>
                <a:latin typeface="+mn-lt"/>
                <a:cs typeface="Segoe UI" panose="020B0502040204020203" pitchFamily="34" charset="0"/>
              </a:defRPr>
            </a:lvl1pPr>
            <a:lvl2pPr>
              <a:lnSpc>
                <a:spcPct val="100000"/>
              </a:lnSpc>
              <a:defRPr sz="2000">
                <a:solidFill>
                  <a:schemeClr val="tx2"/>
                </a:solidFill>
                <a:latin typeface="+mn-lt"/>
                <a:cs typeface="Segoe UI" panose="020B0502040204020203" pitchFamily="34" charset="0"/>
              </a:defRPr>
            </a:lvl2pPr>
            <a:lvl3pPr>
              <a:lnSpc>
                <a:spcPct val="100000"/>
              </a:lnSpc>
              <a:defRPr sz="1800">
                <a:solidFill>
                  <a:schemeClr val="tx2"/>
                </a:solidFill>
                <a:latin typeface="+mn-lt"/>
                <a:cs typeface="Segoe UI" panose="020B0502040204020203" pitchFamily="34" charset="0"/>
              </a:defRPr>
            </a:lvl3pPr>
            <a:lvl4pPr marL="1371600" indent="0">
              <a:lnSpc>
                <a:spcPct val="100000"/>
              </a:lnSpc>
              <a:buNone/>
              <a:defRPr sz="1600">
                <a:solidFill>
                  <a:schemeClr val="tx2"/>
                </a:solidFill>
                <a:latin typeface="+mn-lt"/>
                <a:cs typeface="Segoe UI" panose="020B0502040204020203" pitchFamily="34" charset="0"/>
              </a:defRPr>
            </a:lvl4pPr>
            <a:lvl5pPr>
              <a:lnSpc>
                <a:spcPct val="100000"/>
              </a:lnSpc>
              <a:defRPr sz="1400">
                <a:solidFill>
                  <a:schemeClr val="tx2"/>
                </a:solidFill>
                <a:latin typeface="+mn-lt"/>
                <a:cs typeface="Segoe UI" panose="020B0502040204020203" pitchFamily="34" charset="0"/>
              </a:defRPr>
            </a:lvl5pPr>
          </a:lstStyle>
          <a:p>
            <a:pPr lvl="0"/>
            <a:r>
              <a:rPr lang="en-US"/>
              <a:t>Click to edit text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78863D59-2C71-E346-B7BF-148F5CFFBF5B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1353799" y="6102302"/>
            <a:ext cx="630283" cy="566921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08B74E88-0B36-4A17-9A90-D29144C74489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/>
          <a:srcRect r="96679"/>
          <a:stretch/>
        </p:blipFill>
        <p:spPr>
          <a:xfrm>
            <a:off x="0" y="0"/>
            <a:ext cx="404949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9098157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7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_Two Conten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E54D9B-8987-0D4C-A48D-AC224E43243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>
            <a:normAutofit/>
          </a:bodyPr>
          <a:lstStyle>
            <a:lvl1pPr>
              <a:defRPr sz="4000" b="1">
                <a:solidFill>
                  <a:schemeClr val="accent5"/>
                </a:solidFill>
                <a:latin typeface="+mj-lt"/>
                <a:cs typeface="Segoe UI" panose="020B0502040204020203" pitchFamily="34" charset="0"/>
              </a:defRPr>
            </a:lvl1pPr>
          </a:lstStyle>
          <a:p>
            <a:r>
              <a:rPr lang="en-US"/>
              <a:t>CLICK TO EDIT TITLE STYL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830977D-D50B-F34A-A72B-3B2E6C9B12F6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838200" y="1825625"/>
            <a:ext cx="5181600" cy="4351338"/>
          </a:xfrm>
        </p:spPr>
        <p:txBody>
          <a:bodyPr>
            <a:normAutofit/>
          </a:bodyPr>
          <a:lstStyle>
            <a:lvl1pPr>
              <a:lnSpc>
                <a:spcPct val="100000"/>
              </a:lnSpc>
              <a:defRPr sz="2400">
                <a:solidFill>
                  <a:schemeClr val="tx2"/>
                </a:solidFill>
                <a:latin typeface="+mn-lt"/>
                <a:cs typeface="Segoe UI" panose="020B0502040204020203" pitchFamily="34" charset="0"/>
              </a:defRPr>
            </a:lvl1pPr>
            <a:lvl2pPr>
              <a:lnSpc>
                <a:spcPct val="100000"/>
              </a:lnSpc>
              <a:defRPr sz="2000">
                <a:solidFill>
                  <a:schemeClr val="tx2"/>
                </a:solidFill>
                <a:latin typeface="+mn-lt"/>
                <a:cs typeface="Segoe UI" panose="020B0502040204020203" pitchFamily="34" charset="0"/>
              </a:defRPr>
            </a:lvl2pPr>
            <a:lvl3pPr>
              <a:lnSpc>
                <a:spcPct val="100000"/>
              </a:lnSpc>
              <a:defRPr sz="1800">
                <a:solidFill>
                  <a:schemeClr val="tx2"/>
                </a:solidFill>
                <a:latin typeface="+mn-lt"/>
                <a:cs typeface="Segoe UI" panose="020B0502040204020203" pitchFamily="34" charset="0"/>
              </a:defRPr>
            </a:lvl3pPr>
            <a:lvl4pPr marL="1371600" indent="0">
              <a:lnSpc>
                <a:spcPct val="100000"/>
              </a:lnSpc>
              <a:buNone/>
              <a:defRPr sz="1600">
                <a:solidFill>
                  <a:schemeClr val="tx2"/>
                </a:solidFill>
                <a:latin typeface="+mn-lt"/>
                <a:cs typeface="Segoe UI" panose="020B0502040204020203" pitchFamily="34" charset="0"/>
              </a:defRPr>
            </a:lvl4pPr>
            <a:lvl5pPr>
              <a:lnSpc>
                <a:spcPct val="100000"/>
              </a:lnSpc>
              <a:defRPr sz="1400">
                <a:solidFill>
                  <a:schemeClr val="tx2"/>
                </a:solidFill>
                <a:latin typeface="+mn-lt"/>
                <a:cs typeface="Segoe UI" panose="020B0502040204020203" pitchFamily="34" charset="0"/>
              </a:defRPr>
            </a:lvl5pPr>
          </a:lstStyle>
          <a:p>
            <a:pPr lvl="0"/>
            <a:r>
              <a:rPr lang="en-US"/>
              <a:t>Click to edit text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66A8F47-B8E2-2147-BF7A-36D46A6796E7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6172200" y="1825625"/>
            <a:ext cx="5181600" cy="4351338"/>
          </a:xfrm>
        </p:spPr>
        <p:txBody>
          <a:bodyPr>
            <a:normAutofit/>
          </a:bodyPr>
          <a:lstStyle>
            <a:lvl1pPr>
              <a:lnSpc>
                <a:spcPct val="100000"/>
              </a:lnSpc>
              <a:defRPr sz="2400">
                <a:solidFill>
                  <a:schemeClr val="tx2"/>
                </a:solidFill>
                <a:latin typeface="+mn-lt"/>
                <a:cs typeface="Segoe UI" panose="020B0502040204020203" pitchFamily="34" charset="0"/>
              </a:defRPr>
            </a:lvl1pPr>
            <a:lvl2pPr>
              <a:lnSpc>
                <a:spcPct val="100000"/>
              </a:lnSpc>
              <a:defRPr sz="2000">
                <a:solidFill>
                  <a:schemeClr val="tx2"/>
                </a:solidFill>
                <a:latin typeface="+mn-lt"/>
                <a:cs typeface="Segoe UI" panose="020B0502040204020203" pitchFamily="34" charset="0"/>
              </a:defRPr>
            </a:lvl2pPr>
            <a:lvl3pPr>
              <a:lnSpc>
                <a:spcPct val="100000"/>
              </a:lnSpc>
              <a:defRPr sz="1800">
                <a:solidFill>
                  <a:schemeClr val="tx2"/>
                </a:solidFill>
                <a:latin typeface="+mn-lt"/>
                <a:cs typeface="Segoe UI" panose="020B0502040204020203" pitchFamily="34" charset="0"/>
              </a:defRPr>
            </a:lvl3pPr>
            <a:lvl4pPr>
              <a:lnSpc>
                <a:spcPct val="100000"/>
              </a:lnSpc>
              <a:defRPr sz="1600">
                <a:solidFill>
                  <a:schemeClr val="tx2"/>
                </a:solidFill>
                <a:latin typeface="+mn-lt"/>
                <a:cs typeface="Segoe UI" panose="020B0502040204020203" pitchFamily="34" charset="0"/>
              </a:defRPr>
            </a:lvl4pPr>
            <a:lvl5pPr>
              <a:lnSpc>
                <a:spcPct val="100000"/>
              </a:lnSpc>
              <a:defRPr sz="1400">
                <a:solidFill>
                  <a:schemeClr val="tx2"/>
                </a:solidFill>
                <a:latin typeface="+mn-lt"/>
                <a:cs typeface="Segoe UI" panose="020B0502040204020203" pitchFamily="34" charset="0"/>
              </a:defRPr>
            </a:lvl5pPr>
          </a:lstStyle>
          <a:p>
            <a:pPr lvl="0"/>
            <a:r>
              <a:rPr lang="en-US"/>
              <a:t>Click to edit text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86A77431-0588-914D-A216-28EC5A9A8A80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1353799" y="6102302"/>
            <a:ext cx="630283" cy="566921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09DFBAC1-3D12-4950-9CBE-E9A065B6A8B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/>
          <a:srcRect r="96679"/>
          <a:stretch/>
        </p:blipFill>
        <p:spPr>
          <a:xfrm>
            <a:off x="0" y="0"/>
            <a:ext cx="404949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1966635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7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_Comparison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320160-DB07-FA41-A195-10DBA0F84C6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9788" y="365125"/>
            <a:ext cx="10515600" cy="1325563"/>
          </a:xfrm>
        </p:spPr>
        <p:txBody>
          <a:bodyPr>
            <a:normAutofit/>
          </a:bodyPr>
          <a:lstStyle>
            <a:lvl1pPr>
              <a:defRPr sz="4000" b="1">
                <a:solidFill>
                  <a:schemeClr val="accent5"/>
                </a:solidFill>
                <a:latin typeface="+mj-lt"/>
                <a:cs typeface="Segoe UI" panose="020B0502040204020203" pitchFamily="34" charset="0"/>
              </a:defRPr>
            </a:lvl1pPr>
          </a:lstStyle>
          <a:p>
            <a:r>
              <a:rPr lang="en-US"/>
              <a:t>CLICK TO EDIT TITLE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8265D98-7F86-E241-96F3-5AE4DBD2D062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839788" y="1681163"/>
            <a:ext cx="5157787" cy="823912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800" b="1">
                <a:solidFill>
                  <a:schemeClr val="tx2"/>
                </a:solidFill>
                <a:latin typeface="+mn-lt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text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7326700-521D-4B43-A2D4-FACEAE7B527F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839788" y="2505075"/>
            <a:ext cx="5157787" cy="3684588"/>
          </a:xfrm>
        </p:spPr>
        <p:txBody>
          <a:bodyPr/>
          <a:lstStyle>
            <a:lvl1pPr>
              <a:lnSpc>
                <a:spcPct val="100000"/>
              </a:lnSpc>
              <a:defRPr sz="2400">
                <a:solidFill>
                  <a:schemeClr val="tx2"/>
                </a:solidFill>
                <a:latin typeface="+mn-lt"/>
                <a:cs typeface="Segoe UI" panose="020B0502040204020203" pitchFamily="34" charset="0"/>
              </a:defRPr>
            </a:lvl1pPr>
            <a:lvl2pPr>
              <a:lnSpc>
                <a:spcPct val="100000"/>
              </a:lnSpc>
              <a:defRPr sz="2000">
                <a:solidFill>
                  <a:schemeClr val="tx2"/>
                </a:solidFill>
                <a:latin typeface="+mn-lt"/>
                <a:cs typeface="Segoe UI" panose="020B0502040204020203" pitchFamily="34" charset="0"/>
              </a:defRPr>
            </a:lvl2pPr>
            <a:lvl3pPr>
              <a:lnSpc>
                <a:spcPct val="100000"/>
              </a:lnSpc>
              <a:defRPr sz="1800">
                <a:solidFill>
                  <a:schemeClr val="tx2"/>
                </a:solidFill>
                <a:latin typeface="+mn-lt"/>
                <a:cs typeface="Segoe UI" panose="020B0502040204020203" pitchFamily="34" charset="0"/>
              </a:defRPr>
            </a:lvl3pPr>
            <a:lvl4pPr marL="1371600" indent="0">
              <a:lnSpc>
                <a:spcPct val="100000"/>
              </a:lnSpc>
              <a:buNone/>
              <a:defRPr sz="1600">
                <a:solidFill>
                  <a:schemeClr val="tx2"/>
                </a:solidFill>
                <a:latin typeface="+mn-lt"/>
                <a:cs typeface="Segoe UI" panose="020B0502040204020203" pitchFamily="34" charset="0"/>
              </a:defRPr>
            </a:lvl4pPr>
            <a:lvl5pPr>
              <a:lnSpc>
                <a:spcPct val="100000"/>
              </a:lnSpc>
              <a:defRPr sz="1400">
                <a:solidFill>
                  <a:schemeClr val="tx2"/>
                </a:solidFill>
                <a:latin typeface="+mn-lt"/>
                <a:cs typeface="Segoe UI" panose="020B0502040204020203" pitchFamily="34" charset="0"/>
              </a:defRPr>
            </a:lvl5pPr>
          </a:lstStyle>
          <a:p>
            <a:pPr lvl="0"/>
            <a:r>
              <a:rPr lang="en-US"/>
              <a:t>Click to edit text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FE9CCF1-FBF1-9743-BC0F-7FF24538351E}"/>
              </a:ext>
            </a:extLst>
          </p:cNvPr>
          <p:cNvSpPr>
            <a:spLocks noGrp="1"/>
          </p:cNvSpPr>
          <p:nvPr>
            <p:ph type="body" sz="quarter" idx="3" hasCustomPrompt="1"/>
          </p:nvPr>
        </p:nvSpPr>
        <p:spPr>
          <a:xfrm>
            <a:off x="6172200" y="1681163"/>
            <a:ext cx="5183188" cy="823912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800" b="1">
                <a:solidFill>
                  <a:schemeClr val="tx2"/>
                </a:solidFill>
                <a:latin typeface="+mn-lt"/>
                <a:ea typeface="Microsoft Yi Baiti" panose="03000500000000000000" pitchFamily="66" charset="0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text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3BE9C37-AAE6-9046-8B66-3BF2E4EFD234}"/>
              </a:ext>
            </a:extLst>
          </p:cNvPr>
          <p:cNvSpPr>
            <a:spLocks noGrp="1"/>
          </p:cNvSpPr>
          <p:nvPr>
            <p:ph sz="quarter" idx="4" hasCustomPrompt="1"/>
          </p:nvPr>
        </p:nvSpPr>
        <p:spPr>
          <a:xfrm>
            <a:off x="6172200" y="2505075"/>
            <a:ext cx="5183188" cy="3684588"/>
          </a:xfrm>
        </p:spPr>
        <p:txBody>
          <a:bodyPr/>
          <a:lstStyle>
            <a:lvl1pPr>
              <a:lnSpc>
                <a:spcPct val="100000"/>
              </a:lnSpc>
              <a:defRPr sz="2400">
                <a:solidFill>
                  <a:schemeClr val="tx2"/>
                </a:solidFill>
                <a:latin typeface="+mn-lt"/>
                <a:cs typeface="Segoe UI" panose="020B0502040204020203" pitchFamily="34" charset="0"/>
              </a:defRPr>
            </a:lvl1pPr>
            <a:lvl2pPr>
              <a:lnSpc>
                <a:spcPct val="100000"/>
              </a:lnSpc>
              <a:defRPr sz="2000">
                <a:solidFill>
                  <a:schemeClr val="tx2"/>
                </a:solidFill>
                <a:latin typeface="+mn-lt"/>
                <a:cs typeface="Segoe UI" panose="020B0502040204020203" pitchFamily="34" charset="0"/>
              </a:defRPr>
            </a:lvl2pPr>
            <a:lvl3pPr>
              <a:lnSpc>
                <a:spcPct val="100000"/>
              </a:lnSpc>
              <a:defRPr sz="1800">
                <a:solidFill>
                  <a:schemeClr val="tx2"/>
                </a:solidFill>
                <a:latin typeface="+mn-lt"/>
                <a:cs typeface="Segoe UI" panose="020B0502040204020203" pitchFamily="34" charset="0"/>
              </a:defRPr>
            </a:lvl3pPr>
            <a:lvl4pPr>
              <a:lnSpc>
                <a:spcPct val="100000"/>
              </a:lnSpc>
              <a:defRPr sz="1600">
                <a:solidFill>
                  <a:schemeClr val="tx2"/>
                </a:solidFill>
                <a:latin typeface="+mn-lt"/>
                <a:cs typeface="Segoe UI" panose="020B0502040204020203" pitchFamily="34" charset="0"/>
              </a:defRPr>
            </a:lvl4pPr>
            <a:lvl5pPr>
              <a:lnSpc>
                <a:spcPct val="100000"/>
              </a:lnSpc>
              <a:defRPr sz="1400">
                <a:solidFill>
                  <a:schemeClr val="tx2"/>
                </a:solidFill>
                <a:latin typeface="+mn-lt"/>
                <a:cs typeface="Segoe UI" panose="020B0502040204020203" pitchFamily="34" charset="0"/>
              </a:defRPr>
            </a:lvl5pPr>
          </a:lstStyle>
          <a:p>
            <a:pPr lvl="0"/>
            <a:r>
              <a:rPr lang="en-US"/>
              <a:t>Click to edit text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AE6E0398-11EA-CA4E-8CEF-209FB0E571CB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1353799" y="6102302"/>
            <a:ext cx="630283" cy="566921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DADC9663-1EB7-4CD1-ACB9-431A1CACB502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/>
          <a:srcRect r="96679"/>
          <a:stretch/>
        </p:blipFill>
        <p:spPr>
          <a:xfrm>
            <a:off x="0" y="0"/>
            <a:ext cx="404949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1060982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7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_Title Only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228945-86BB-2F46-A588-79A48E6F385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>
            <a:normAutofit/>
          </a:bodyPr>
          <a:lstStyle>
            <a:lvl1pPr>
              <a:defRPr sz="4000" b="1">
                <a:solidFill>
                  <a:schemeClr val="accent5"/>
                </a:solidFill>
                <a:latin typeface="+mj-lt"/>
                <a:cs typeface="Segoe UI" panose="020B0502040204020203" pitchFamily="34" charset="0"/>
              </a:defRPr>
            </a:lvl1pPr>
          </a:lstStyle>
          <a:p>
            <a:r>
              <a:rPr lang="en-US"/>
              <a:t>CLICK TO EDIT TITLE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9060FD44-8B57-FE4C-BDC8-651AF654EA20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1353799" y="6102302"/>
            <a:ext cx="630283" cy="566921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0E02F558-11B0-49D6-8CCB-433CE1FE2212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/>
          <a:srcRect r="96679"/>
          <a:stretch/>
        </p:blipFill>
        <p:spPr>
          <a:xfrm>
            <a:off x="0" y="0"/>
            <a:ext cx="404949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4128826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7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2_Title and Conten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E96BAE-F822-E34A-990A-9C2771C072A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>
            <a:normAutofit/>
          </a:bodyPr>
          <a:lstStyle>
            <a:lvl1pPr>
              <a:defRPr sz="4000" b="1">
                <a:solidFill>
                  <a:schemeClr val="tx1"/>
                </a:solidFill>
                <a:latin typeface="+mj-lt"/>
                <a:cs typeface="Segoe UI" panose="020B0502040204020203" pitchFamily="34" charset="0"/>
              </a:defRPr>
            </a:lvl1pPr>
          </a:lstStyle>
          <a:p>
            <a:r>
              <a:rPr lang="en-US"/>
              <a:t>CLICK TO EDIT TITLE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DAB2EFE-DD9F-E146-A0F0-1CC9263E135A}"/>
              </a:ext>
            </a:extLst>
          </p:cNvPr>
          <p:cNvSpPr>
            <a:spLocks noGrp="1"/>
          </p:cNvSpPr>
          <p:nvPr>
            <p:ph idx="1" hasCustomPrompt="1"/>
          </p:nvPr>
        </p:nvSpPr>
        <p:spPr/>
        <p:txBody>
          <a:bodyPr/>
          <a:lstStyle>
            <a:lvl1pPr>
              <a:lnSpc>
                <a:spcPct val="100000"/>
              </a:lnSpc>
              <a:defRPr sz="2400" b="0">
                <a:solidFill>
                  <a:schemeClr val="tx1"/>
                </a:solidFill>
                <a:latin typeface="+mn-lt"/>
                <a:cs typeface="Segoe UI" panose="020B0502040204020203" pitchFamily="34" charset="0"/>
              </a:defRPr>
            </a:lvl1pPr>
            <a:lvl2pPr>
              <a:lnSpc>
                <a:spcPct val="100000"/>
              </a:lnSpc>
              <a:defRPr sz="2000" b="0">
                <a:solidFill>
                  <a:schemeClr val="tx1"/>
                </a:solidFill>
                <a:latin typeface="+mn-lt"/>
                <a:cs typeface="Segoe UI" panose="020B0502040204020203" pitchFamily="34" charset="0"/>
              </a:defRPr>
            </a:lvl2pPr>
            <a:lvl3pPr>
              <a:lnSpc>
                <a:spcPct val="100000"/>
              </a:lnSpc>
              <a:defRPr sz="1800" b="0">
                <a:solidFill>
                  <a:schemeClr val="tx1"/>
                </a:solidFill>
                <a:latin typeface="+mn-lt"/>
                <a:cs typeface="Segoe UI" panose="020B0502040204020203" pitchFamily="34" charset="0"/>
              </a:defRPr>
            </a:lvl3pPr>
            <a:lvl4pPr>
              <a:lnSpc>
                <a:spcPct val="100000"/>
              </a:lnSpc>
              <a:defRPr sz="1600" b="0">
                <a:solidFill>
                  <a:schemeClr val="tx1"/>
                </a:solidFill>
                <a:latin typeface="+mn-lt"/>
                <a:cs typeface="Segoe UI" panose="020B0502040204020203" pitchFamily="34" charset="0"/>
              </a:defRPr>
            </a:lvl4pPr>
            <a:lvl5pPr>
              <a:lnSpc>
                <a:spcPct val="100000"/>
              </a:lnSpc>
              <a:defRPr sz="1400" b="0">
                <a:solidFill>
                  <a:schemeClr val="tx1"/>
                </a:solidFill>
                <a:latin typeface="+mn-lt"/>
                <a:cs typeface="Segoe UI" panose="020B0502040204020203" pitchFamily="34" charset="0"/>
              </a:defRPr>
            </a:lvl5pPr>
          </a:lstStyle>
          <a:p>
            <a:pPr lvl="0"/>
            <a:r>
              <a:rPr lang="en-US"/>
              <a:t>Click to edit text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78863D59-2C71-E346-B7BF-148F5CFFBF5B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1353799" y="6102302"/>
            <a:ext cx="630283" cy="566921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5D010C30-4DB0-4C91-8A55-4F23A1A3BE63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/>
          <a:srcRect r="96679"/>
          <a:stretch/>
        </p:blipFill>
        <p:spPr>
          <a:xfrm>
            <a:off x="0" y="0"/>
            <a:ext cx="404949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2847818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7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0_Two Conten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E54D9B-8987-0D4C-A48D-AC224E43243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>
            <a:normAutofit/>
          </a:bodyPr>
          <a:lstStyle>
            <a:lvl1pPr>
              <a:defRPr sz="4000" b="1">
                <a:solidFill>
                  <a:schemeClr val="tx1"/>
                </a:solidFill>
                <a:latin typeface="+mj-lt"/>
                <a:cs typeface="Segoe UI" panose="020B0502040204020203" pitchFamily="34" charset="0"/>
              </a:defRPr>
            </a:lvl1pPr>
          </a:lstStyle>
          <a:p>
            <a:r>
              <a:rPr lang="en-US"/>
              <a:t>CLICK TO EDIT TITLE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830977D-D50B-F34A-A72B-3B2E6C9B12F6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838200" y="1825625"/>
            <a:ext cx="5181600" cy="4351338"/>
          </a:xfrm>
        </p:spPr>
        <p:txBody>
          <a:bodyPr>
            <a:normAutofit/>
          </a:bodyPr>
          <a:lstStyle>
            <a:lvl1pPr>
              <a:lnSpc>
                <a:spcPct val="100000"/>
              </a:lnSpc>
              <a:defRPr sz="2400">
                <a:solidFill>
                  <a:schemeClr val="tx1"/>
                </a:solidFill>
                <a:latin typeface="+mn-lt"/>
                <a:cs typeface="Segoe UI" panose="020B0502040204020203" pitchFamily="34" charset="0"/>
              </a:defRPr>
            </a:lvl1pPr>
            <a:lvl2pPr>
              <a:lnSpc>
                <a:spcPct val="100000"/>
              </a:lnSpc>
              <a:defRPr sz="2000">
                <a:solidFill>
                  <a:schemeClr val="tx1"/>
                </a:solidFill>
                <a:latin typeface="+mn-lt"/>
                <a:cs typeface="Segoe UI" panose="020B0502040204020203" pitchFamily="34" charset="0"/>
              </a:defRPr>
            </a:lvl2pPr>
            <a:lvl3pPr>
              <a:lnSpc>
                <a:spcPct val="100000"/>
              </a:lnSpc>
              <a:defRPr sz="1800">
                <a:solidFill>
                  <a:schemeClr val="tx1"/>
                </a:solidFill>
                <a:latin typeface="+mn-lt"/>
                <a:cs typeface="Segoe UI" panose="020B0502040204020203" pitchFamily="34" charset="0"/>
              </a:defRPr>
            </a:lvl3pPr>
            <a:lvl4pPr>
              <a:lnSpc>
                <a:spcPct val="100000"/>
              </a:lnSpc>
              <a:defRPr sz="1600">
                <a:solidFill>
                  <a:schemeClr val="tx1"/>
                </a:solidFill>
                <a:latin typeface="+mn-lt"/>
                <a:cs typeface="Segoe UI" panose="020B0502040204020203" pitchFamily="34" charset="0"/>
              </a:defRPr>
            </a:lvl4pPr>
            <a:lvl5pPr>
              <a:lnSpc>
                <a:spcPct val="100000"/>
              </a:lnSpc>
              <a:defRPr sz="1400">
                <a:solidFill>
                  <a:schemeClr val="tx1"/>
                </a:solidFill>
                <a:latin typeface="+mn-lt"/>
                <a:cs typeface="Segoe UI" panose="020B0502040204020203" pitchFamily="34" charset="0"/>
              </a:defRPr>
            </a:lvl5pPr>
          </a:lstStyle>
          <a:p>
            <a:pPr lvl="0"/>
            <a:r>
              <a:rPr lang="en-US"/>
              <a:t>Click to edit text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66A8F47-B8E2-2147-BF7A-36D46A6796E7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6172200" y="1825625"/>
            <a:ext cx="5181600" cy="4351338"/>
          </a:xfrm>
        </p:spPr>
        <p:txBody>
          <a:bodyPr>
            <a:normAutofit/>
          </a:bodyPr>
          <a:lstStyle>
            <a:lvl1pPr>
              <a:lnSpc>
                <a:spcPct val="100000"/>
              </a:lnSpc>
              <a:defRPr sz="2400">
                <a:solidFill>
                  <a:schemeClr val="tx1"/>
                </a:solidFill>
                <a:latin typeface="+mn-lt"/>
                <a:cs typeface="Segoe UI" panose="020B0502040204020203" pitchFamily="34" charset="0"/>
              </a:defRPr>
            </a:lvl1pPr>
            <a:lvl2pPr>
              <a:lnSpc>
                <a:spcPct val="100000"/>
              </a:lnSpc>
              <a:defRPr sz="2000">
                <a:solidFill>
                  <a:schemeClr val="tx1"/>
                </a:solidFill>
                <a:latin typeface="+mn-lt"/>
                <a:cs typeface="Segoe UI" panose="020B0502040204020203" pitchFamily="34" charset="0"/>
              </a:defRPr>
            </a:lvl2pPr>
            <a:lvl3pPr>
              <a:lnSpc>
                <a:spcPct val="100000"/>
              </a:lnSpc>
              <a:defRPr sz="1800">
                <a:solidFill>
                  <a:schemeClr val="tx1"/>
                </a:solidFill>
                <a:latin typeface="+mn-lt"/>
                <a:cs typeface="Segoe UI" panose="020B0502040204020203" pitchFamily="34" charset="0"/>
              </a:defRPr>
            </a:lvl3pPr>
            <a:lvl4pPr>
              <a:lnSpc>
                <a:spcPct val="100000"/>
              </a:lnSpc>
              <a:defRPr sz="1600">
                <a:solidFill>
                  <a:schemeClr val="tx1"/>
                </a:solidFill>
                <a:latin typeface="+mn-lt"/>
                <a:cs typeface="Segoe UI" panose="020B0502040204020203" pitchFamily="34" charset="0"/>
              </a:defRPr>
            </a:lvl4pPr>
            <a:lvl5pPr>
              <a:lnSpc>
                <a:spcPct val="100000"/>
              </a:lnSpc>
              <a:defRPr sz="1400">
                <a:solidFill>
                  <a:schemeClr val="tx1"/>
                </a:solidFill>
                <a:latin typeface="+mn-lt"/>
                <a:cs typeface="Segoe UI" panose="020B0502040204020203" pitchFamily="34" charset="0"/>
              </a:defRPr>
            </a:lvl5pPr>
          </a:lstStyle>
          <a:p>
            <a:pPr lvl="0"/>
            <a:r>
              <a:rPr lang="en-US"/>
              <a:t>Click to edit text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86A77431-0588-914D-A216-28EC5A9A8A80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1353799" y="6102302"/>
            <a:ext cx="630283" cy="566921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B2FE0A74-F8D4-4184-82A4-1012D075AECB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/>
          <a:srcRect r="96679"/>
          <a:stretch/>
        </p:blipFill>
        <p:spPr>
          <a:xfrm>
            <a:off x="0" y="0"/>
            <a:ext cx="404949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6243406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7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0_Comparison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320160-DB07-FA41-A195-10DBA0F84C6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9788" y="365125"/>
            <a:ext cx="10515600" cy="1325563"/>
          </a:xfrm>
        </p:spPr>
        <p:txBody>
          <a:bodyPr>
            <a:normAutofit/>
          </a:bodyPr>
          <a:lstStyle>
            <a:lvl1pPr>
              <a:defRPr sz="4000" b="1">
                <a:solidFill>
                  <a:schemeClr val="tx1"/>
                </a:solidFill>
                <a:latin typeface="+mj-lt"/>
                <a:cs typeface="Segoe UI" panose="020B0502040204020203" pitchFamily="34" charset="0"/>
              </a:defRPr>
            </a:lvl1pPr>
          </a:lstStyle>
          <a:p>
            <a:r>
              <a:rPr lang="en-US"/>
              <a:t>CLICK TO EDIT TITLE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8265D98-7F86-E241-96F3-5AE4DBD2D062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839788" y="1681163"/>
            <a:ext cx="5157787" cy="823912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800" b="1">
                <a:solidFill>
                  <a:schemeClr val="tx1"/>
                </a:solidFill>
                <a:latin typeface="+mn-lt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text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7326700-521D-4B43-A2D4-FACEAE7B527F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836612" y="2505075"/>
            <a:ext cx="5157787" cy="3684588"/>
          </a:xfrm>
        </p:spPr>
        <p:txBody>
          <a:bodyPr/>
          <a:lstStyle>
            <a:lvl1pPr>
              <a:lnSpc>
                <a:spcPct val="100000"/>
              </a:lnSpc>
              <a:defRPr sz="2400">
                <a:solidFill>
                  <a:schemeClr val="tx1"/>
                </a:solidFill>
                <a:latin typeface="+mn-lt"/>
                <a:cs typeface="Segoe UI" panose="020B0502040204020203" pitchFamily="34" charset="0"/>
              </a:defRPr>
            </a:lvl1pPr>
            <a:lvl2pPr>
              <a:lnSpc>
                <a:spcPct val="100000"/>
              </a:lnSpc>
              <a:defRPr sz="2000">
                <a:solidFill>
                  <a:schemeClr val="tx1"/>
                </a:solidFill>
                <a:latin typeface="+mn-lt"/>
                <a:cs typeface="Segoe UI" panose="020B0502040204020203" pitchFamily="34" charset="0"/>
              </a:defRPr>
            </a:lvl2pPr>
            <a:lvl3pPr>
              <a:lnSpc>
                <a:spcPct val="100000"/>
              </a:lnSpc>
              <a:defRPr sz="1800">
                <a:solidFill>
                  <a:schemeClr val="tx1"/>
                </a:solidFill>
                <a:latin typeface="+mn-lt"/>
                <a:cs typeface="Segoe UI" panose="020B0502040204020203" pitchFamily="34" charset="0"/>
              </a:defRPr>
            </a:lvl3pPr>
            <a:lvl4pPr>
              <a:lnSpc>
                <a:spcPct val="100000"/>
              </a:lnSpc>
              <a:defRPr sz="1600">
                <a:solidFill>
                  <a:schemeClr val="tx1"/>
                </a:solidFill>
                <a:latin typeface="+mn-lt"/>
                <a:cs typeface="Segoe UI" panose="020B0502040204020203" pitchFamily="34" charset="0"/>
              </a:defRPr>
            </a:lvl4pPr>
            <a:lvl5pPr>
              <a:lnSpc>
                <a:spcPct val="100000"/>
              </a:lnSpc>
              <a:defRPr sz="1400">
                <a:solidFill>
                  <a:schemeClr val="tx1"/>
                </a:solidFill>
                <a:latin typeface="+mn-lt"/>
                <a:cs typeface="Segoe UI" panose="020B0502040204020203" pitchFamily="34" charset="0"/>
              </a:defRPr>
            </a:lvl5pPr>
          </a:lstStyle>
          <a:p>
            <a:pPr lvl="0"/>
            <a:r>
              <a:rPr lang="en-US"/>
              <a:t>Click to edit text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FE9CCF1-FBF1-9743-BC0F-7FF24538351E}"/>
              </a:ext>
            </a:extLst>
          </p:cNvPr>
          <p:cNvSpPr>
            <a:spLocks noGrp="1"/>
          </p:cNvSpPr>
          <p:nvPr>
            <p:ph type="body" sz="quarter" idx="3" hasCustomPrompt="1"/>
          </p:nvPr>
        </p:nvSpPr>
        <p:spPr>
          <a:xfrm>
            <a:off x="6169024" y="1681163"/>
            <a:ext cx="5183188" cy="823912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800" b="1">
                <a:solidFill>
                  <a:schemeClr val="tx1"/>
                </a:solidFill>
                <a:latin typeface="+mn-lt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text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3BE9C37-AAE6-9046-8B66-3BF2E4EFD234}"/>
              </a:ext>
            </a:extLst>
          </p:cNvPr>
          <p:cNvSpPr>
            <a:spLocks noGrp="1"/>
          </p:cNvSpPr>
          <p:nvPr>
            <p:ph sz="quarter" idx="4" hasCustomPrompt="1"/>
          </p:nvPr>
        </p:nvSpPr>
        <p:spPr>
          <a:xfrm>
            <a:off x="6169024" y="2505075"/>
            <a:ext cx="5183188" cy="3684588"/>
          </a:xfrm>
        </p:spPr>
        <p:txBody>
          <a:bodyPr/>
          <a:lstStyle>
            <a:lvl1pPr>
              <a:lnSpc>
                <a:spcPct val="100000"/>
              </a:lnSpc>
              <a:defRPr sz="2400">
                <a:solidFill>
                  <a:schemeClr val="tx1"/>
                </a:solidFill>
                <a:latin typeface="+mn-lt"/>
                <a:cs typeface="Segoe UI" panose="020B0502040204020203" pitchFamily="34" charset="0"/>
              </a:defRPr>
            </a:lvl1pPr>
            <a:lvl2pPr>
              <a:lnSpc>
                <a:spcPct val="100000"/>
              </a:lnSpc>
              <a:defRPr sz="2000">
                <a:solidFill>
                  <a:schemeClr val="tx1"/>
                </a:solidFill>
                <a:latin typeface="+mn-lt"/>
                <a:cs typeface="Segoe UI" panose="020B0502040204020203" pitchFamily="34" charset="0"/>
              </a:defRPr>
            </a:lvl2pPr>
            <a:lvl3pPr>
              <a:lnSpc>
                <a:spcPct val="100000"/>
              </a:lnSpc>
              <a:defRPr sz="1800">
                <a:solidFill>
                  <a:schemeClr val="tx1"/>
                </a:solidFill>
                <a:latin typeface="+mn-lt"/>
                <a:cs typeface="Segoe UI" panose="020B0502040204020203" pitchFamily="34" charset="0"/>
              </a:defRPr>
            </a:lvl3pPr>
            <a:lvl4pPr>
              <a:lnSpc>
                <a:spcPct val="100000"/>
              </a:lnSpc>
              <a:defRPr sz="1600">
                <a:solidFill>
                  <a:schemeClr val="tx1"/>
                </a:solidFill>
                <a:latin typeface="+mn-lt"/>
                <a:cs typeface="Segoe UI" panose="020B0502040204020203" pitchFamily="34" charset="0"/>
              </a:defRPr>
            </a:lvl4pPr>
            <a:lvl5pPr>
              <a:lnSpc>
                <a:spcPct val="100000"/>
              </a:lnSpc>
              <a:defRPr sz="1400">
                <a:solidFill>
                  <a:schemeClr val="tx1"/>
                </a:solidFill>
                <a:latin typeface="+mn-lt"/>
                <a:cs typeface="Segoe UI" panose="020B0502040204020203" pitchFamily="34" charset="0"/>
              </a:defRPr>
            </a:lvl5pPr>
          </a:lstStyle>
          <a:p>
            <a:pPr lvl="0"/>
            <a:r>
              <a:rPr lang="en-US"/>
              <a:t>Click to edit text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AE6E0398-11EA-CA4E-8CEF-209FB0E571CB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1353799" y="6102302"/>
            <a:ext cx="630283" cy="566921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F133E76A-F7BC-49EC-AA42-A072210F8286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/>
          <a:srcRect r="96679"/>
          <a:stretch/>
        </p:blipFill>
        <p:spPr>
          <a:xfrm>
            <a:off x="0" y="0"/>
            <a:ext cx="404949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6056593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7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0_Title Only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228945-86BB-2F46-A588-79A48E6F385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>
            <a:normAutofit/>
          </a:bodyPr>
          <a:lstStyle>
            <a:lvl1pPr>
              <a:defRPr sz="4000" b="1">
                <a:solidFill>
                  <a:schemeClr val="tx1"/>
                </a:solidFill>
                <a:latin typeface="+mj-lt"/>
                <a:cs typeface="Segoe UI" panose="020B0502040204020203" pitchFamily="34" charset="0"/>
              </a:defRPr>
            </a:lvl1pPr>
          </a:lstStyle>
          <a:p>
            <a:r>
              <a:rPr lang="en-US"/>
              <a:t>CLICK TO EDIT TITLE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9060FD44-8B57-FE4C-BDC8-651AF654EA20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1353799" y="6102302"/>
            <a:ext cx="630283" cy="566921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440347AC-C50D-4B3B-9024-023C14ED1299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/>
          <a:srcRect r="96679"/>
          <a:stretch/>
        </p:blipFill>
        <p:spPr>
          <a:xfrm>
            <a:off x="0" y="0"/>
            <a:ext cx="404949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7434310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7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3_Title and Conten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E96BAE-F822-E34A-990A-9C2771C072A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>
            <a:normAutofit/>
          </a:bodyPr>
          <a:lstStyle>
            <a:lvl1pPr>
              <a:defRPr sz="4000" b="1">
                <a:solidFill>
                  <a:schemeClr val="tx1"/>
                </a:solidFill>
                <a:latin typeface="+mj-lt"/>
                <a:cs typeface="Segoe UI" panose="020B0502040204020203" pitchFamily="34" charset="0"/>
              </a:defRPr>
            </a:lvl1pPr>
          </a:lstStyle>
          <a:p>
            <a:r>
              <a:rPr lang="en-US"/>
              <a:t>CLICK TO EDIT TITLE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DAB2EFE-DD9F-E146-A0F0-1CC9263E135A}"/>
              </a:ext>
            </a:extLst>
          </p:cNvPr>
          <p:cNvSpPr>
            <a:spLocks noGrp="1"/>
          </p:cNvSpPr>
          <p:nvPr>
            <p:ph idx="1" hasCustomPrompt="1"/>
          </p:nvPr>
        </p:nvSpPr>
        <p:spPr/>
        <p:txBody>
          <a:bodyPr/>
          <a:lstStyle>
            <a:lvl1pPr>
              <a:lnSpc>
                <a:spcPct val="100000"/>
              </a:lnSpc>
              <a:defRPr sz="2400" b="0">
                <a:solidFill>
                  <a:schemeClr val="tx1"/>
                </a:solidFill>
                <a:latin typeface="+mn-lt"/>
                <a:cs typeface="Segoe UI" panose="020B0502040204020203" pitchFamily="34" charset="0"/>
              </a:defRPr>
            </a:lvl1pPr>
            <a:lvl2pPr>
              <a:lnSpc>
                <a:spcPct val="100000"/>
              </a:lnSpc>
              <a:defRPr sz="2000" b="0">
                <a:solidFill>
                  <a:schemeClr val="tx1"/>
                </a:solidFill>
                <a:latin typeface="+mn-lt"/>
                <a:cs typeface="Segoe UI" panose="020B0502040204020203" pitchFamily="34" charset="0"/>
              </a:defRPr>
            </a:lvl2pPr>
            <a:lvl3pPr>
              <a:lnSpc>
                <a:spcPct val="100000"/>
              </a:lnSpc>
              <a:defRPr sz="1800" b="0">
                <a:solidFill>
                  <a:schemeClr val="tx1"/>
                </a:solidFill>
                <a:latin typeface="+mn-lt"/>
                <a:cs typeface="Segoe UI" panose="020B0502040204020203" pitchFamily="34" charset="0"/>
              </a:defRPr>
            </a:lvl3pPr>
            <a:lvl4pPr>
              <a:lnSpc>
                <a:spcPct val="100000"/>
              </a:lnSpc>
              <a:defRPr sz="1600" b="0">
                <a:solidFill>
                  <a:schemeClr val="tx1"/>
                </a:solidFill>
                <a:latin typeface="+mn-lt"/>
                <a:cs typeface="Segoe UI" panose="020B0502040204020203" pitchFamily="34" charset="0"/>
              </a:defRPr>
            </a:lvl4pPr>
            <a:lvl5pPr>
              <a:lnSpc>
                <a:spcPct val="100000"/>
              </a:lnSpc>
              <a:defRPr sz="1400" b="0">
                <a:solidFill>
                  <a:schemeClr val="tx1"/>
                </a:solidFill>
                <a:latin typeface="+mn-lt"/>
                <a:cs typeface="Segoe UI" panose="020B0502040204020203" pitchFamily="34" charset="0"/>
              </a:defRPr>
            </a:lvl5pPr>
          </a:lstStyle>
          <a:p>
            <a:pPr lvl="0"/>
            <a:r>
              <a:rPr lang="en-US"/>
              <a:t>Click to edit text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78863D59-2C71-E346-B7BF-148F5CFFBF5B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1353799" y="6102302"/>
            <a:ext cx="630283" cy="5669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6495702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8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1_Two Conten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E54D9B-8987-0D4C-A48D-AC224E43243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>
            <a:normAutofit/>
          </a:bodyPr>
          <a:lstStyle>
            <a:lvl1pPr>
              <a:defRPr sz="4000" b="1">
                <a:solidFill>
                  <a:schemeClr val="tx1"/>
                </a:solidFill>
                <a:latin typeface="+mj-lt"/>
                <a:cs typeface="Segoe UI" panose="020B0502040204020203" pitchFamily="34" charset="0"/>
              </a:defRPr>
            </a:lvl1pPr>
          </a:lstStyle>
          <a:p>
            <a:r>
              <a:rPr lang="en-US"/>
              <a:t>CLICK TO EDIT TITLE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830977D-D50B-F34A-A72B-3B2E6C9B12F6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838200" y="1825625"/>
            <a:ext cx="5181600" cy="4351338"/>
          </a:xfrm>
        </p:spPr>
        <p:txBody>
          <a:bodyPr>
            <a:normAutofit/>
          </a:bodyPr>
          <a:lstStyle>
            <a:lvl1pPr>
              <a:lnSpc>
                <a:spcPct val="100000"/>
              </a:lnSpc>
              <a:defRPr sz="2400">
                <a:solidFill>
                  <a:schemeClr val="tx1"/>
                </a:solidFill>
                <a:latin typeface="+mn-lt"/>
                <a:cs typeface="Segoe UI" panose="020B0502040204020203" pitchFamily="34" charset="0"/>
              </a:defRPr>
            </a:lvl1pPr>
            <a:lvl2pPr>
              <a:lnSpc>
                <a:spcPct val="100000"/>
              </a:lnSpc>
              <a:defRPr sz="2000">
                <a:solidFill>
                  <a:schemeClr val="tx1"/>
                </a:solidFill>
                <a:latin typeface="+mn-lt"/>
                <a:cs typeface="Segoe UI" panose="020B0502040204020203" pitchFamily="34" charset="0"/>
              </a:defRPr>
            </a:lvl2pPr>
            <a:lvl3pPr>
              <a:lnSpc>
                <a:spcPct val="100000"/>
              </a:lnSpc>
              <a:defRPr sz="1800">
                <a:solidFill>
                  <a:schemeClr val="tx1"/>
                </a:solidFill>
                <a:latin typeface="+mn-lt"/>
                <a:cs typeface="Segoe UI" panose="020B0502040204020203" pitchFamily="34" charset="0"/>
              </a:defRPr>
            </a:lvl3pPr>
            <a:lvl4pPr>
              <a:lnSpc>
                <a:spcPct val="100000"/>
              </a:lnSpc>
              <a:defRPr sz="1600">
                <a:solidFill>
                  <a:schemeClr val="tx1"/>
                </a:solidFill>
                <a:latin typeface="+mn-lt"/>
                <a:cs typeface="Segoe UI" panose="020B0502040204020203" pitchFamily="34" charset="0"/>
              </a:defRPr>
            </a:lvl4pPr>
            <a:lvl5pPr>
              <a:lnSpc>
                <a:spcPct val="100000"/>
              </a:lnSpc>
              <a:defRPr sz="1400">
                <a:solidFill>
                  <a:schemeClr val="tx1"/>
                </a:solidFill>
                <a:latin typeface="+mn-lt"/>
                <a:cs typeface="Segoe UI" panose="020B0502040204020203" pitchFamily="34" charset="0"/>
              </a:defRPr>
            </a:lvl5pPr>
          </a:lstStyle>
          <a:p>
            <a:pPr lvl="0"/>
            <a:r>
              <a:rPr lang="en-US"/>
              <a:t>Click to edit text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66A8F47-B8E2-2147-BF7A-36D46A6796E7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6172200" y="1825625"/>
            <a:ext cx="5181600" cy="4351338"/>
          </a:xfrm>
        </p:spPr>
        <p:txBody>
          <a:bodyPr>
            <a:normAutofit/>
          </a:bodyPr>
          <a:lstStyle>
            <a:lvl1pPr>
              <a:lnSpc>
                <a:spcPct val="100000"/>
              </a:lnSpc>
              <a:defRPr sz="2400">
                <a:solidFill>
                  <a:schemeClr val="tx1"/>
                </a:solidFill>
                <a:latin typeface="+mn-lt"/>
                <a:cs typeface="Segoe UI" panose="020B0502040204020203" pitchFamily="34" charset="0"/>
              </a:defRPr>
            </a:lvl1pPr>
            <a:lvl2pPr>
              <a:lnSpc>
                <a:spcPct val="100000"/>
              </a:lnSpc>
              <a:defRPr sz="2000">
                <a:solidFill>
                  <a:schemeClr val="tx1"/>
                </a:solidFill>
                <a:latin typeface="+mn-lt"/>
                <a:cs typeface="Segoe UI" panose="020B0502040204020203" pitchFamily="34" charset="0"/>
              </a:defRPr>
            </a:lvl2pPr>
            <a:lvl3pPr>
              <a:lnSpc>
                <a:spcPct val="100000"/>
              </a:lnSpc>
              <a:defRPr sz="1800">
                <a:solidFill>
                  <a:schemeClr val="tx1"/>
                </a:solidFill>
                <a:latin typeface="+mn-lt"/>
                <a:cs typeface="Segoe UI" panose="020B0502040204020203" pitchFamily="34" charset="0"/>
              </a:defRPr>
            </a:lvl3pPr>
            <a:lvl4pPr>
              <a:lnSpc>
                <a:spcPct val="100000"/>
              </a:lnSpc>
              <a:defRPr sz="1600">
                <a:solidFill>
                  <a:schemeClr val="tx1"/>
                </a:solidFill>
                <a:latin typeface="+mn-lt"/>
                <a:cs typeface="Segoe UI" panose="020B0502040204020203" pitchFamily="34" charset="0"/>
              </a:defRPr>
            </a:lvl4pPr>
            <a:lvl5pPr>
              <a:lnSpc>
                <a:spcPct val="100000"/>
              </a:lnSpc>
              <a:defRPr sz="1400">
                <a:solidFill>
                  <a:schemeClr val="tx1"/>
                </a:solidFill>
                <a:latin typeface="+mn-lt"/>
                <a:cs typeface="Segoe UI" panose="020B0502040204020203" pitchFamily="34" charset="0"/>
              </a:defRPr>
            </a:lvl5pPr>
          </a:lstStyle>
          <a:p>
            <a:pPr lvl="0"/>
            <a:r>
              <a:rPr lang="en-US"/>
              <a:t>Click to edit text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86A77431-0588-914D-A216-28EC5A9A8A80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1353799" y="6102302"/>
            <a:ext cx="630283" cy="5669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8610553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8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1_Comparison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320160-DB07-FA41-A195-10DBA0F84C6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9788" y="365125"/>
            <a:ext cx="10515600" cy="1325563"/>
          </a:xfrm>
        </p:spPr>
        <p:txBody>
          <a:bodyPr>
            <a:normAutofit/>
          </a:bodyPr>
          <a:lstStyle>
            <a:lvl1pPr>
              <a:defRPr sz="4000" b="1">
                <a:solidFill>
                  <a:schemeClr val="tx1"/>
                </a:solidFill>
                <a:latin typeface="+mj-lt"/>
                <a:cs typeface="Segoe UI" panose="020B0502040204020203" pitchFamily="34" charset="0"/>
              </a:defRPr>
            </a:lvl1pPr>
          </a:lstStyle>
          <a:p>
            <a:r>
              <a:rPr lang="en-US"/>
              <a:t>CLICK TO EDIT TITLE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8265D98-7F86-E241-96F3-5AE4DBD2D062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839788" y="1681163"/>
            <a:ext cx="5157787" cy="823912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800" b="1">
                <a:solidFill>
                  <a:schemeClr val="tx1"/>
                </a:solidFill>
                <a:latin typeface="+mn-lt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text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7326700-521D-4B43-A2D4-FACEAE7B527F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836612" y="2505075"/>
            <a:ext cx="5157787" cy="3684588"/>
          </a:xfrm>
        </p:spPr>
        <p:txBody>
          <a:bodyPr/>
          <a:lstStyle>
            <a:lvl1pPr>
              <a:lnSpc>
                <a:spcPct val="100000"/>
              </a:lnSpc>
              <a:defRPr sz="2400">
                <a:solidFill>
                  <a:schemeClr val="tx1"/>
                </a:solidFill>
                <a:latin typeface="+mn-lt"/>
                <a:cs typeface="Segoe UI" panose="020B0502040204020203" pitchFamily="34" charset="0"/>
              </a:defRPr>
            </a:lvl1pPr>
            <a:lvl2pPr>
              <a:lnSpc>
                <a:spcPct val="100000"/>
              </a:lnSpc>
              <a:defRPr sz="2000">
                <a:solidFill>
                  <a:schemeClr val="tx1"/>
                </a:solidFill>
                <a:latin typeface="+mn-lt"/>
                <a:cs typeface="Segoe UI" panose="020B0502040204020203" pitchFamily="34" charset="0"/>
              </a:defRPr>
            </a:lvl2pPr>
            <a:lvl3pPr>
              <a:lnSpc>
                <a:spcPct val="100000"/>
              </a:lnSpc>
              <a:defRPr sz="1800">
                <a:solidFill>
                  <a:schemeClr val="tx1"/>
                </a:solidFill>
                <a:latin typeface="+mn-lt"/>
                <a:cs typeface="Segoe UI" panose="020B0502040204020203" pitchFamily="34" charset="0"/>
              </a:defRPr>
            </a:lvl3pPr>
            <a:lvl4pPr>
              <a:lnSpc>
                <a:spcPct val="100000"/>
              </a:lnSpc>
              <a:defRPr sz="1600">
                <a:solidFill>
                  <a:schemeClr val="tx1"/>
                </a:solidFill>
                <a:latin typeface="+mn-lt"/>
                <a:cs typeface="Segoe UI" panose="020B0502040204020203" pitchFamily="34" charset="0"/>
              </a:defRPr>
            </a:lvl4pPr>
            <a:lvl5pPr>
              <a:lnSpc>
                <a:spcPct val="100000"/>
              </a:lnSpc>
              <a:defRPr sz="1400">
                <a:solidFill>
                  <a:schemeClr val="tx1"/>
                </a:solidFill>
                <a:latin typeface="+mn-lt"/>
                <a:cs typeface="Segoe UI" panose="020B0502040204020203" pitchFamily="34" charset="0"/>
              </a:defRPr>
            </a:lvl5pPr>
          </a:lstStyle>
          <a:p>
            <a:pPr lvl="0"/>
            <a:r>
              <a:rPr lang="en-US"/>
              <a:t>Click to edit text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FE9CCF1-FBF1-9743-BC0F-7FF24538351E}"/>
              </a:ext>
            </a:extLst>
          </p:cNvPr>
          <p:cNvSpPr>
            <a:spLocks noGrp="1"/>
          </p:cNvSpPr>
          <p:nvPr>
            <p:ph type="body" sz="quarter" idx="3" hasCustomPrompt="1"/>
          </p:nvPr>
        </p:nvSpPr>
        <p:spPr>
          <a:xfrm>
            <a:off x="6169024" y="1681163"/>
            <a:ext cx="5183188" cy="823912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800" b="1">
                <a:solidFill>
                  <a:schemeClr val="tx1"/>
                </a:solidFill>
                <a:latin typeface="+mn-lt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text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3BE9C37-AAE6-9046-8B66-3BF2E4EFD234}"/>
              </a:ext>
            </a:extLst>
          </p:cNvPr>
          <p:cNvSpPr>
            <a:spLocks noGrp="1"/>
          </p:cNvSpPr>
          <p:nvPr>
            <p:ph sz="quarter" idx="4" hasCustomPrompt="1"/>
          </p:nvPr>
        </p:nvSpPr>
        <p:spPr>
          <a:xfrm>
            <a:off x="6169024" y="2505075"/>
            <a:ext cx="5183188" cy="3684588"/>
          </a:xfrm>
        </p:spPr>
        <p:txBody>
          <a:bodyPr/>
          <a:lstStyle>
            <a:lvl1pPr>
              <a:lnSpc>
                <a:spcPct val="100000"/>
              </a:lnSpc>
              <a:defRPr sz="2400">
                <a:solidFill>
                  <a:schemeClr val="tx1"/>
                </a:solidFill>
                <a:latin typeface="+mn-lt"/>
                <a:cs typeface="Segoe UI" panose="020B0502040204020203" pitchFamily="34" charset="0"/>
              </a:defRPr>
            </a:lvl1pPr>
            <a:lvl2pPr>
              <a:lnSpc>
                <a:spcPct val="100000"/>
              </a:lnSpc>
              <a:defRPr sz="2000">
                <a:solidFill>
                  <a:schemeClr val="tx1"/>
                </a:solidFill>
                <a:latin typeface="+mn-lt"/>
                <a:cs typeface="Segoe UI" panose="020B0502040204020203" pitchFamily="34" charset="0"/>
              </a:defRPr>
            </a:lvl2pPr>
            <a:lvl3pPr>
              <a:lnSpc>
                <a:spcPct val="100000"/>
              </a:lnSpc>
              <a:defRPr sz="1800">
                <a:solidFill>
                  <a:schemeClr val="tx1"/>
                </a:solidFill>
                <a:latin typeface="+mn-lt"/>
                <a:cs typeface="Segoe UI" panose="020B0502040204020203" pitchFamily="34" charset="0"/>
              </a:defRPr>
            </a:lvl3pPr>
            <a:lvl4pPr>
              <a:lnSpc>
                <a:spcPct val="100000"/>
              </a:lnSpc>
              <a:defRPr sz="1600">
                <a:solidFill>
                  <a:schemeClr val="tx1"/>
                </a:solidFill>
                <a:latin typeface="+mn-lt"/>
                <a:cs typeface="Segoe UI" panose="020B0502040204020203" pitchFamily="34" charset="0"/>
              </a:defRPr>
            </a:lvl4pPr>
            <a:lvl5pPr>
              <a:lnSpc>
                <a:spcPct val="100000"/>
              </a:lnSpc>
              <a:defRPr sz="1400">
                <a:solidFill>
                  <a:schemeClr val="tx1"/>
                </a:solidFill>
                <a:latin typeface="+mn-lt"/>
                <a:cs typeface="Segoe UI" panose="020B0502040204020203" pitchFamily="34" charset="0"/>
              </a:defRPr>
            </a:lvl5pPr>
          </a:lstStyle>
          <a:p>
            <a:pPr lvl="0"/>
            <a:r>
              <a:rPr lang="en-US"/>
              <a:t>Click to edit text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</a:t>
            </a:r>
            <a:r>
              <a:rPr lang="en-US" err="1"/>
              <a:t>levekl</a:t>
            </a:r>
            <a:endParaRPr lang="en-US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AE6E0398-11EA-CA4E-8CEF-209FB0E571CB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1353799" y="6102302"/>
            <a:ext cx="630283" cy="5669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7698702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8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1_Title Only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228945-86BB-2F46-A588-79A48E6F385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>
            <a:normAutofit/>
          </a:bodyPr>
          <a:lstStyle>
            <a:lvl1pPr>
              <a:defRPr sz="4000" b="1">
                <a:solidFill>
                  <a:schemeClr val="tx1"/>
                </a:solidFill>
                <a:latin typeface="+mj-lt"/>
                <a:cs typeface="Segoe UI" panose="020B0502040204020203" pitchFamily="34" charset="0"/>
              </a:defRPr>
            </a:lvl1pPr>
          </a:lstStyle>
          <a:p>
            <a:r>
              <a:rPr lang="en-US"/>
              <a:t>CLICK TO EDIT TITLE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9060FD44-8B57-FE4C-BDC8-651AF654EA20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1353799" y="6102302"/>
            <a:ext cx="630283" cy="5669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7182134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8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Blank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B1DB6A8A-5C5C-4B14-AC9E-82E8BD3DD85E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3513902" y="1869492"/>
            <a:ext cx="5164196" cy="2434422"/>
          </a:xfrm>
          <a:prstGeom prst="rect">
            <a:avLst/>
          </a:prstGeom>
        </p:spPr>
      </p:pic>
      <p:grpSp>
        <p:nvGrpSpPr>
          <p:cNvPr id="3" name="Group 2">
            <a:extLst>
              <a:ext uri="{FF2B5EF4-FFF2-40B4-BE49-F238E27FC236}">
                <a16:creationId xmlns:a16="http://schemas.microsoft.com/office/drawing/2014/main" id="{8E1AA474-9645-4EEC-ABEA-0CFA6B291443}"/>
              </a:ext>
            </a:extLst>
          </p:cNvPr>
          <p:cNvGrpSpPr/>
          <p:nvPr userDrawn="1"/>
        </p:nvGrpSpPr>
        <p:grpSpPr>
          <a:xfrm>
            <a:off x="3707497" y="5794948"/>
            <a:ext cx="4777005" cy="943637"/>
            <a:chOff x="3757354" y="5595444"/>
            <a:chExt cx="4777005" cy="943637"/>
          </a:xfrm>
        </p:grpSpPr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9C49069D-E7DC-4BAB-9BC4-6D8FD783F16D}"/>
                </a:ext>
              </a:extLst>
            </p:cNvPr>
            <p:cNvPicPr>
              <a:picLocks noChangeAspect="1"/>
            </p:cNvPicPr>
            <p:nvPr userDrawn="1"/>
          </p:nvPicPr>
          <p:blipFill rotWithShape="1">
            <a:blip r:embed="rId3"/>
            <a:srcRect l="9414" t="16388" r="9161" b="16388"/>
            <a:stretch/>
          </p:blipFill>
          <p:spPr>
            <a:xfrm>
              <a:off x="3757354" y="5595444"/>
              <a:ext cx="2660072" cy="943637"/>
            </a:xfrm>
            <a:prstGeom prst="rect">
              <a:avLst/>
            </a:prstGeom>
          </p:spPr>
        </p:pic>
        <p:pic>
          <p:nvPicPr>
            <p:cNvPr id="4" name="Picture 8">
              <a:extLst>
                <a:ext uri="{FF2B5EF4-FFF2-40B4-BE49-F238E27FC236}">
                  <a16:creationId xmlns:a16="http://schemas.microsoft.com/office/drawing/2014/main" id="{2960F564-24B3-4E58-91BD-E1FF8ACD5969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4"/>
            <a:stretch>
              <a:fillRect/>
            </a:stretch>
          </p:blipFill>
          <p:spPr>
            <a:xfrm>
              <a:off x="6592035" y="5595444"/>
              <a:ext cx="1942324" cy="943637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86658147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Masters/_rels/slideMaster1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9" Type="http://schemas.openxmlformats.org/officeDocument/2006/relationships/slideLayout" Target="../slideLayouts/slideLayout39.xml"/><Relationship Id="rId21" Type="http://schemas.openxmlformats.org/officeDocument/2006/relationships/slideLayout" Target="../slideLayouts/slideLayout21.xml"/><Relationship Id="rId34" Type="http://schemas.openxmlformats.org/officeDocument/2006/relationships/slideLayout" Target="../slideLayouts/slideLayout34.xml"/><Relationship Id="rId42" Type="http://schemas.openxmlformats.org/officeDocument/2006/relationships/slideLayout" Target="../slideLayouts/slideLayout42.xml"/><Relationship Id="rId47" Type="http://schemas.openxmlformats.org/officeDocument/2006/relationships/slideLayout" Target="../slideLayouts/slideLayout47.xml"/><Relationship Id="rId50" Type="http://schemas.openxmlformats.org/officeDocument/2006/relationships/slideLayout" Target="../slideLayouts/slideLayout50.xml"/><Relationship Id="rId55" Type="http://schemas.openxmlformats.org/officeDocument/2006/relationships/slideLayout" Target="../slideLayouts/slideLayout55.xml"/><Relationship Id="rId63" Type="http://schemas.openxmlformats.org/officeDocument/2006/relationships/slideLayout" Target="../slideLayouts/slideLayout63.xml"/><Relationship Id="rId68" Type="http://schemas.openxmlformats.org/officeDocument/2006/relationships/slideLayout" Target="../slideLayouts/slideLayout68.xml"/><Relationship Id="rId76" Type="http://schemas.openxmlformats.org/officeDocument/2006/relationships/slideLayout" Target="../slideLayouts/slideLayout76.xml"/><Relationship Id="rId84" Type="http://schemas.openxmlformats.org/officeDocument/2006/relationships/theme" Target="../theme/theme1.xml"/><Relationship Id="rId7" Type="http://schemas.openxmlformats.org/officeDocument/2006/relationships/slideLayout" Target="../slideLayouts/slideLayout7.xml"/><Relationship Id="rId71" Type="http://schemas.openxmlformats.org/officeDocument/2006/relationships/slideLayout" Target="../slideLayouts/slideLayout7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9" Type="http://schemas.openxmlformats.org/officeDocument/2006/relationships/slideLayout" Target="../slideLayouts/slideLayout29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32.xml"/><Relationship Id="rId37" Type="http://schemas.openxmlformats.org/officeDocument/2006/relationships/slideLayout" Target="../slideLayouts/slideLayout37.xml"/><Relationship Id="rId40" Type="http://schemas.openxmlformats.org/officeDocument/2006/relationships/slideLayout" Target="../slideLayouts/slideLayout40.xml"/><Relationship Id="rId45" Type="http://schemas.openxmlformats.org/officeDocument/2006/relationships/slideLayout" Target="../slideLayouts/slideLayout45.xml"/><Relationship Id="rId53" Type="http://schemas.openxmlformats.org/officeDocument/2006/relationships/slideLayout" Target="../slideLayouts/slideLayout53.xml"/><Relationship Id="rId58" Type="http://schemas.openxmlformats.org/officeDocument/2006/relationships/slideLayout" Target="../slideLayouts/slideLayout58.xml"/><Relationship Id="rId66" Type="http://schemas.openxmlformats.org/officeDocument/2006/relationships/slideLayout" Target="../slideLayouts/slideLayout66.xml"/><Relationship Id="rId74" Type="http://schemas.openxmlformats.org/officeDocument/2006/relationships/slideLayout" Target="../slideLayouts/slideLayout74.xml"/><Relationship Id="rId79" Type="http://schemas.openxmlformats.org/officeDocument/2006/relationships/slideLayout" Target="../slideLayouts/slideLayout79.xml"/><Relationship Id="rId5" Type="http://schemas.openxmlformats.org/officeDocument/2006/relationships/slideLayout" Target="../slideLayouts/slideLayout5.xml"/><Relationship Id="rId61" Type="http://schemas.openxmlformats.org/officeDocument/2006/relationships/slideLayout" Target="../slideLayouts/slideLayout61.xml"/><Relationship Id="rId82" Type="http://schemas.openxmlformats.org/officeDocument/2006/relationships/slideLayout" Target="../slideLayouts/slideLayout82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slideLayout" Target="../slideLayouts/slideLayout31.xml"/><Relationship Id="rId44" Type="http://schemas.openxmlformats.org/officeDocument/2006/relationships/slideLayout" Target="../slideLayouts/slideLayout44.xml"/><Relationship Id="rId52" Type="http://schemas.openxmlformats.org/officeDocument/2006/relationships/slideLayout" Target="../slideLayouts/slideLayout52.xml"/><Relationship Id="rId60" Type="http://schemas.openxmlformats.org/officeDocument/2006/relationships/slideLayout" Target="../slideLayouts/slideLayout60.xml"/><Relationship Id="rId65" Type="http://schemas.openxmlformats.org/officeDocument/2006/relationships/slideLayout" Target="../slideLayouts/slideLayout65.xml"/><Relationship Id="rId73" Type="http://schemas.openxmlformats.org/officeDocument/2006/relationships/slideLayout" Target="../slideLayouts/slideLayout73.xml"/><Relationship Id="rId78" Type="http://schemas.openxmlformats.org/officeDocument/2006/relationships/slideLayout" Target="../slideLayouts/slideLayout78.xml"/><Relationship Id="rId81" Type="http://schemas.openxmlformats.org/officeDocument/2006/relationships/slideLayout" Target="../slideLayouts/slideLayout8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35" Type="http://schemas.openxmlformats.org/officeDocument/2006/relationships/slideLayout" Target="../slideLayouts/slideLayout35.xml"/><Relationship Id="rId43" Type="http://schemas.openxmlformats.org/officeDocument/2006/relationships/slideLayout" Target="../slideLayouts/slideLayout43.xml"/><Relationship Id="rId48" Type="http://schemas.openxmlformats.org/officeDocument/2006/relationships/slideLayout" Target="../slideLayouts/slideLayout48.xml"/><Relationship Id="rId56" Type="http://schemas.openxmlformats.org/officeDocument/2006/relationships/slideLayout" Target="../slideLayouts/slideLayout56.xml"/><Relationship Id="rId64" Type="http://schemas.openxmlformats.org/officeDocument/2006/relationships/slideLayout" Target="../slideLayouts/slideLayout64.xml"/><Relationship Id="rId69" Type="http://schemas.openxmlformats.org/officeDocument/2006/relationships/slideLayout" Target="../slideLayouts/slideLayout69.xml"/><Relationship Id="rId77" Type="http://schemas.openxmlformats.org/officeDocument/2006/relationships/slideLayout" Target="../slideLayouts/slideLayout77.xml"/><Relationship Id="rId8" Type="http://schemas.openxmlformats.org/officeDocument/2006/relationships/slideLayout" Target="../slideLayouts/slideLayout8.xml"/><Relationship Id="rId51" Type="http://schemas.openxmlformats.org/officeDocument/2006/relationships/slideLayout" Target="../slideLayouts/slideLayout51.xml"/><Relationship Id="rId72" Type="http://schemas.openxmlformats.org/officeDocument/2006/relationships/slideLayout" Target="../slideLayouts/slideLayout72.xml"/><Relationship Id="rId80" Type="http://schemas.openxmlformats.org/officeDocument/2006/relationships/slideLayout" Target="../slideLayouts/slideLayout80.xml"/><Relationship Id="rId3" Type="http://schemas.openxmlformats.org/officeDocument/2006/relationships/slideLayout" Target="../slideLayouts/slideLayout3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slideLayout" Target="../slideLayouts/slideLayout33.xml"/><Relationship Id="rId38" Type="http://schemas.openxmlformats.org/officeDocument/2006/relationships/slideLayout" Target="../slideLayouts/slideLayout38.xml"/><Relationship Id="rId46" Type="http://schemas.openxmlformats.org/officeDocument/2006/relationships/slideLayout" Target="../slideLayouts/slideLayout46.xml"/><Relationship Id="rId59" Type="http://schemas.openxmlformats.org/officeDocument/2006/relationships/slideLayout" Target="../slideLayouts/slideLayout59.xml"/><Relationship Id="rId67" Type="http://schemas.openxmlformats.org/officeDocument/2006/relationships/slideLayout" Target="../slideLayouts/slideLayout67.xml"/><Relationship Id="rId20" Type="http://schemas.openxmlformats.org/officeDocument/2006/relationships/slideLayout" Target="../slideLayouts/slideLayout20.xml"/><Relationship Id="rId41" Type="http://schemas.openxmlformats.org/officeDocument/2006/relationships/slideLayout" Target="../slideLayouts/slideLayout41.xml"/><Relationship Id="rId54" Type="http://schemas.openxmlformats.org/officeDocument/2006/relationships/slideLayout" Target="../slideLayouts/slideLayout54.xml"/><Relationship Id="rId62" Type="http://schemas.openxmlformats.org/officeDocument/2006/relationships/slideLayout" Target="../slideLayouts/slideLayout62.xml"/><Relationship Id="rId70" Type="http://schemas.openxmlformats.org/officeDocument/2006/relationships/slideLayout" Target="../slideLayouts/slideLayout70.xml"/><Relationship Id="rId75" Type="http://schemas.openxmlformats.org/officeDocument/2006/relationships/slideLayout" Target="../slideLayouts/slideLayout75.xml"/><Relationship Id="rId83" Type="http://schemas.openxmlformats.org/officeDocument/2006/relationships/slideLayout" Target="../slideLayouts/slideLayout83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36" Type="http://schemas.openxmlformats.org/officeDocument/2006/relationships/slideLayout" Target="../slideLayouts/slideLayout36.xml"/><Relationship Id="rId49" Type="http://schemas.openxmlformats.org/officeDocument/2006/relationships/slideLayout" Target="../slideLayouts/slideLayout49.xml"/><Relationship Id="rId57" Type="http://schemas.openxmlformats.org/officeDocument/2006/relationships/slideLayout" Target="../slideLayouts/slideLayout57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1F1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0B2C0BB-249E-9046-8862-208A034F43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0EEA3C5-4E1A-C341-ABA0-60A772282E9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203737418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7" r:id="rId1"/>
    <p:sldLayoutId id="2147483718" r:id="rId2"/>
    <p:sldLayoutId id="2147483719" r:id="rId3"/>
    <p:sldLayoutId id="2147483720" r:id="rId4"/>
    <p:sldLayoutId id="2147483721" r:id="rId5"/>
    <p:sldLayoutId id="2147483722" r:id="rId6"/>
    <p:sldLayoutId id="2147483723" r:id="rId7"/>
    <p:sldLayoutId id="2147483724" r:id="rId8"/>
    <p:sldLayoutId id="2147483725" r:id="rId9"/>
    <p:sldLayoutId id="2147483726" r:id="rId10"/>
    <p:sldLayoutId id="2147483727" r:id="rId11"/>
    <p:sldLayoutId id="2147483728" r:id="rId12"/>
    <p:sldLayoutId id="2147483729" r:id="rId13"/>
    <p:sldLayoutId id="2147483730" r:id="rId14"/>
    <p:sldLayoutId id="2147483731" r:id="rId15"/>
    <p:sldLayoutId id="2147483732" r:id="rId16"/>
    <p:sldLayoutId id="2147483733" r:id="rId17"/>
    <p:sldLayoutId id="2147483734" r:id="rId18"/>
    <p:sldLayoutId id="2147483735" r:id="rId19"/>
    <p:sldLayoutId id="2147483736" r:id="rId20"/>
    <p:sldLayoutId id="2147483737" r:id="rId21"/>
    <p:sldLayoutId id="2147483738" r:id="rId22"/>
    <p:sldLayoutId id="2147483739" r:id="rId23"/>
    <p:sldLayoutId id="2147483740" r:id="rId24"/>
    <p:sldLayoutId id="2147483741" r:id="rId25"/>
    <p:sldLayoutId id="2147483742" r:id="rId26"/>
    <p:sldLayoutId id="2147483743" r:id="rId27"/>
    <p:sldLayoutId id="2147483744" r:id="rId28"/>
    <p:sldLayoutId id="2147483745" r:id="rId29"/>
    <p:sldLayoutId id="2147483746" r:id="rId30"/>
    <p:sldLayoutId id="2147483747" r:id="rId31"/>
    <p:sldLayoutId id="2147483748" r:id="rId32"/>
    <p:sldLayoutId id="2147483749" r:id="rId33"/>
    <p:sldLayoutId id="2147483750" r:id="rId34"/>
    <p:sldLayoutId id="2147483751" r:id="rId35"/>
    <p:sldLayoutId id="2147483752" r:id="rId36"/>
    <p:sldLayoutId id="2147483753" r:id="rId37"/>
    <p:sldLayoutId id="2147483754" r:id="rId38"/>
    <p:sldLayoutId id="2147483755" r:id="rId39"/>
    <p:sldLayoutId id="2147483756" r:id="rId40"/>
    <p:sldLayoutId id="2147483757" r:id="rId41"/>
    <p:sldLayoutId id="2147483758" r:id="rId42"/>
    <p:sldLayoutId id="2147483759" r:id="rId43"/>
    <p:sldLayoutId id="2147483760" r:id="rId44"/>
    <p:sldLayoutId id="2147483761" r:id="rId45"/>
    <p:sldLayoutId id="2147483762" r:id="rId46"/>
    <p:sldLayoutId id="2147483763" r:id="rId47"/>
    <p:sldLayoutId id="2147483764" r:id="rId48"/>
    <p:sldLayoutId id="2147483765" r:id="rId49"/>
    <p:sldLayoutId id="2147483766" r:id="rId50"/>
    <p:sldLayoutId id="2147483767" r:id="rId51"/>
    <p:sldLayoutId id="2147483768" r:id="rId52"/>
    <p:sldLayoutId id="2147483769" r:id="rId53"/>
    <p:sldLayoutId id="2147483770" r:id="rId54"/>
    <p:sldLayoutId id="2147483771" r:id="rId55"/>
    <p:sldLayoutId id="2147483772" r:id="rId56"/>
    <p:sldLayoutId id="2147483773" r:id="rId57"/>
    <p:sldLayoutId id="2147483774" r:id="rId58"/>
    <p:sldLayoutId id="2147483775" r:id="rId59"/>
    <p:sldLayoutId id="2147483707" r:id="rId60"/>
    <p:sldLayoutId id="2147483650" r:id="rId61"/>
    <p:sldLayoutId id="2147483675" r:id="rId62"/>
    <p:sldLayoutId id="2147483673" r:id="rId63"/>
    <p:sldLayoutId id="2147483652" r:id="rId64"/>
    <p:sldLayoutId id="2147483653" r:id="rId65"/>
    <p:sldLayoutId id="2147483654" r:id="rId66"/>
    <p:sldLayoutId id="2147483683" r:id="rId67"/>
    <p:sldLayoutId id="2147483684" r:id="rId68"/>
    <p:sldLayoutId id="2147483685" r:id="rId69"/>
    <p:sldLayoutId id="2147483686" r:id="rId70"/>
    <p:sldLayoutId id="2147483699" r:id="rId71"/>
    <p:sldLayoutId id="2147483700" r:id="rId72"/>
    <p:sldLayoutId id="2147483701" r:id="rId73"/>
    <p:sldLayoutId id="2147483702" r:id="rId74"/>
    <p:sldLayoutId id="2147483691" r:id="rId75"/>
    <p:sldLayoutId id="2147483692" r:id="rId76"/>
    <p:sldLayoutId id="2147483693" r:id="rId77"/>
    <p:sldLayoutId id="2147483694" r:id="rId78"/>
    <p:sldLayoutId id="2147483709" r:id="rId79"/>
    <p:sldLayoutId id="2147483710" r:id="rId80"/>
    <p:sldLayoutId id="2147483711" r:id="rId81"/>
    <p:sldLayoutId id="2147483712" r:id="rId82"/>
    <p:sldLayoutId id="2147483658" r:id="rId83"/>
  </p:sldLayoutIdLst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4000" b="1" kern="1200" cap="all" baseline="0">
          <a:solidFill>
            <a:srgbClr val="313A59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•"/>
        <a:defRPr sz="2400" kern="1200">
          <a:solidFill>
            <a:srgbClr val="313A59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•"/>
        <a:defRPr sz="2000" kern="1200">
          <a:solidFill>
            <a:srgbClr val="313A59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•"/>
        <a:defRPr sz="1800" kern="1200">
          <a:solidFill>
            <a:srgbClr val="313A59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00000"/>
        </a:lnSpc>
        <a:spcBef>
          <a:spcPts val="0"/>
        </a:spcBef>
        <a:spcAft>
          <a:spcPts val="0"/>
        </a:spcAft>
        <a:buFont typeface="Arial" panose="020B0604020202020204" pitchFamily="34" charset="0"/>
        <a:buChar char="•"/>
        <a:defRPr sz="1600" kern="1200">
          <a:solidFill>
            <a:srgbClr val="313A59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00000"/>
        </a:lnSpc>
        <a:spcBef>
          <a:spcPts val="0"/>
        </a:spcBef>
        <a:spcAft>
          <a:spcPts val="0"/>
        </a:spcAft>
        <a:buFont typeface="Arial" panose="020B0604020202020204" pitchFamily="34" charset="0"/>
        <a:buChar char="•"/>
        <a:defRPr sz="1400" kern="1200">
          <a:solidFill>
            <a:srgbClr val="313A59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13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3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hyperlink" Target="https://docs.microsoft.com/en-us/azure/site-recovery/site-recovery-deployment-planner" TargetMode="External"/><Relationship Id="rId2" Type="http://schemas.openxmlformats.org/officeDocument/2006/relationships/hyperlink" Target="https://docs.microsoft.com/en-us/azure/site-recovery/hyper-v-deployment-planner-overview" TargetMode="External"/><Relationship Id="rId1" Type="http://schemas.openxmlformats.org/officeDocument/2006/relationships/slideLayout" Target="../slideLayouts/slideLayout44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B23743-A772-457F-9876-3CF5AB02161E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Azure deployment planner 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A1E3ED4-DBCE-428E-8C48-98D99494F967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Mason Adams – Cloud Migration Engineer</a:t>
            </a:r>
          </a:p>
        </p:txBody>
      </p:sp>
    </p:spTree>
    <p:extLst>
      <p:ext uri="{BB962C8B-B14F-4D97-AF65-F5344CB8AC3E}">
        <p14:creationId xmlns:p14="http://schemas.microsoft.com/office/powerpoint/2010/main" val="70939078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BE0BBB-82F8-4192-8B24-7449C3DF71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AGENDA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B6C9276-F7A3-4921-A354-2BED1D0D919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Azure Site Recovery (ASR) Deployment Planner Overview</a:t>
            </a:r>
            <a:endParaRPr lang="en-US" dirty="0">
              <a:latin typeface="+mn-lt"/>
            </a:endParaRPr>
          </a:p>
          <a:p>
            <a:r>
              <a:rPr lang="en-US" dirty="0"/>
              <a:t>How 10</a:t>
            </a:r>
            <a:r>
              <a:rPr lang="en-US" baseline="30000" dirty="0"/>
              <a:t>th</a:t>
            </a:r>
            <a:r>
              <a:rPr lang="en-US" dirty="0"/>
              <a:t> Magnitude utilizes ASR Deployment Planner</a:t>
            </a:r>
            <a:endParaRPr lang="en-US" dirty="0">
              <a:latin typeface="+mn-lt"/>
            </a:endParaRPr>
          </a:p>
          <a:p>
            <a:r>
              <a:rPr lang="en-US" dirty="0">
                <a:latin typeface="+mn-lt"/>
              </a:rPr>
              <a:t>Useful </a:t>
            </a:r>
            <a:r>
              <a:rPr lang="en-US" dirty="0"/>
              <a:t>l</a:t>
            </a:r>
            <a:r>
              <a:rPr lang="en-US" dirty="0">
                <a:latin typeface="+mn-lt"/>
              </a:rPr>
              <a:t>inks to learn more</a:t>
            </a:r>
          </a:p>
          <a:p>
            <a:r>
              <a:rPr lang="en-US" dirty="0"/>
              <a:t>Deployment Planner output demo</a:t>
            </a:r>
            <a:endParaRPr lang="en-US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389551214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67A759-EAD5-42A7-BB52-5A2E2172C8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ASR Deployment Planner Overview</a:t>
            </a:r>
            <a:endParaRPr lang="en-US" sz="7200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7337612-1B41-42B7-B2CB-7B0E4920BE8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8065809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984C67-7F99-4A82-B7EE-01B233EEF1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Deployment Planner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76E7CE9-7D06-4A41-BDAF-67A3E3FCF3F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solidFill>
                  <a:srgbClr val="252125"/>
                </a:solidFill>
              </a:rPr>
              <a:t>Planning for replication needs</a:t>
            </a:r>
          </a:p>
          <a:p>
            <a:pPr lvl="1"/>
            <a:r>
              <a:rPr lang="en-US" dirty="0">
                <a:solidFill>
                  <a:srgbClr val="252125"/>
                </a:solidFill>
                <a:latin typeface="+mn-lt"/>
              </a:rPr>
              <a:t>Deployment planner works for both Hyper-V and VM</a:t>
            </a:r>
            <a:r>
              <a:rPr lang="en-US" dirty="0">
                <a:solidFill>
                  <a:srgbClr val="252125"/>
                </a:solidFill>
              </a:rPr>
              <a:t>Ware environments</a:t>
            </a:r>
          </a:p>
          <a:p>
            <a:pPr lvl="1"/>
            <a:r>
              <a:rPr lang="en-US" dirty="0">
                <a:solidFill>
                  <a:srgbClr val="252125"/>
                </a:solidFill>
                <a:latin typeface="+mn-lt"/>
              </a:rPr>
              <a:t>Provides a VM eligibility assessment based on disk sizes, churn, OS version, etc.</a:t>
            </a:r>
          </a:p>
          <a:p>
            <a:pPr lvl="1"/>
            <a:r>
              <a:rPr lang="en-US" dirty="0">
                <a:solidFill>
                  <a:srgbClr val="252125"/>
                </a:solidFill>
              </a:rPr>
              <a:t>E</a:t>
            </a:r>
            <a:r>
              <a:rPr lang="en-US" dirty="0">
                <a:solidFill>
                  <a:srgbClr val="252125"/>
                </a:solidFill>
                <a:latin typeface="+mn-lt"/>
              </a:rPr>
              <a:t>stimates Bandwidth needed to reach the desired Recovery Point Objective and the impact of a lower bandwidth</a:t>
            </a:r>
          </a:p>
          <a:p>
            <a:pPr lvl="1"/>
            <a:r>
              <a:rPr lang="en-US" dirty="0">
                <a:solidFill>
                  <a:srgbClr val="252125"/>
                </a:solidFill>
              </a:rPr>
              <a:t>E</a:t>
            </a:r>
            <a:r>
              <a:rPr lang="en-US" dirty="0">
                <a:solidFill>
                  <a:srgbClr val="252125"/>
                </a:solidFill>
                <a:latin typeface="+mn-lt"/>
              </a:rPr>
              <a:t>stimates Azure and on-prem infrastructure needs, such as number and type of storage accounts, storage type for each VM, size of each VM, and number of configuration servers.</a:t>
            </a:r>
          </a:p>
          <a:p>
            <a:pPr lvl="1"/>
            <a:r>
              <a:rPr lang="en-US" dirty="0">
                <a:solidFill>
                  <a:srgbClr val="252125"/>
                </a:solidFill>
              </a:rPr>
              <a:t>E</a:t>
            </a:r>
            <a:r>
              <a:rPr lang="en-US" dirty="0">
                <a:solidFill>
                  <a:srgbClr val="252125"/>
                </a:solidFill>
                <a:latin typeface="+mn-lt"/>
              </a:rPr>
              <a:t>stimates costs associated with disaster recovery such as compute, storage, network, and license prices per VM.</a:t>
            </a:r>
          </a:p>
        </p:txBody>
      </p:sp>
    </p:spTree>
    <p:extLst>
      <p:ext uri="{BB962C8B-B14F-4D97-AF65-F5344CB8AC3E}">
        <p14:creationId xmlns:p14="http://schemas.microsoft.com/office/powerpoint/2010/main" val="400969669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81D81B-AEE6-430F-91C2-AE4AD59E28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Deployment Planner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9FC79E4-9A5C-46E1-8C1C-E7D31080DF3B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Command line tool that is installed on each Hyper-V host or cluster, or on each vSphere server to assess all VMs associated with each.</a:t>
            </a:r>
          </a:p>
          <a:p>
            <a:r>
              <a:rPr lang="en-US" dirty="0"/>
              <a:t>3 main phases: Get VM List, Profiling, and Report Generation. </a:t>
            </a:r>
          </a:p>
          <a:p>
            <a:r>
              <a:rPr lang="en-US" dirty="0"/>
              <a:t>Outputs an Excel document</a:t>
            </a:r>
          </a:p>
        </p:txBody>
      </p:sp>
      <p:pic>
        <p:nvPicPr>
          <p:cNvPr id="1026" name="Picture 2" descr="hyper-v-logo | Zion IT Consulting">
            <a:extLst>
              <a:ext uri="{FF2B5EF4-FFF2-40B4-BE49-F238E27FC236}">
                <a16:creationId xmlns:a16="http://schemas.microsoft.com/office/drawing/2014/main" id="{E2C9EC54-286B-476E-9F68-E63B9FA97C40}"/>
              </a:ext>
            </a:extLst>
          </p:cNvPr>
          <p:cNvPicPr>
            <a:picLocks noGrp="1" noChangeAspect="1" noChangeArrowheads="1"/>
          </p:cNvPicPr>
          <p:nvPr>
            <p:ph sz="half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73089" y="1204206"/>
            <a:ext cx="3441032" cy="233275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vSphere Logo - LogoDix">
            <a:extLst>
              <a:ext uri="{FF2B5EF4-FFF2-40B4-BE49-F238E27FC236}">
                <a16:creationId xmlns:a16="http://schemas.microsoft.com/office/drawing/2014/main" id="{915A8640-9A8D-44B0-B7C6-BBEEC3CE11F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69317" y="3224463"/>
            <a:ext cx="4048576" cy="29958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8381797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AE5146-340D-4338-A61E-8A5CB7796C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How 10</a:t>
            </a:r>
            <a:r>
              <a:rPr lang="en-US" baseline="30000" dirty="0"/>
              <a:t>th</a:t>
            </a:r>
            <a:r>
              <a:rPr lang="en-US" dirty="0"/>
              <a:t> Magnitude utilizes ASR Deployment Planner</a:t>
            </a:r>
            <a:br>
              <a:rPr lang="en-US" sz="7200" dirty="0"/>
            </a:b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E4BFAD7-3571-4601-8665-087A57FEE1C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620876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4A4341-514C-49B2-85F7-D5DFAFDFA6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Use cases for deployment planner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0BB5CD0-B7BE-4395-9450-3DBC84966CFF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Used by the CMC to determine ASR and Azure landing zone requirements</a:t>
            </a:r>
          </a:p>
          <a:p>
            <a:r>
              <a:rPr lang="en-US" dirty="0"/>
              <a:t>Can also be used to give VMs an appropriate size in Azure </a:t>
            </a:r>
          </a:p>
          <a:p>
            <a:r>
              <a:rPr lang="en-US" dirty="0"/>
              <a:t>The output can determine groups of servers to replicate due to bandwidth concerns</a:t>
            </a:r>
          </a:p>
          <a:p>
            <a:r>
              <a:rPr lang="en-US" dirty="0"/>
              <a:t>Azure Migrate Assessment produces a similar report, but deployment planner provides additional information</a:t>
            </a:r>
          </a:p>
        </p:txBody>
      </p:sp>
      <p:pic>
        <p:nvPicPr>
          <p:cNvPr id="2052" name="Picture 4" descr="Azure Site Recovery - Disaster Recovery the easy way">
            <a:extLst>
              <a:ext uri="{FF2B5EF4-FFF2-40B4-BE49-F238E27FC236}">
                <a16:creationId xmlns:a16="http://schemas.microsoft.com/office/drawing/2014/main" id="{EE8D4CD0-33FF-41FA-B093-995BB76F462E}"/>
              </a:ext>
            </a:extLst>
          </p:cNvPr>
          <p:cNvPicPr>
            <a:picLocks noGrp="1" noChangeAspect="1" noChangeArrowheads="1"/>
          </p:cNvPicPr>
          <p:nvPr>
            <p:ph sz="half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89107" y="1613275"/>
            <a:ext cx="4149676" cy="314521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13554879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430621-9D22-4358-95C4-46D57002A5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Links for more information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8AF0454-3699-46CA-9CCD-705484AF20B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6262743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7816ED-2F82-4F50-BFFA-583BAE4432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Learn more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4D50AFD-D887-4368-8383-5931D89CAA5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ASR Deployment Planner</a:t>
            </a:r>
          </a:p>
          <a:p>
            <a:pPr lvl="1"/>
            <a:r>
              <a:rPr lang="en-US" dirty="0"/>
              <a:t>Hyper-V  </a:t>
            </a:r>
            <a:r>
              <a:rPr lang="en-US" dirty="0">
                <a:hlinkClick r:id="rId2"/>
              </a:rPr>
              <a:t>https://docs.microsoft.com/en-us/azure/site-recovery/hyper-v-deployment-planner-overview</a:t>
            </a:r>
            <a:endParaRPr lang="en-US" dirty="0"/>
          </a:p>
          <a:p>
            <a:pPr lvl="1"/>
            <a:r>
              <a:rPr lang="en-US" dirty="0"/>
              <a:t>VMWare  </a:t>
            </a:r>
            <a:r>
              <a:rPr lang="en-US" dirty="0">
                <a:hlinkClick r:id="rId3"/>
              </a:rPr>
              <a:t>https://docs.microsoft.com/en-us/azure/site-recovery/site-recovery-deployment-planner</a:t>
            </a:r>
            <a:endParaRPr lang="en-US" dirty="0"/>
          </a:p>
          <a:p>
            <a:pPr marL="457200" lvl="1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1368146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265304021"/>
      </p:ext>
    </p:extLst>
  </p:cSld>
  <p:clrMapOvr>
    <a:masterClrMapping/>
  </p:clrMapOvr>
</p:sld>
</file>

<file path=ppt/theme/theme1.xml><?xml version="1.0" encoding="utf-8"?>
<a:theme xmlns:a="http://schemas.openxmlformats.org/drawingml/2006/main" name="10MPPtTheme">
  <a:themeElements>
    <a:clrScheme name="10th Magnitude - New Colors (2018)">
      <a:dk1>
        <a:srgbClr val="252126"/>
      </a:dk1>
      <a:lt1>
        <a:srgbClr val="FFFFFF"/>
      </a:lt1>
      <a:dk2>
        <a:srgbClr val="252126"/>
      </a:dk2>
      <a:lt2>
        <a:srgbClr val="FFFFFF"/>
      </a:lt2>
      <a:accent1>
        <a:srgbClr val="F26322"/>
      </a:accent1>
      <a:accent2>
        <a:srgbClr val="215691"/>
      </a:accent2>
      <a:accent3>
        <a:srgbClr val="6DA4CE"/>
      </a:accent3>
      <a:accent4>
        <a:srgbClr val="2DAB95"/>
      </a:accent4>
      <a:accent5>
        <a:srgbClr val="7F726C"/>
      </a:accent5>
      <a:accent6>
        <a:srgbClr val="B2AC9E"/>
      </a:accent6>
      <a:hlink>
        <a:srgbClr val="F26322"/>
      </a:hlink>
      <a:folHlink>
        <a:srgbClr val="2DAB95"/>
      </a:folHlink>
    </a:clrScheme>
    <a:fontScheme name="2019 10M Font">
      <a:majorFont>
        <a:latin typeface="Segoe UI"/>
        <a:ea typeface=""/>
        <a:cs typeface=""/>
      </a:majorFont>
      <a:minorFont>
        <a:latin typeface="Segoe UI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10MPPtTheme" id="{B2038255-EC53-4C73-90C3-A4268DB35DAA}" vid="{DBEEF38B-A570-4A62-BC92-B08EAE682EA0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_rels/item4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4.xml"/></Relationships>
</file>

<file path=customXml/item1.xml><?xml version="1.0" encoding="utf-8"?>
<?mso-contentType ?>
<SharedContentType xmlns="Microsoft.SharePoint.Taxonomy.ContentTypeSync" SourceId="eb2783f3-b65a-4bc3-b9a4-5ca090672b9f" ContentTypeId="0x010100F3B85500720A564797EA7BE3D376C8B1" PreviousValue="false"/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077F05DA607A2A4CAA5FA95AE8B6A4C4" ma:contentTypeVersion="7" ma:contentTypeDescription="Create a new document." ma:contentTypeScope="" ma:versionID="2b1de2b3930e9c636cd8b9c792a53b8e">
  <xsd:schema xmlns:xsd="http://www.w3.org/2001/XMLSchema" xmlns:xs="http://www.w3.org/2001/XMLSchema" xmlns:p="http://schemas.microsoft.com/office/2006/metadata/properties" xmlns:ns2="2c4e1b44-4198-4e94-9bea-673078799ec1" xmlns:ns3="bbc0f3e1-63d8-48db-92f9-b9c2323a3b10" targetNamespace="http://schemas.microsoft.com/office/2006/metadata/properties" ma:root="true" ma:fieldsID="7b73ca05e44a74a406f423556b9535e2" ns2:_="" ns3:_="">
    <xsd:import namespace="2c4e1b44-4198-4e94-9bea-673078799ec1"/>
    <xsd:import namespace="bbc0f3e1-63d8-48db-92f9-b9c2323a3b10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3:SharedWithUsers" minOccurs="0"/>
                <xsd:element ref="ns3:SharedWithDetail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c4e1b44-4198-4e94-9bea-673078799ec1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KeyPoints" ma:index="10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1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DateTaken" ma:index="12" nillable="true" ma:displayName="MediaServiceDateTaken" ma:hidden="true" ma:internalName="MediaServiceDateTaken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bc0f3e1-63d8-48db-92f9-b9c2323a3b10" elementFormDefault="qualified">
    <xsd:import namespace="http://schemas.microsoft.com/office/2006/documentManagement/types"/>
    <xsd:import namespace="http://schemas.microsoft.com/office/infopath/2007/PartnerControls"/>
    <xsd:element name="SharedWithUsers" ma:index="13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4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4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BE2B0C41-5530-48FA-ADBF-4B4DEE0ACF68}">
  <ds:schemaRefs>
    <ds:schemaRef ds:uri="Microsoft.SharePoint.Taxonomy.ContentTypeSync"/>
  </ds:schemaRefs>
</ds:datastoreItem>
</file>

<file path=customXml/itemProps2.xml><?xml version="1.0" encoding="utf-8"?>
<ds:datastoreItem xmlns:ds="http://schemas.openxmlformats.org/officeDocument/2006/customXml" ds:itemID="{8B104888-185A-42C9-BD3E-6B123F56FA62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6F0AFFED-80C4-4869-B8FC-F27C6441EDDD}"/>
</file>

<file path=customXml/itemProps4.xml><?xml version="1.0" encoding="utf-8"?>
<ds:datastoreItem xmlns:ds="http://schemas.openxmlformats.org/officeDocument/2006/customXml" ds:itemID="{E00E112B-8D09-49DC-99EB-48B29A908BF2}">
  <ds:schemaRefs>
    <ds:schemaRef ds:uri="9e554445-41a9-41ea-ac9a-fe9da1f72902"/>
    <ds:schemaRef ds:uri="ff7abbc6-562f-457d-a14c-d4ff177a6011"/>
    <ds:schemaRef ds:uri="http://purl.org/dc/dcmitype/"/>
    <ds:schemaRef ds:uri="http://purl.org/dc/elements/1.1/"/>
    <ds:schemaRef ds:uri="http://purl.org/dc/terms/"/>
    <ds:schemaRef ds:uri="http://schemas.microsoft.com/office/2006/documentManagement/types"/>
    <ds:schemaRef ds:uri="http://schemas.microsoft.com/office/2006/metadata/properties"/>
    <ds:schemaRef ds:uri="http://schemas.microsoft.com/office/infopath/2007/PartnerControls"/>
    <ds:schemaRef ds:uri="http://schemas.openxmlformats.org/package/2006/metadata/core-properties"/>
    <ds:schemaRef ds:uri="http://www.w3.org/XML/1998/namespace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1444</TotalTime>
  <Words>292</Words>
  <Application>Microsoft Office PowerPoint</Application>
  <PresentationFormat>Widescreen</PresentationFormat>
  <Paragraphs>30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Arial</vt:lpstr>
      <vt:lpstr>Calibri</vt:lpstr>
      <vt:lpstr>Segoe UI</vt:lpstr>
      <vt:lpstr>10MPPtTheme</vt:lpstr>
      <vt:lpstr>Azure deployment planner </vt:lpstr>
      <vt:lpstr>AGENDA</vt:lpstr>
      <vt:lpstr>ASR Deployment Planner Overview</vt:lpstr>
      <vt:lpstr>Deployment Planner</vt:lpstr>
      <vt:lpstr>Deployment Planner</vt:lpstr>
      <vt:lpstr>How 10th Magnitude utilizes ASR Deployment Planner </vt:lpstr>
      <vt:lpstr>Use cases for deployment planner</vt:lpstr>
      <vt:lpstr>Links for more information</vt:lpstr>
      <vt:lpstr>Learn more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TITLE GOES HERE</dc:title>
  <dc:creator>Mykaela Armfield</dc:creator>
  <cp:lastModifiedBy>Mason</cp:lastModifiedBy>
  <cp:revision>37</cp:revision>
  <dcterms:modified xsi:type="dcterms:W3CDTF">2020-04-13T22:08:28Z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0x010100077F05DA607A2A4CAA5FA95AE8B6A4C4</vt:lpwstr>
  </property>
  <property fmtid="{D5CDD505-2E9C-101B-9397-08002B2CF9AE}" pid="3" name="xd_Signature">
    <vt:bool>false</vt:bool>
  </property>
  <property fmtid="{D5CDD505-2E9C-101B-9397-08002B2CF9AE}" pid="4" name="xd_ProgID">
    <vt:lpwstr/>
  </property>
  <property fmtid="{D5CDD505-2E9C-101B-9397-08002B2CF9AE}" pid="5" name="TemplateUrl">
    <vt:lpwstr/>
  </property>
  <property fmtid="{D5CDD505-2E9C-101B-9397-08002B2CF9AE}" pid="6" name="ComplianceAssetId">
    <vt:lpwstr/>
  </property>
  <property fmtid="{D5CDD505-2E9C-101B-9397-08002B2CF9AE}" pid="7" name="AuthorIds_UIVersion_2560">
    <vt:lpwstr>568</vt:lpwstr>
  </property>
  <property fmtid="{D5CDD505-2E9C-101B-9397-08002B2CF9AE}" pid="8" name="AuthorIds_UIVersion_3072">
    <vt:lpwstr>568</vt:lpwstr>
  </property>
  <property fmtid="{D5CDD505-2E9C-101B-9397-08002B2CF9AE}" pid="9" name="AuthorIds_UIVersion_2048">
    <vt:lpwstr>598</vt:lpwstr>
  </property>
  <property fmtid="{D5CDD505-2E9C-101B-9397-08002B2CF9AE}" pid="10" name="Service Demand Readiness Document Type">
    <vt:lpwstr/>
  </property>
  <property fmtid="{D5CDD505-2E9C-101B-9397-08002B2CF9AE}" pid="11" name="c81025114df5468e9d60e013ebe960eb">
    <vt:lpwstr/>
  </property>
  <property fmtid="{D5CDD505-2E9C-101B-9397-08002B2CF9AE}" pid="12" name="Marketing Collateral Document TYpe">
    <vt:lpwstr>3</vt:lpwstr>
  </property>
  <property fmtid="{D5CDD505-2E9C-101B-9397-08002B2CF9AE}" pid="13" name="p98545cdce9f4fdcac260ebe7203cfa8">
    <vt:lpwstr>Branded Templates|776d6567-359f-4041-862b-359c75925acb</vt:lpwstr>
  </property>
  <property fmtid="{D5CDD505-2E9C-101B-9397-08002B2CF9AE}" pid="14" name="Marketing Collateral Status">
    <vt:lpwstr>In-Progress</vt:lpwstr>
  </property>
  <property fmtid="{D5CDD505-2E9C-101B-9397-08002B2CF9AE}" pid="15" name="_dlc_DocIdItemGuid">
    <vt:lpwstr>14088dcc-32f2-47c5-9e81-47abf0666611</vt:lpwstr>
  </property>
  <property fmtid="{D5CDD505-2E9C-101B-9397-08002B2CF9AE}" pid="16" name="Collateral Type">
    <vt:lpwstr>3;#Branded Communication Templates|76f39e47-c1db-48d3-8004-ae1b8e08482a</vt:lpwstr>
  </property>
  <property fmtid="{D5CDD505-2E9C-101B-9397-08002B2CF9AE}" pid="17" name="aba5a4675f874b39a890910ac6d6cc98">
    <vt:lpwstr>Branded Communication Templates|76f39e47-c1db-48d3-8004-ae1b8e08482a</vt:lpwstr>
  </property>
  <property fmtid="{D5CDD505-2E9C-101B-9397-08002B2CF9AE}" pid="18" name="Marketing Resource Type">
    <vt:lpwstr>Sales Resource</vt:lpwstr>
  </property>
  <property fmtid="{D5CDD505-2E9C-101B-9397-08002B2CF9AE}" pid="19" name="Service Offering">
    <vt:lpwstr/>
  </property>
  <property fmtid="{D5CDD505-2E9C-101B-9397-08002B2CF9AE}" pid="20" name="Solution Area">
    <vt:lpwstr/>
  </property>
  <property fmtid="{D5CDD505-2E9C-101B-9397-08002B2CF9AE}" pid="21" name="Service Delivery Readiness Document Type">
    <vt:lpwstr/>
  </property>
  <property fmtid="{D5CDD505-2E9C-101B-9397-08002B2CF9AE}" pid="22" name="Readiness Document Status">
    <vt:lpwstr>Approved for Publication</vt:lpwstr>
  </property>
  <property fmtid="{D5CDD505-2E9C-101B-9397-08002B2CF9AE}" pid="23" name="Readiness Document Approver">
    <vt:lpwstr/>
  </property>
  <property fmtid="{D5CDD505-2E9C-101B-9397-08002B2CF9AE}" pid="24" name="TaxCatchAll">
    <vt:lpwstr>10;#Branded Communication Templates|76f39e47-c1db-48d3-8004-ae1b8e08482a;#3;#Branded Templates|776d6567-359f-4041-862b-359c75925acb</vt:lpwstr>
  </property>
  <property fmtid="{D5CDD505-2E9C-101B-9397-08002B2CF9AE}" pid="25" name="n8594b6557f043ebb08e2317a3b15c92">
    <vt:lpwstr/>
  </property>
  <property fmtid="{D5CDD505-2E9C-101B-9397-08002B2CF9AE}" pid="26" name="l5d615f5a11342108d8d9c2a6f49b54a">
    <vt:lpwstr/>
  </property>
  <property fmtid="{D5CDD505-2E9C-101B-9397-08002B2CF9AE}" pid="27" name="m30af94e540e4d82bfb152662a962fd7">
    <vt:lpwstr/>
  </property>
  <property fmtid="{D5CDD505-2E9C-101B-9397-08002B2CF9AE}" pid="28" name="_dlc_DocId">
    <vt:lpwstr>10MID-1236126402-23897</vt:lpwstr>
  </property>
  <property fmtid="{D5CDD505-2E9C-101B-9397-08002B2CF9AE}" pid="29" name="_SourceUrl">
    <vt:lpwstr/>
  </property>
  <property fmtid="{D5CDD505-2E9C-101B-9397-08002B2CF9AE}" pid="30" name="_SharedFileIndex">
    <vt:lpwstr/>
  </property>
  <property fmtid="{D5CDD505-2E9C-101B-9397-08002B2CF9AE}" pid="31" name="IconOverlay">
    <vt:lpwstr/>
  </property>
  <property fmtid="{D5CDD505-2E9C-101B-9397-08002B2CF9AE}" pid="32" name="p98545cdce9f4fdcac260ebe7203cfa80">
    <vt:lpwstr>|76f39e47-c1db-48d3-8004-ae1b8e08482a</vt:lpwstr>
  </property>
  <property fmtid="{D5CDD505-2E9C-101B-9397-08002B2CF9AE}" pid="33" name="_dlc_DocIdUrl">
    <vt:lpwstr>https://10thmagnitude.sharepoint.com/sites/DemandHub/_layouts/15/DocIdRedir.aspx?ID=10MID-1236126402-23897, 10MID-1236126402-23897</vt:lpwstr>
  </property>
  <property fmtid="{D5CDD505-2E9C-101B-9397-08002B2CF9AE}" pid="34" name="URL">
    <vt:lpwstr/>
  </property>
  <property fmtid="{D5CDD505-2E9C-101B-9397-08002B2CF9AE}" pid="35" name="Technical Contact">
    <vt:lpwstr/>
  </property>
</Properties>
</file>